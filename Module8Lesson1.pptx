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5"/>
  </p:notesMasterIdLst>
  <p:sldIdLst>
    <p:sldId id="257" r:id="rId3"/>
    <p:sldId id="258" r:id="rId4"/>
    <p:sldId id="443" r:id="rId5"/>
    <p:sldId id="445" r:id="rId6"/>
    <p:sldId id="259" r:id="rId7"/>
    <p:sldId id="438" r:id="rId8"/>
    <p:sldId id="439" r:id="rId9"/>
    <p:sldId id="442" r:id="rId10"/>
    <p:sldId id="440" r:id="rId11"/>
    <p:sldId id="446" r:id="rId12"/>
    <p:sldId id="444" r:id="rId13"/>
    <p:sldId id="346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D9CF26-6695-4968-9602-047CC8F57FC8}" v="579" dt="2020-09-07T14:48:49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F8D9CF26-6695-4968-9602-047CC8F57FC8}"/>
    <pc:docChg chg="undo custSel addSld delSld modSld sldOrd">
      <pc:chgData name="Ravi Sundaram" userId="a7df020c0a403423" providerId="LiveId" clId="{F8D9CF26-6695-4968-9602-047CC8F57FC8}" dt="2020-09-10T03:56:42.646" v="1921" actId="20577"/>
      <pc:docMkLst>
        <pc:docMk/>
      </pc:docMkLst>
      <pc:sldChg chg="modSp">
        <pc:chgData name="Ravi Sundaram" userId="a7df020c0a403423" providerId="LiveId" clId="{F8D9CF26-6695-4968-9602-047CC8F57FC8}" dt="2020-09-07T14:25:49.361" v="1074" actId="20577"/>
        <pc:sldMkLst>
          <pc:docMk/>
          <pc:sldMk cId="3479009568" sldId="258"/>
        </pc:sldMkLst>
        <pc:spChg chg="mod">
          <ac:chgData name="Ravi Sundaram" userId="a7df020c0a403423" providerId="LiveId" clId="{F8D9CF26-6695-4968-9602-047CC8F57FC8}" dt="2020-09-07T14:25:49.361" v="1074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addSp delSp modSp add modTransition modAnim">
        <pc:chgData name="Ravi Sundaram" userId="a7df020c0a403423" providerId="LiveId" clId="{F8D9CF26-6695-4968-9602-047CC8F57FC8}" dt="2020-09-07T14:40:12.155" v="1394"/>
        <pc:sldMkLst>
          <pc:docMk/>
          <pc:sldMk cId="0" sldId="259"/>
        </pc:sldMkLst>
        <pc:spChg chg="add mod">
          <ac:chgData name="Ravi Sundaram" userId="a7df020c0a403423" providerId="LiveId" clId="{F8D9CF26-6695-4968-9602-047CC8F57FC8}" dt="2020-09-07T14:39:50.374" v="1391" actId="1076"/>
          <ac:spMkLst>
            <pc:docMk/>
            <pc:sldMk cId="0" sldId="259"/>
            <ac:spMk id="7" creationId="{89885E72-4759-46FF-BBED-0489D671AD17}"/>
          </ac:spMkLst>
        </pc:spChg>
        <pc:spChg chg="add mod">
          <ac:chgData name="Ravi Sundaram" userId="a7df020c0a403423" providerId="LiveId" clId="{F8D9CF26-6695-4968-9602-047CC8F57FC8}" dt="2020-09-07T14:39:58.080" v="1392" actId="1076"/>
          <ac:spMkLst>
            <pc:docMk/>
            <pc:sldMk cId="0" sldId="259"/>
            <ac:spMk id="8" creationId="{3E494A24-88FE-44D9-AFF9-E9227229ABEF}"/>
          </ac:spMkLst>
        </pc:spChg>
        <pc:spChg chg="mod">
          <ac:chgData name="Ravi Sundaram" userId="a7df020c0a403423" providerId="LiveId" clId="{F8D9CF26-6695-4968-9602-047CC8F57FC8}" dt="2020-09-07T13:58:57.545" v="292" actId="20577"/>
          <ac:spMkLst>
            <pc:docMk/>
            <pc:sldMk cId="0" sldId="259"/>
            <ac:spMk id="8194" creationId="{329EC4E1-75AB-4B16-98A2-B45BBF178E5B}"/>
          </ac:spMkLst>
        </pc:spChg>
        <pc:spChg chg="mod">
          <ac:chgData name="Ravi Sundaram" userId="a7df020c0a403423" providerId="LiveId" clId="{F8D9CF26-6695-4968-9602-047CC8F57FC8}" dt="2020-09-07T14:39:43.241" v="1390" actId="27636"/>
          <ac:spMkLst>
            <pc:docMk/>
            <pc:sldMk cId="0" sldId="259"/>
            <ac:spMk id="8195" creationId="{7EA70C7E-05F8-46F8-9F3A-A74995EE9516}"/>
          </ac:spMkLst>
        </pc:spChg>
        <pc:spChg chg="del">
          <ac:chgData name="Ravi Sundaram" userId="a7df020c0a403423" providerId="LiveId" clId="{F8D9CF26-6695-4968-9602-047CC8F57FC8}" dt="2020-09-07T13:58:49.326" v="265" actId="478"/>
          <ac:spMkLst>
            <pc:docMk/>
            <pc:sldMk cId="0" sldId="259"/>
            <ac:spMk id="8199" creationId="{DC97C639-30B1-4DF9-94F9-EB9117E502B3}"/>
          </ac:spMkLst>
        </pc:spChg>
        <pc:picChg chg="add mod">
          <ac:chgData name="Ravi Sundaram" userId="a7df020c0a403423" providerId="LiveId" clId="{F8D9CF26-6695-4968-9602-047CC8F57FC8}" dt="2020-09-07T14:03:02.386" v="453" actId="1076"/>
          <ac:picMkLst>
            <pc:docMk/>
            <pc:sldMk cId="0" sldId="259"/>
            <ac:picMk id="6" creationId="{B8C76D97-5E03-4E2C-9C2A-777A7F4D4DA9}"/>
          </ac:picMkLst>
        </pc:picChg>
        <pc:picChg chg="mod">
          <ac:chgData name="Ravi Sundaram" userId="a7df020c0a403423" providerId="LiveId" clId="{F8D9CF26-6695-4968-9602-047CC8F57FC8}" dt="2020-09-07T14:03:06.002" v="454" actId="1076"/>
          <ac:picMkLst>
            <pc:docMk/>
            <pc:sldMk cId="0" sldId="259"/>
            <ac:picMk id="8197" creationId="{980E8371-B679-42A0-89A9-DD77FD5DBA3D}"/>
          </ac:picMkLst>
        </pc:picChg>
      </pc:sldChg>
      <pc:sldChg chg="add del">
        <pc:chgData name="Ravi Sundaram" userId="a7df020c0a403423" providerId="LiveId" clId="{F8D9CF26-6695-4968-9602-047CC8F57FC8}" dt="2020-09-07T14:03:08.824" v="455" actId="2696"/>
        <pc:sldMkLst>
          <pc:docMk/>
          <pc:sldMk cId="0" sldId="264"/>
        </pc:sldMkLst>
      </pc:sldChg>
      <pc:sldChg chg="del">
        <pc:chgData name="Ravi Sundaram" userId="a7df020c0a403423" providerId="LiveId" clId="{F8D9CF26-6695-4968-9602-047CC8F57FC8}" dt="2020-09-07T04:38:30.643" v="3" actId="2696"/>
        <pc:sldMkLst>
          <pc:docMk/>
          <pc:sldMk cId="0" sldId="280"/>
        </pc:sldMkLst>
      </pc:sldChg>
      <pc:sldChg chg="del">
        <pc:chgData name="Ravi Sundaram" userId="a7df020c0a403423" providerId="LiveId" clId="{F8D9CF26-6695-4968-9602-047CC8F57FC8}" dt="2020-09-07T04:38:30.749" v="7" actId="2696"/>
        <pc:sldMkLst>
          <pc:docMk/>
          <pc:sldMk cId="0" sldId="281"/>
        </pc:sldMkLst>
      </pc:sldChg>
      <pc:sldChg chg="del">
        <pc:chgData name="Ravi Sundaram" userId="a7df020c0a403423" providerId="LiveId" clId="{F8D9CF26-6695-4968-9602-047CC8F57FC8}" dt="2020-09-07T04:38:30.781" v="8" actId="2696"/>
        <pc:sldMkLst>
          <pc:docMk/>
          <pc:sldMk cId="0" sldId="282"/>
        </pc:sldMkLst>
      </pc:sldChg>
      <pc:sldChg chg="del">
        <pc:chgData name="Ravi Sundaram" userId="a7df020c0a403423" providerId="LiveId" clId="{F8D9CF26-6695-4968-9602-047CC8F57FC8}" dt="2020-09-07T04:38:30.796" v="9" actId="2696"/>
        <pc:sldMkLst>
          <pc:docMk/>
          <pc:sldMk cId="0" sldId="283"/>
        </pc:sldMkLst>
      </pc:sldChg>
      <pc:sldChg chg="del">
        <pc:chgData name="Ravi Sundaram" userId="a7df020c0a403423" providerId="LiveId" clId="{F8D9CF26-6695-4968-9602-047CC8F57FC8}" dt="2020-09-07T04:38:30.584" v="1" actId="2696"/>
        <pc:sldMkLst>
          <pc:docMk/>
          <pc:sldMk cId="0" sldId="313"/>
        </pc:sldMkLst>
      </pc:sldChg>
      <pc:sldChg chg="del">
        <pc:chgData name="Ravi Sundaram" userId="a7df020c0a403423" providerId="LiveId" clId="{F8D9CF26-6695-4968-9602-047CC8F57FC8}" dt="2020-09-07T04:38:30.693" v="5" actId="2696"/>
        <pc:sldMkLst>
          <pc:docMk/>
          <pc:sldMk cId="0" sldId="345"/>
        </pc:sldMkLst>
      </pc:sldChg>
      <pc:sldChg chg="modSp modAnim">
        <pc:chgData name="Ravi Sundaram" userId="a7df020c0a403423" providerId="LiveId" clId="{F8D9CF26-6695-4968-9602-047CC8F57FC8}" dt="2020-09-07T14:42:17.323" v="1405"/>
        <pc:sldMkLst>
          <pc:docMk/>
          <pc:sldMk cId="4014147109" sldId="346"/>
        </pc:sldMkLst>
        <pc:spChg chg="mod">
          <ac:chgData name="Ravi Sundaram" userId="a7df020c0a403423" providerId="LiveId" clId="{F8D9CF26-6695-4968-9602-047CC8F57FC8}" dt="2020-09-07T14:42:02.734" v="1401" actId="1076"/>
          <ac:spMkLst>
            <pc:docMk/>
            <pc:sldMk cId="4014147109" sldId="346"/>
            <ac:spMk id="2" creationId="{5FA1FA58-59B8-4EFD-BF2B-069C457129B2}"/>
          </ac:spMkLst>
        </pc:spChg>
        <pc:spChg chg="mod">
          <ac:chgData name="Ravi Sundaram" userId="a7df020c0a403423" providerId="LiveId" clId="{F8D9CF26-6695-4968-9602-047CC8F57FC8}" dt="2020-09-07T14:30:22.703" v="1277" actId="20577"/>
          <ac:spMkLst>
            <pc:docMk/>
            <pc:sldMk cId="4014147109" sldId="346"/>
            <ac:spMk id="3" creationId="{03364FEF-F44A-4071-922A-E51980E95FCC}"/>
          </ac:spMkLst>
        </pc:spChg>
      </pc:sldChg>
      <pc:sldChg chg="del">
        <pc:chgData name="Ravi Sundaram" userId="a7df020c0a403423" providerId="LiveId" clId="{F8D9CF26-6695-4968-9602-047CC8F57FC8}" dt="2020-09-07T04:38:30.548" v="0" actId="2696"/>
        <pc:sldMkLst>
          <pc:docMk/>
          <pc:sldMk cId="2059021238" sldId="347"/>
        </pc:sldMkLst>
      </pc:sldChg>
      <pc:sldChg chg="del">
        <pc:chgData name="Ravi Sundaram" userId="a7df020c0a403423" providerId="LiveId" clId="{F8D9CF26-6695-4968-9602-047CC8F57FC8}" dt="2020-09-07T04:38:30.610" v="2" actId="2696"/>
        <pc:sldMkLst>
          <pc:docMk/>
          <pc:sldMk cId="1640693443" sldId="349"/>
        </pc:sldMkLst>
      </pc:sldChg>
      <pc:sldChg chg="del">
        <pc:chgData name="Ravi Sundaram" userId="a7df020c0a403423" providerId="LiveId" clId="{F8D9CF26-6695-4968-9602-047CC8F57FC8}" dt="2020-09-07T04:38:30.664" v="4" actId="2696"/>
        <pc:sldMkLst>
          <pc:docMk/>
          <pc:sldMk cId="2315145716" sldId="350"/>
        </pc:sldMkLst>
      </pc:sldChg>
      <pc:sldChg chg="del">
        <pc:chgData name="Ravi Sundaram" userId="a7df020c0a403423" providerId="LiveId" clId="{F8D9CF26-6695-4968-9602-047CC8F57FC8}" dt="2020-09-07T04:38:30.720" v="6" actId="2696"/>
        <pc:sldMkLst>
          <pc:docMk/>
          <pc:sldMk cId="2856967658" sldId="351"/>
        </pc:sldMkLst>
      </pc:sldChg>
      <pc:sldChg chg="addSp delSp modSp add modAnim">
        <pc:chgData name="Ravi Sundaram" userId="a7df020c0a403423" providerId="LiveId" clId="{F8D9CF26-6695-4968-9602-047CC8F57FC8}" dt="2020-09-07T14:40:55.875" v="1397" actId="1076"/>
        <pc:sldMkLst>
          <pc:docMk/>
          <pc:sldMk cId="0" sldId="438"/>
        </pc:sldMkLst>
        <pc:spChg chg="mod topLvl">
          <ac:chgData name="Ravi Sundaram" userId="a7df020c0a403423" providerId="LiveId" clId="{F8D9CF26-6695-4968-9602-047CC8F57FC8}" dt="2020-09-07T14:03:31.190" v="456" actId="164"/>
          <ac:spMkLst>
            <pc:docMk/>
            <pc:sldMk cId="0" sldId="438"/>
            <ac:spMk id="11" creationId="{00000000-0000-0000-0000-000000000000}"/>
          </ac:spMkLst>
        </pc:spChg>
        <pc:spChg chg="mod topLvl">
          <ac:chgData name="Ravi Sundaram" userId="a7df020c0a403423" providerId="LiveId" clId="{F8D9CF26-6695-4968-9602-047CC8F57FC8}" dt="2020-09-07T14:03:31.190" v="456" actId="164"/>
          <ac:spMkLst>
            <pc:docMk/>
            <pc:sldMk cId="0" sldId="438"/>
            <ac:spMk id="12" creationId="{00000000-0000-0000-0000-000000000000}"/>
          </ac:spMkLst>
        </pc:spChg>
        <pc:spChg chg="mod topLvl">
          <ac:chgData name="Ravi Sundaram" userId="a7df020c0a403423" providerId="LiveId" clId="{F8D9CF26-6695-4968-9602-047CC8F57FC8}" dt="2020-09-07T14:03:31.190" v="456" actId="164"/>
          <ac:spMkLst>
            <pc:docMk/>
            <pc:sldMk cId="0" sldId="438"/>
            <ac:spMk id="13" creationId="{00000000-0000-0000-0000-000000000000}"/>
          </ac:spMkLst>
        </pc:spChg>
        <pc:spChg chg="mod topLvl">
          <ac:chgData name="Ravi Sundaram" userId="a7df020c0a403423" providerId="LiveId" clId="{F8D9CF26-6695-4968-9602-047CC8F57FC8}" dt="2020-09-07T14:03:31.190" v="456" actId="164"/>
          <ac:spMkLst>
            <pc:docMk/>
            <pc:sldMk cId="0" sldId="438"/>
            <ac:spMk id="14" creationId="{00000000-0000-0000-0000-000000000000}"/>
          </ac:spMkLst>
        </pc:spChg>
        <pc:spChg chg="mod topLvl">
          <ac:chgData name="Ravi Sundaram" userId="a7df020c0a403423" providerId="LiveId" clId="{F8D9CF26-6695-4968-9602-047CC8F57FC8}" dt="2020-09-07T14:03:31.190" v="456" actId="164"/>
          <ac:spMkLst>
            <pc:docMk/>
            <pc:sldMk cId="0" sldId="438"/>
            <ac:spMk id="15" creationId="{00000000-0000-0000-0000-000000000000}"/>
          </ac:spMkLst>
        </pc:spChg>
        <pc:spChg chg="mod topLvl">
          <ac:chgData name="Ravi Sundaram" userId="a7df020c0a403423" providerId="LiveId" clId="{F8D9CF26-6695-4968-9602-047CC8F57FC8}" dt="2020-09-07T14:03:31.190" v="456" actId="164"/>
          <ac:spMkLst>
            <pc:docMk/>
            <pc:sldMk cId="0" sldId="438"/>
            <ac:spMk id="16" creationId="{00000000-0000-0000-0000-000000000000}"/>
          </ac:spMkLst>
        </pc:spChg>
        <pc:spChg chg="mod topLvl">
          <ac:chgData name="Ravi Sundaram" userId="a7df020c0a403423" providerId="LiveId" clId="{F8D9CF26-6695-4968-9602-047CC8F57FC8}" dt="2020-09-07T14:03:31.190" v="456" actId="164"/>
          <ac:spMkLst>
            <pc:docMk/>
            <pc:sldMk cId="0" sldId="438"/>
            <ac:spMk id="17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40:55.875" v="1397" actId="1076"/>
          <ac:spMkLst>
            <pc:docMk/>
            <pc:sldMk cId="0" sldId="438"/>
            <ac:spMk id="19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04:45.296" v="484" actId="20577"/>
          <ac:spMkLst>
            <pc:docMk/>
            <pc:sldMk cId="0" sldId="438"/>
            <ac:spMk id="409602" creationId="{00000000-0000-0000-0000-000000000000}"/>
          </ac:spMkLst>
        </pc:spChg>
        <pc:grpChg chg="del">
          <ac:chgData name="Ravi Sundaram" userId="a7df020c0a403423" providerId="LiveId" clId="{F8D9CF26-6695-4968-9602-047CC8F57FC8}" dt="2020-09-07T13:53:54.767" v="179" actId="165"/>
          <ac:grpSpMkLst>
            <pc:docMk/>
            <pc:sldMk cId="0" sldId="438"/>
            <ac:grpSpMk id="2" creationId="{00000000-0000-0000-0000-000000000000}"/>
          </ac:grpSpMkLst>
        </pc:grpChg>
        <pc:grpChg chg="add mod">
          <ac:chgData name="Ravi Sundaram" userId="a7df020c0a403423" providerId="LiveId" clId="{F8D9CF26-6695-4968-9602-047CC8F57FC8}" dt="2020-09-07T14:03:34.977" v="457" actId="1076"/>
          <ac:grpSpMkLst>
            <pc:docMk/>
            <pc:sldMk cId="0" sldId="438"/>
            <ac:grpSpMk id="3" creationId="{B83AA257-2194-4CE8-BDD3-504B05E1850D}"/>
          </ac:grpSpMkLst>
        </pc:grpChg>
      </pc:sldChg>
      <pc:sldChg chg="modSp add modAnim">
        <pc:chgData name="Ravi Sundaram" userId="a7df020c0a403423" providerId="LiveId" clId="{F8D9CF26-6695-4968-9602-047CC8F57FC8}" dt="2020-09-07T14:41:10.434" v="1400"/>
        <pc:sldMkLst>
          <pc:docMk/>
          <pc:sldMk cId="0" sldId="439"/>
        </pc:sldMkLst>
        <pc:spChg chg="mod">
          <ac:chgData name="Ravi Sundaram" userId="a7df020c0a403423" providerId="LiveId" clId="{F8D9CF26-6695-4968-9602-047CC8F57FC8}" dt="2020-09-07T14:10:48.381" v="760" actId="20577"/>
          <ac:spMkLst>
            <pc:docMk/>
            <pc:sldMk cId="0" sldId="439"/>
            <ac:spMk id="2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09:31.916" v="739" actId="14100"/>
          <ac:spMkLst>
            <pc:docMk/>
            <pc:sldMk cId="0" sldId="439"/>
            <ac:spMk id="3" creationId="{00000000-0000-0000-0000-000000000000}"/>
          </ac:spMkLst>
        </pc:spChg>
      </pc:sldChg>
      <pc:sldChg chg="addSp modSp add ord">
        <pc:chgData name="Ravi Sundaram" userId="a7df020c0a403423" providerId="LiveId" clId="{F8D9CF26-6695-4968-9602-047CC8F57FC8}" dt="2020-09-10T03:56:42.646" v="1921" actId="20577"/>
        <pc:sldMkLst>
          <pc:docMk/>
          <pc:sldMk cId="0" sldId="440"/>
        </pc:sldMkLst>
        <pc:spChg chg="mod ord">
          <ac:chgData name="Ravi Sundaram" userId="a7df020c0a403423" providerId="LiveId" clId="{F8D9CF26-6695-4968-9602-047CC8F57FC8}" dt="2020-09-10T03:56:42.646" v="1921" actId="20577"/>
          <ac:spMkLst>
            <pc:docMk/>
            <pc:sldMk cId="0" sldId="440"/>
            <ac:spMk id="17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1:13.232" v="881" actId="20577"/>
          <ac:spMkLst>
            <pc:docMk/>
            <pc:sldMk cId="0" sldId="440"/>
            <ac:spMk id="410626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29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0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1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2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3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4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5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6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7" creationId="{00000000-0000-0000-0000-000000000000}"/>
          </ac:spMkLst>
        </pc:spChg>
        <pc:spChg chg="mod">
          <ac:chgData name="Ravi Sundaram" userId="a7df020c0a403423" providerId="LiveId" clId="{F8D9CF26-6695-4968-9602-047CC8F57FC8}" dt="2020-09-07T14:22:12.666" v="888" actId="164"/>
          <ac:spMkLst>
            <pc:docMk/>
            <pc:sldMk cId="0" sldId="440"/>
            <ac:spMk id="410638" creationId="{00000000-0000-0000-0000-000000000000}"/>
          </ac:spMkLst>
        </pc:spChg>
        <pc:grpChg chg="add mod ord">
          <ac:chgData name="Ravi Sundaram" userId="a7df020c0a403423" providerId="LiveId" clId="{F8D9CF26-6695-4968-9602-047CC8F57FC8}" dt="2020-09-07T14:42:57.798" v="1408" actId="167"/>
          <ac:grpSpMkLst>
            <pc:docMk/>
            <pc:sldMk cId="0" sldId="440"/>
            <ac:grpSpMk id="2" creationId="{CC0A4936-CFFD-4424-B394-B0B076FBD187}"/>
          </ac:grpSpMkLst>
        </pc:grpChg>
        <pc:graphicFrameChg chg="mod">
          <ac:chgData name="Ravi Sundaram" userId="a7df020c0a403423" providerId="LiveId" clId="{F8D9CF26-6695-4968-9602-047CC8F57FC8}" dt="2020-09-07T14:22:12.666" v="888" actId="164"/>
          <ac:graphicFrameMkLst>
            <pc:docMk/>
            <pc:sldMk cId="0" sldId="440"/>
            <ac:graphicFrameMk id="410628" creationId="{00000000-0000-0000-0000-000000000000}"/>
          </ac:graphicFrameMkLst>
        </pc:graphicFrameChg>
      </pc:sldChg>
      <pc:sldChg chg="add del">
        <pc:chgData name="Ravi Sundaram" userId="a7df020c0a403423" providerId="LiveId" clId="{F8D9CF26-6695-4968-9602-047CC8F57FC8}" dt="2020-09-07T14:13:54.328" v="855" actId="2696"/>
        <pc:sldMkLst>
          <pc:docMk/>
          <pc:sldMk cId="0" sldId="441"/>
        </pc:sldMkLst>
      </pc:sldChg>
      <pc:sldChg chg="addSp modSp add modAnim">
        <pc:chgData name="Ravi Sundaram" userId="a7df020c0a403423" providerId="LiveId" clId="{F8D9CF26-6695-4968-9602-047CC8F57FC8}" dt="2020-09-07T14:13:43.313" v="854" actId="20577"/>
        <pc:sldMkLst>
          <pc:docMk/>
          <pc:sldMk cId="0" sldId="442"/>
        </pc:sldMkLst>
        <pc:spChg chg="add mod">
          <ac:chgData name="Ravi Sundaram" userId="a7df020c0a403423" providerId="LiveId" clId="{F8D9CF26-6695-4968-9602-047CC8F57FC8}" dt="2020-09-07T14:13:43.313" v="854" actId="20577"/>
          <ac:spMkLst>
            <pc:docMk/>
            <pc:sldMk cId="0" sldId="442"/>
            <ac:spMk id="39" creationId="{AFE0999B-9716-43D6-AA5A-C87B0A766BF4}"/>
          </ac:spMkLst>
        </pc:spChg>
        <pc:spChg chg="mod">
          <ac:chgData name="Ravi Sundaram" userId="a7df020c0a403423" providerId="LiveId" clId="{F8D9CF26-6695-4968-9602-047CC8F57FC8}" dt="2020-09-07T14:13:05.152" v="824" actId="20577"/>
          <ac:spMkLst>
            <pc:docMk/>
            <pc:sldMk cId="0" sldId="442"/>
            <ac:spMk id="4098" creationId="{00000000-0000-0000-0000-000000000000}"/>
          </ac:spMkLst>
        </pc:spChg>
      </pc:sldChg>
      <pc:sldChg chg="add modAnim">
        <pc:chgData name="Ravi Sundaram" userId="a7df020c0a403423" providerId="LiveId" clId="{F8D9CF26-6695-4968-9602-047CC8F57FC8}" dt="2020-09-07T14:31:16.187" v="1279"/>
        <pc:sldMkLst>
          <pc:docMk/>
          <pc:sldMk cId="1001203844" sldId="443"/>
        </pc:sldMkLst>
      </pc:sldChg>
      <pc:sldChg chg="modSp add del">
        <pc:chgData name="Ravi Sundaram" userId="a7df020c0a403423" providerId="LiveId" clId="{F8D9CF26-6695-4968-9602-047CC8F57FC8}" dt="2020-09-07T13:51:27.910" v="16" actId="2696"/>
        <pc:sldMkLst>
          <pc:docMk/>
          <pc:sldMk cId="1001203844" sldId="443"/>
        </pc:sldMkLst>
        <pc:spChg chg="mod">
          <ac:chgData name="Ravi Sundaram" userId="a7df020c0a403423" providerId="LiveId" clId="{F8D9CF26-6695-4968-9602-047CC8F57FC8}" dt="2020-09-07T04:41:38.332" v="14" actId="27636"/>
          <ac:spMkLst>
            <pc:docMk/>
            <pc:sldMk cId="1001203844" sldId="443"/>
            <ac:spMk id="3" creationId="{00000000-0000-0000-0000-000000000000}"/>
          </ac:spMkLst>
        </pc:spChg>
      </pc:sldChg>
      <pc:sldChg chg="add ord modAnim">
        <pc:chgData name="Ravi Sundaram" userId="a7df020c0a403423" providerId="LiveId" clId="{F8D9CF26-6695-4968-9602-047CC8F57FC8}" dt="2020-09-07T14:42:28.962" v="1407"/>
        <pc:sldMkLst>
          <pc:docMk/>
          <pc:sldMk cId="2256143943" sldId="444"/>
        </pc:sldMkLst>
      </pc:sldChg>
      <pc:sldChg chg="modSp add del">
        <pc:chgData name="Ravi Sundaram" userId="a7df020c0a403423" providerId="LiveId" clId="{F8D9CF26-6695-4968-9602-047CC8F57FC8}" dt="2020-09-07T13:51:27.928" v="17" actId="2696"/>
        <pc:sldMkLst>
          <pc:docMk/>
          <pc:sldMk cId="2256143943" sldId="444"/>
        </pc:sldMkLst>
        <pc:spChg chg="mod">
          <ac:chgData name="Ravi Sundaram" userId="a7df020c0a403423" providerId="LiveId" clId="{F8D9CF26-6695-4968-9602-047CC8F57FC8}" dt="2020-09-07T04:41:38.351" v="15" actId="27636"/>
          <ac:spMkLst>
            <pc:docMk/>
            <pc:sldMk cId="2256143943" sldId="444"/>
            <ac:spMk id="4" creationId="{00000000-0000-0000-0000-000000000000}"/>
          </ac:spMkLst>
        </pc:spChg>
      </pc:sldChg>
      <pc:sldChg chg="delSp modSp add modTransition modAnim">
        <pc:chgData name="Ravi Sundaram" userId="a7df020c0a403423" providerId="LiveId" clId="{F8D9CF26-6695-4968-9602-047CC8F57FC8}" dt="2020-09-07T14:37:31.317" v="1372"/>
        <pc:sldMkLst>
          <pc:docMk/>
          <pc:sldMk cId="0" sldId="445"/>
        </pc:sldMkLst>
        <pc:spChg chg="mod">
          <ac:chgData name="Ravi Sundaram" userId="a7df020c0a403423" providerId="LiveId" clId="{F8D9CF26-6695-4968-9602-047CC8F57FC8}" dt="2020-09-07T13:57:17.358" v="230" actId="20577"/>
          <ac:spMkLst>
            <pc:docMk/>
            <pc:sldMk cId="0" sldId="445"/>
            <ac:spMk id="6146" creationId="{7402AED0-4FC9-49A8-8D45-F0796B148B65}"/>
          </ac:spMkLst>
        </pc:spChg>
        <pc:spChg chg="mod">
          <ac:chgData name="Ravi Sundaram" userId="a7df020c0a403423" providerId="LiveId" clId="{F8D9CF26-6695-4968-9602-047CC8F57FC8}" dt="2020-09-07T14:34:48.960" v="1359" actId="20577"/>
          <ac:spMkLst>
            <pc:docMk/>
            <pc:sldMk cId="0" sldId="445"/>
            <ac:spMk id="6147" creationId="{8FB65F2D-31FB-415D-B865-E788B5AAAF37}"/>
          </ac:spMkLst>
        </pc:spChg>
        <pc:spChg chg="del">
          <ac:chgData name="Ravi Sundaram" userId="a7df020c0a403423" providerId="LiveId" clId="{F8D9CF26-6695-4968-9602-047CC8F57FC8}" dt="2020-09-07T13:57:05.650" v="199" actId="478"/>
          <ac:spMkLst>
            <pc:docMk/>
            <pc:sldMk cId="0" sldId="445"/>
            <ac:spMk id="6148" creationId="{93130B1C-61AF-4C0A-A062-E7026E28DD91}"/>
          </ac:spMkLst>
        </pc:spChg>
      </pc:sldChg>
      <pc:sldChg chg="modSp add ord">
        <pc:chgData name="Ravi Sundaram" userId="a7df020c0a403423" providerId="LiveId" clId="{F8D9CF26-6695-4968-9602-047CC8F57FC8}" dt="2020-09-07T14:49:55.819" v="1824" actId="947"/>
        <pc:sldMkLst>
          <pc:docMk/>
          <pc:sldMk cId="2194085658" sldId="446"/>
        </pc:sldMkLst>
        <pc:spChg chg="mod">
          <ac:chgData name="Ravi Sundaram" userId="a7df020c0a403423" providerId="LiveId" clId="{F8D9CF26-6695-4968-9602-047CC8F57FC8}" dt="2020-09-07T14:44:44.017" v="1492" actId="20577"/>
          <ac:spMkLst>
            <pc:docMk/>
            <pc:sldMk cId="2194085658" sldId="446"/>
            <ac:spMk id="2" creationId="{5FA1FA58-59B8-4EFD-BF2B-069C457129B2}"/>
          </ac:spMkLst>
        </pc:spChg>
        <pc:spChg chg="mod">
          <ac:chgData name="Ravi Sundaram" userId="a7df020c0a403423" providerId="LiveId" clId="{F8D9CF26-6695-4968-9602-047CC8F57FC8}" dt="2020-09-07T14:49:55.819" v="1824" actId="947"/>
          <ac:spMkLst>
            <pc:docMk/>
            <pc:sldMk cId="2194085658" sldId="446"/>
            <ac:spMk id="3" creationId="{03364FEF-F44A-4071-922A-E51980E95FCC}"/>
          </ac:spMkLst>
        </pc:spChg>
      </pc:sldChg>
      <pc:sldChg chg="add del">
        <pc:chgData name="Ravi Sundaram" userId="a7df020c0a403423" providerId="LiveId" clId="{F8D9CF26-6695-4968-9602-047CC8F57FC8}" dt="2020-09-07T14:48:49.929" v="1742"/>
        <pc:sldMkLst>
          <pc:docMk/>
          <pc:sldMk cId="2707854242" sldId="447"/>
        </pc:sldMkLst>
      </pc:sldChg>
      <pc:sldMasterChg chg="delSldLayout">
        <pc:chgData name="Ravi Sundaram" userId="a7df020c0a403423" providerId="LiveId" clId="{F8D9CF26-6695-4968-9602-047CC8F57FC8}" dt="2020-09-07T04:38:30.797" v="1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F8D9CF26-6695-4968-9602-047CC8F57FC8}" dt="2020-09-07T04:38:30.797" v="10" actId="2696"/>
          <pc:sldLayoutMkLst>
            <pc:docMk/>
            <pc:sldMasterMk cId="2006853913" sldId="2147483648"/>
            <pc:sldLayoutMk cId="3908071040" sldId="2147483662"/>
          </pc:sldLayoutMkLst>
        </pc:sldLayoutChg>
      </pc:sldMasterChg>
    </pc:docChg>
  </pc:docChgLst>
  <pc:docChgLst>
    <pc:chgData name="Ravi Sundaram" userId="a7df020c0a403423" providerId="LiveId" clId="{19513EB1-AC3E-4F61-84D6-0DA1F241EEF1}"/>
    <pc:docChg chg="custSel delSld modSld">
      <pc:chgData name="Ravi Sundaram" userId="a7df020c0a403423" providerId="LiveId" clId="{19513EB1-AC3E-4F61-84D6-0DA1F241EEF1}" dt="2020-07-09T02:06:53.704" v="950" actId="2696"/>
      <pc:docMkLst>
        <pc:docMk/>
      </pc:docMkLst>
      <pc:sldChg chg="modSp">
        <pc:chgData name="Ravi Sundaram" userId="a7df020c0a403423" providerId="LiveId" clId="{19513EB1-AC3E-4F61-84D6-0DA1F241EEF1}" dt="2020-07-09T00:58:29.773" v="303" actId="20577"/>
        <pc:sldMkLst>
          <pc:docMk/>
          <pc:sldMk cId="4099122483" sldId="257"/>
        </pc:sldMkLst>
        <pc:spChg chg="mod">
          <ac:chgData name="Ravi Sundaram" userId="a7df020c0a403423" providerId="LiveId" clId="{19513EB1-AC3E-4F61-84D6-0DA1F241EEF1}" dt="2020-07-09T00:58:29.773" v="303" actId="20577"/>
          <ac:spMkLst>
            <pc:docMk/>
            <pc:sldMk cId="4099122483" sldId="257"/>
            <ac:spMk id="2" creationId="{80797C44-BBD0-4A67-A16E-1796651C5A29}"/>
          </ac:spMkLst>
        </pc:spChg>
        <pc:spChg chg="mod">
          <ac:chgData name="Ravi Sundaram" userId="a7df020c0a403423" providerId="LiveId" clId="{19513EB1-AC3E-4F61-84D6-0DA1F241EEF1}" dt="2020-07-06T06:00:55.560" v="175" actId="115"/>
          <ac:spMkLst>
            <pc:docMk/>
            <pc:sldMk cId="4099122483" sldId="257"/>
            <ac:spMk id="3" creationId="{0058199E-2156-4542-B134-D3536A98A899}"/>
          </ac:spMkLst>
        </pc:spChg>
      </pc:sldChg>
      <pc:sldChg chg="modSp">
        <pc:chgData name="Ravi Sundaram" userId="a7df020c0a403423" providerId="LiveId" clId="{19513EB1-AC3E-4F61-84D6-0DA1F241EEF1}" dt="2020-07-06T06:01:51.527" v="289" actId="20577"/>
        <pc:sldMkLst>
          <pc:docMk/>
          <pc:sldMk cId="3479009568" sldId="258"/>
        </pc:sldMkLst>
        <pc:spChg chg="mod">
          <ac:chgData name="Ravi Sundaram" userId="a7df020c0a403423" providerId="LiveId" clId="{19513EB1-AC3E-4F61-84D6-0DA1F241EEF1}" dt="2020-07-06T06:01:09.725" v="181" actId="20577"/>
          <ac:spMkLst>
            <pc:docMk/>
            <pc:sldMk cId="3479009568" sldId="258"/>
            <ac:spMk id="2" creationId="{5FA1FA58-59B8-4EFD-BF2B-069C457129B2}"/>
          </ac:spMkLst>
        </pc:spChg>
        <pc:spChg chg="mod">
          <ac:chgData name="Ravi Sundaram" userId="a7df020c0a403423" providerId="LiveId" clId="{19513EB1-AC3E-4F61-84D6-0DA1F241EEF1}" dt="2020-07-06T06:01:51.527" v="28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19513EB1-AC3E-4F61-84D6-0DA1F241EEF1}" dt="2020-07-06T05:58:14.600" v="103" actId="2696"/>
        <pc:sldMkLst>
          <pc:docMk/>
          <pc:sldMk cId="2070658356" sldId="259"/>
        </pc:sldMkLst>
      </pc:sldChg>
      <pc:sldChg chg="del">
        <pc:chgData name="Ravi Sundaram" userId="a7df020c0a403423" providerId="LiveId" clId="{19513EB1-AC3E-4F61-84D6-0DA1F241EEF1}" dt="2020-07-06T05:58:14.740" v="115" actId="2696"/>
        <pc:sldMkLst>
          <pc:docMk/>
          <pc:sldMk cId="585050186" sldId="260"/>
        </pc:sldMkLst>
      </pc:sldChg>
      <pc:sldChg chg="del">
        <pc:chgData name="Ravi Sundaram" userId="a7df020c0a403423" providerId="LiveId" clId="{19513EB1-AC3E-4F61-84D6-0DA1F241EEF1}" dt="2020-07-06T05:58:14.613" v="104" actId="2696"/>
        <pc:sldMkLst>
          <pc:docMk/>
          <pc:sldMk cId="3133888890" sldId="275"/>
        </pc:sldMkLst>
      </pc:sldChg>
      <pc:sldChg chg="del">
        <pc:chgData name="Ravi Sundaram" userId="a7df020c0a403423" providerId="LiveId" clId="{19513EB1-AC3E-4F61-84D6-0DA1F241EEF1}" dt="2020-07-06T05:58:14.624" v="105" actId="2696"/>
        <pc:sldMkLst>
          <pc:docMk/>
          <pc:sldMk cId="4279951466" sldId="276"/>
        </pc:sldMkLst>
      </pc:sldChg>
      <pc:sldChg chg="del">
        <pc:chgData name="Ravi Sundaram" userId="a7df020c0a403423" providerId="LiveId" clId="{19513EB1-AC3E-4F61-84D6-0DA1F241EEF1}" dt="2020-07-06T05:58:14.644" v="107" actId="2696"/>
        <pc:sldMkLst>
          <pc:docMk/>
          <pc:sldMk cId="827947371" sldId="277"/>
        </pc:sldMkLst>
      </pc:sldChg>
      <pc:sldChg chg="del">
        <pc:chgData name="Ravi Sundaram" userId="a7df020c0a403423" providerId="LiveId" clId="{19513EB1-AC3E-4F61-84D6-0DA1F241EEF1}" dt="2020-07-06T05:58:14.654" v="108" actId="2696"/>
        <pc:sldMkLst>
          <pc:docMk/>
          <pc:sldMk cId="1122615267" sldId="278"/>
        </pc:sldMkLst>
      </pc:sldChg>
      <pc:sldChg chg="del">
        <pc:chgData name="Ravi Sundaram" userId="a7df020c0a403423" providerId="LiveId" clId="{19513EB1-AC3E-4F61-84D6-0DA1F241EEF1}" dt="2020-07-06T05:58:14.664" v="109" actId="2696"/>
        <pc:sldMkLst>
          <pc:docMk/>
          <pc:sldMk cId="505879623" sldId="279"/>
        </pc:sldMkLst>
      </pc:sldChg>
      <pc:sldChg chg="del">
        <pc:chgData name="Ravi Sundaram" userId="a7df020c0a403423" providerId="LiveId" clId="{19513EB1-AC3E-4F61-84D6-0DA1F241EEF1}" dt="2020-07-06T05:58:14.675" v="110" actId="2696"/>
        <pc:sldMkLst>
          <pc:docMk/>
          <pc:sldMk cId="853875631" sldId="280"/>
        </pc:sldMkLst>
      </pc:sldChg>
      <pc:sldChg chg="del">
        <pc:chgData name="Ravi Sundaram" userId="a7df020c0a403423" providerId="LiveId" clId="{19513EB1-AC3E-4F61-84D6-0DA1F241EEF1}" dt="2020-07-06T05:58:14.634" v="106" actId="2696"/>
        <pc:sldMkLst>
          <pc:docMk/>
          <pc:sldMk cId="4033978330" sldId="281"/>
        </pc:sldMkLst>
      </pc:sldChg>
      <pc:sldChg chg="del">
        <pc:chgData name="Ravi Sundaram" userId="a7df020c0a403423" providerId="LiveId" clId="{19513EB1-AC3E-4F61-84D6-0DA1F241EEF1}" dt="2020-07-06T05:58:14.683" v="111" actId="2696"/>
        <pc:sldMkLst>
          <pc:docMk/>
          <pc:sldMk cId="2642526880" sldId="282"/>
        </pc:sldMkLst>
      </pc:sldChg>
      <pc:sldChg chg="del">
        <pc:chgData name="Ravi Sundaram" userId="a7df020c0a403423" providerId="LiveId" clId="{19513EB1-AC3E-4F61-84D6-0DA1F241EEF1}" dt="2020-07-06T05:58:14.694" v="112" actId="2696"/>
        <pc:sldMkLst>
          <pc:docMk/>
          <pc:sldMk cId="3660344932" sldId="283"/>
        </pc:sldMkLst>
      </pc:sldChg>
      <pc:sldChg chg="del">
        <pc:chgData name="Ravi Sundaram" userId="a7df020c0a403423" providerId="LiveId" clId="{19513EB1-AC3E-4F61-84D6-0DA1F241EEF1}" dt="2020-07-06T05:58:14.727" v="114" actId="2696"/>
        <pc:sldMkLst>
          <pc:docMk/>
          <pc:sldMk cId="3159837357" sldId="284"/>
        </pc:sldMkLst>
      </pc:sldChg>
      <pc:sldChg chg="del">
        <pc:chgData name="Ravi Sundaram" userId="a7df020c0a403423" providerId="LiveId" clId="{19513EB1-AC3E-4F61-84D6-0DA1F241EEF1}" dt="2020-07-06T05:58:14.706" v="113" actId="2696"/>
        <pc:sldMkLst>
          <pc:docMk/>
          <pc:sldMk cId="3661700666" sldId="285"/>
        </pc:sldMkLst>
      </pc:sldChg>
      <pc:sldChg chg="del">
        <pc:chgData name="Ravi Sundaram" userId="a7df020c0a403423" providerId="LiveId" clId="{19513EB1-AC3E-4F61-84D6-0DA1F241EEF1}" dt="2020-07-06T05:58:14.748" v="116" actId="2696"/>
        <pc:sldMkLst>
          <pc:docMk/>
          <pc:sldMk cId="4011775224" sldId="286"/>
        </pc:sldMkLst>
      </pc:sldChg>
      <pc:sldChg chg="del">
        <pc:chgData name="Ravi Sundaram" userId="a7df020c0a403423" providerId="LiveId" clId="{19513EB1-AC3E-4F61-84D6-0DA1F241EEF1}" dt="2020-07-06T05:58:14.765" v="117" actId="2696"/>
        <pc:sldMkLst>
          <pc:docMk/>
          <pc:sldMk cId="0" sldId="287"/>
        </pc:sldMkLst>
      </pc:sldChg>
      <pc:sldChg chg="del">
        <pc:chgData name="Ravi Sundaram" userId="a7df020c0a403423" providerId="LiveId" clId="{19513EB1-AC3E-4F61-84D6-0DA1F241EEF1}" dt="2020-07-06T05:58:14.791" v="118" actId="2696"/>
        <pc:sldMkLst>
          <pc:docMk/>
          <pc:sldMk cId="0" sldId="288"/>
        </pc:sldMkLst>
      </pc:sldChg>
      <pc:sldChg chg="del">
        <pc:chgData name="Ravi Sundaram" userId="a7df020c0a403423" providerId="LiveId" clId="{19513EB1-AC3E-4F61-84D6-0DA1F241EEF1}" dt="2020-07-06T05:58:14.809" v="119" actId="2696"/>
        <pc:sldMkLst>
          <pc:docMk/>
          <pc:sldMk cId="0" sldId="289"/>
        </pc:sldMkLst>
      </pc:sldChg>
      <pc:sldChg chg="del">
        <pc:chgData name="Ravi Sundaram" userId="a7df020c0a403423" providerId="LiveId" clId="{19513EB1-AC3E-4F61-84D6-0DA1F241EEF1}" dt="2020-07-06T05:58:14.818" v="121" actId="2696"/>
        <pc:sldMkLst>
          <pc:docMk/>
          <pc:sldMk cId="1548377129" sldId="290"/>
        </pc:sldMkLst>
      </pc:sldChg>
      <pc:sldChg chg="modSp del modNotesTx">
        <pc:chgData name="Ravi Sundaram" userId="a7df020c0a403423" providerId="LiveId" clId="{19513EB1-AC3E-4F61-84D6-0DA1F241EEF1}" dt="2020-07-09T02:06:51.123" v="949" actId="2696"/>
        <pc:sldMkLst>
          <pc:docMk/>
          <pc:sldMk cId="1873237354" sldId="291"/>
        </pc:sldMkLst>
        <pc:spChg chg="mod">
          <ac:chgData name="Ravi Sundaram" userId="a7df020c0a403423" providerId="LiveId" clId="{19513EB1-AC3E-4F61-84D6-0DA1F241EEF1}" dt="2020-07-09T01:50:18.851" v="738" actId="20577"/>
          <ac:spMkLst>
            <pc:docMk/>
            <pc:sldMk cId="1873237354" sldId="291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1:46:36.426" v="590" actId="20577"/>
        <pc:sldMkLst>
          <pc:docMk/>
          <pc:sldMk cId="2522838261" sldId="292"/>
        </pc:sldMkLst>
        <pc:spChg chg="mod">
          <ac:chgData name="Ravi Sundaram" userId="a7df020c0a403423" providerId="LiveId" clId="{19513EB1-AC3E-4F61-84D6-0DA1F241EEF1}" dt="2020-07-09T01:46:36.426" v="590" actId="20577"/>
          <ac:spMkLst>
            <pc:docMk/>
            <pc:sldMk cId="2522838261" sldId="292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6:50.138" v="621" actId="20577"/>
        <pc:sldMkLst>
          <pc:docMk/>
          <pc:sldMk cId="2602221767" sldId="293"/>
        </pc:sldMkLst>
        <pc:spChg chg="mod">
          <ac:chgData name="Ravi Sundaram" userId="a7df020c0a403423" providerId="LiveId" clId="{19513EB1-AC3E-4F61-84D6-0DA1F241EEF1}" dt="2020-07-09T01:46:50.138" v="621" actId="20577"/>
          <ac:spMkLst>
            <pc:docMk/>
            <pc:sldMk cId="2602221767" sldId="293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3:27.747" v="409" actId="20577"/>
        <pc:sldMkLst>
          <pc:docMk/>
          <pc:sldMk cId="2876685785" sldId="298"/>
        </pc:sldMkLst>
        <pc:spChg chg="mod">
          <ac:chgData name="Ravi Sundaram" userId="a7df020c0a403423" providerId="LiveId" clId="{19513EB1-AC3E-4F61-84D6-0DA1F241EEF1}" dt="2020-07-09T01:43:27.747" v="409" actId="20577"/>
          <ac:spMkLst>
            <pc:docMk/>
            <pc:sldMk cId="2876685785" sldId="298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7:54.766" v="642" actId="12"/>
        <pc:sldMkLst>
          <pc:docMk/>
          <pc:sldMk cId="2572948063" sldId="301"/>
        </pc:sldMkLst>
        <pc:spChg chg="mod">
          <ac:chgData name="Ravi Sundaram" userId="a7df020c0a403423" providerId="LiveId" clId="{19513EB1-AC3E-4F61-84D6-0DA1F241EEF1}" dt="2020-07-09T01:47:54.766" v="642" actId="12"/>
          <ac:spMkLst>
            <pc:docMk/>
            <pc:sldMk cId="2572948063" sldId="301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2:05:09.318" v="903" actId="20577"/>
        <pc:sldMkLst>
          <pc:docMk/>
          <pc:sldMk cId="1309514103" sldId="302"/>
        </pc:sldMkLst>
        <pc:spChg chg="mod">
          <ac:chgData name="Ravi Sundaram" userId="a7df020c0a403423" providerId="LiveId" clId="{19513EB1-AC3E-4F61-84D6-0DA1F241EEF1}" dt="2020-07-09T02:05:09.318" v="903" actId="20577"/>
          <ac:spMkLst>
            <pc:docMk/>
            <pc:sldMk cId="1309514103" sldId="302"/>
            <ac:spMk id="3" creationId="{2D4E71CA-3D64-48C3-A1BF-F506485AB5D0}"/>
          </ac:spMkLst>
        </pc:spChg>
      </pc:sldChg>
      <pc:sldChg chg="modSp del">
        <pc:chgData name="Ravi Sundaram" userId="a7df020c0a403423" providerId="LiveId" clId="{19513EB1-AC3E-4F61-84D6-0DA1F241EEF1}" dt="2020-07-09T02:06:53.704" v="950" actId="2696"/>
        <pc:sldMkLst>
          <pc:docMk/>
          <pc:sldMk cId="78219466" sldId="303"/>
        </pc:sldMkLst>
        <pc:spChg chg="mod">
          <ac:chgData name="Ravi Sundaram" userId="a7df020c0a403423" providerId="LiveId" clId="{19513EB1-AC3E-4F61-84D6-0DA1F241EEF1}" dt="2020-07-09T01:50:32.986" v="739" actId="20577"/>
          <ac:spMkLst>
            <pc:docMk/>
            <pc:sldMk cId="78219466" sldId="303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2:06:04.739" v="947" actId="20577"/>
        <pc:sldMkLst>
          <pc:docMk/>
          <pc:sldMk cId="1768516238" sldId="304"/>
        </pc:sldMkLst>
        <pc:spChg chg="mod">
          <ac:chgData name="Ravi Sundaram" userId="a7df020c0a403423" providerId="LiveId" clId="{19513EB1-AC3E-4F61-84D6-0DA1F241EEF1}" dt="2020-07-09T02:05:38.263" v="945" actId="20577"/>
          <ac:spMkLst>
            <pc:docMk/>
            <pc:sldMk cId="1768516238" sldId="304"/>
            <ac:spMk id="2" creationId="{04F1C0EF-92F3-4DD3-9656-EC5DA238C7DD}"/>
          </ac:spMkLst>
        </pc:spChg>
        <pc:spChg chg="mod">
          <ac:chgData name="Ravi Sundaram" userId="a7df020c0a403423" providerId="LiveId" clId="{19513EB1-AC3E-4F61-84D6-0DA1F241EEF1}" dt="2020-07-09T02:06:04.739" v="947" actId="20577"/>
          <ac:spMkLst>
            <pc:docMk/>
            <pc:sldMk cId="1768516238" sldId="304"/>
            <ac:spMk id="3" creationId="{1C4EFA41-EDF3-4D89-812E-85BCE7B8A73E}"/>
          </ac:spMkLst>
        </pc:spChg>
      </pc:sldChg>
      <pc:sldMasterChg chg="delSldLayout">
        <pc:chgData name="Ravi Sundaram" userId="a7df020c0a403423" providerId="LiveId" clId="{19513EB1-AC3E-4F61-84D6-0DA1F241EEF1}" dt="2020-07-06T05:58:14.810" v="12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19513EB1-AC3E-4F61-84D6-0DA1F241EEF1}" dt="2020-07-06T05:58:14.810" v="120" actId="2696"/>
          <pc:sldLayoutMkLst>
            <pc:docMk/>
            <pc:sldMasterMk cId="2006853913" sldId="2147483648"/>
            <pc:sldLayoutMk cId="1015555657" sldId="2147483662"/>
          </pc:sldLayoutMkLst>
        </pc:sldLayoutChg>
      </pc:sldMasterChg>
    </pc:docChg>
  </pc:docChgLst>
  <pc:docChgLst>
    <pc:chgData name="Ravi Sundaram" userId="a7df020c0a403423" providerId="LiveId" clId="{B100C61C-D70C-4292-AE06-39CC4ACEB277}"/>
    <pc:docChg chg="delSld modSld">
      <pc:chgData name="Ravi Sundaram" userId="a7df020c0a403423" providerId="LiveId" clId="{B100C61C-D70C-4292-AE06-39CC4ACEB277}" dt="2020-07-10T02:36:54.904" v="69" actId="2696"/>
      <pc:docMkLst>
        <pc:docMk/>
      </pc:docMkLst>
      <pc:sldChg chg="modSp">
        <pc:chgData name="Ravi Sundaram" userId="a7df020c0a403423" providerId="LiveId" clId="{B100C61C-D70C-4292-AE06-39CC4ACEB277}" dt="2020-07-10T02:34:52.528" v="61" actId="20577"/>
        <pc:sldMkLst>
          <pc:docMk/>
          <pc:sldMk cId="4099122483" sldId="257"/>
        </pc:sldMkLst>
        <pc:spChg chg="mod">
          <ac:chgData name="Ravi Sundaram" userId="a7df020c0a403423" providerId="LiveId" clId="{B100C61C-D70C-4292-AE06-39CC4ACEB277}" dt="2020-07-10T02:34:52.528" v="61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del">
        <pc:chgData name="Ravi Sundaram" userId="a7df020c0a403423" providerId="LiveId" clId="{B100C61C-D70C-4292-AE06-39CC4ACEB277}" dt="2020-07-10T02:36:54.747" v="62" actId="2696"/>
        <pc:sldMkLst>
          <pc:docMk/>
          <pc:sldMk cId="2070658356" sldId="259"/>
        </pc:sldMkLst>
      </pc:sldChg>
      <pc:sldChg chg="del">
        <pc:chgData name="Ravi Sundaram" userId="a7df020c0a403423" providerId="LiveId" clId="{B100C61C-D70C-4292-AE06-39CC4ACEB277}" dt="2020-07-10T02:36:54.818" v="63" actId="2696"/>
        <pc:sldMkLst>
          <pc:docMk/>
          <pc:sldMk cId="202630305" sldId="306"/>
        </pc:sldMkLst>
      </pc:sldChg>
      <pc:sldChg chg="del">
        <pc:chgData name="Ravi Sundaram" userId="a7df020c0a403423" providerId="LiveId" clId="{B100C61C-D70C-4292-AE06-39CC4ACEB277}" dt="2020-07-10T02:36:54.830" v="64" actId="2696"/>
        <pc:sldMkLst>
          <pc:docMk/>
          <pc:sldMk cId="2506444983" sldId="307"/>
        </pc:sldMkLst>
      </pc:sldChg>
      <pc:sldChg chg="del">
        <pc:chgData name="Ravi Sundaram" userId="a7df020c0a403423" providerId="LiveId" clId="{B100C61C-D70C-4292-AE06-39CC4ACEB277}" dt="2020-07-10T02:36:54.839" v="65" actId="2696"/>
        <pc:sldMkLst>
          <pc:docMk/>
          <pc:sldMk cId="2965344762" sldId="308"/>
        </pc:sldMkLst>
      </pc:sldChg>
      <pc:sldChg chg="del">
        <pc:chgData name="Ravi Sundaram" userId="a7df020c0a403423" providerId="LiveId" clId="{B100C61C-D70C-4292-AE06-39CC4ACEB277}" dt="2020-07-10T02:36:54.850" v="66" actId="2696"/>
        <pc:sldMkLst>
          <pc:docMk/>
          <pc:sldMk cId="380021759" sldId="309"/>
        </pc:sldMkLst>
      </pc:sldChg>
      <pc:sldChg chg="del">
        <pc:chgData name="Ravi Sundaram" userId="a7df020c0a403423" providerId="LiveId" clId="{B100C61C-D70C-4292-AE06-39CC4ACEB277}" dt="2020-07-10T02:36:54.857" v="67" actId="2696"/>
        <pc:sldMkLst>
          <pc:docMk/>
          <pc:sldMk cId="2211901668" sldId="310"/>
        </pc:sldMkLst>
      </pc:sldChg>
      <pc:sldChg chg="del">
        <pc:chgData name="Ravi Sundaram" userId="a7df020c0a403423" providerId="LiveId" clId="{B100C61C-D70C-4292-AE06-39CC4ACEB277}" dt="2020-07-10T02:36:54.870" v="68" actId="2696"/>
        <pc:sldMkLst>
          <pc:docMk/>
          <pc:sldMk cId="335736984" sldId="311"/>
        </pc:sldMkLst>
      </pc:sldChg>
      <pc:sldChg chg="del">
        <pc:chgData name="Ravi Sundaram" userId="a7df020c0a403423" providerId="LiveId" clId="{B100C61C-D70C-4292-AE06-39CC4ACEB277}" dt="2020-07-10T02:36:54.904" v="69" actId="2696"/>
        <pc:sldMkLst>
          <pc:docMk/>
          <pc:sldMk cId="3625756718" sldId="312"/>
        </pc:sldMkLst>
      </pc:sldChg>
    </pc:docChg>
  </pc:docChgLst>
  <pc:docChgLst>
    <pc:chgData name="Ravi Sundaram" userId="a7df020c0a403423" providerId="LiveId" clId="{A3205A6B-5B88-44CF-B0E8-9B2C4FA1C9B1}"/>
    <pc:docChg chg="undo custSel addSld delSld modSld sldOrd">
      <pc:chgData name="Ravi Sundaram" userId="a7df020c0a403423" providerId="LiveId" clId="{A3205A6B-5B88-44CF-B0E8-9B2C4FA1C9B1}" dt="2020-07-13T06:25:55.834" v="864"/>
      <pc:docMkLst>
        <pc:docMk/>
      </pc:docMkLst>
      <pc:sldChg chg="modSp">
        <pc:chgData name="Ravi Sundaram" userId="a7df020c0a403423" providerId="LiveId" clId="{A3205A6B-5B88-44CF-B0E8-9B2C4FA1C9B1}" dt="2020-07-10T02:39:15.916" v="26" actId="20577"/>
        <pc:sldMkLst>
          <pc:docMk/>
          <pc:sldMk cId="4099122483" sldId="257"/>
        </pc:sldMkLst>
        <pc:spChg chg="mod">
          <ac:chgData name="Ravi Sundaram" userId="a7df020c0a403423" providerId="LiveId" clId="{A3205A6B-5B88-44CF-B0E8-9B2C4FA1C9B1}" dt="2020-07-10T02:39:15.916" v="26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A3205A6B-5B88-44CF-B0E8-9B2C4FA1C9B1}" dt="2020-07-12T06:11:25.918" v="859" actId="20577"/>
        <pc:sldMkLst>
          <pc:docMk/>
          <pc:sldMk cId="3479009568" sldId="258"/>
        </pc:sldMkLst>
        <pc:spChg chg="mod">
          <ac:chgData name="Ravi Sundaram" userId="a7df020c0a403423" providerId="LiveId" clId="{A3205A6B-5B88-44CF-B0E8-9B2C4FA1C9B1}" dt="2020-07-12T06:11:25.918" v="85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 del">
        <pc:chgData name="Ravi Sundaram" userId="a7df020c0a403423" providerId="LiveId" clId="{A3205A6B-5B88-44CF-B0E8-9B2C4FA1C9B1}" dt="2020-07-10T04:25:38.548" v="525" actId="2696"/>
        <pc:sldMkLst>
          <pc:docMk/>
          <pc:sldMk cId="0" sldId="279"/>
        </pc:sldMkLst>
        <pc:spChg chg="mod">
          <ac:chgData name="Ravi Sundaram" userId="a7df020c0a403423" providerId="LiveId" clId="{A3205A6B-5B88-44CF-B0E8-9B2C4FA1C9B1}" dt="2020-07-10T03:57:40.368" v="224" actId="20577"/>
          <ac:spMkLst>
            <pc:docMk/>
            <pc:sldMk cId="0" sldId="279"/>
            <ac:spMk id="84994" creationId="{F38F767E-A31D-4484-8FD3-B8483F9037CD}"/>
          </ac:spMkLst>
        </pc:spChg>
        <pc:spChg chg="mod">
          <ac:chgData name="Ravi Sundaram" userId="a7df020c0a403423" providerId="LiveId" clId="{A3205A6B-5B88-44CF-B0E8-9B2C4FA1C9B1}" dt="2020-07-10T03:57:55.275" v="225" actId="255"/>
          <ac:spMkLst>
            <pc:docMk/>
            <pc:sldMk cId="0" sldId="279"/>
            <ac:spMk id="84995" creationId="{B6436439-292D-4E21-B532-1398341180C8}"/>
          </ac:spMkLst>
        </pc:spChg>
      </pc:sldChg>
      <pc:sldChg chg="modSp add modAnim">
        <pc:chgData name="Ravi Sundaram" userId="a7df020c0a403423" providerId="LiveId" clId="{A3205A6B-5B88-44CF-B0E8-9B2C4FA1C9B1}" dt="2020-07-12T06:09:32.289" v="842"/>
        <pc:sldMkLst>
          <pc:docMk/>
          <pc:sldMk cId="0" sldId="280"/>
        </pc:sldMkLst>
        <pc:spChg chg="mod">
          <ac:chgData name="Ravi Sundaram" userId="a7df020c0a403423" providerId="LiveId" clId="{A3205A6B-5B88-44CF-B0E8-9B2C4FA1C9B1}" dt="2020-07-10T04:09:59.777" v="343" actId="255"/>
          <ac:spMkLst>
            <pc:docMk/>
            <pc:sldMk cId="0" sldId="280"/>
            <ac:spMk id="86019" creationId="{71519342-BB7C-4673-85FC-F667DBB4A7A9}"/>
          </ac:spMkLst>
        </pc:spChg>
      </pc:sldChg>
      <pc:sldChg chg="modSp add">
        <pc:chgData name="Ravi Sundaram" userId="a7df020c0a403423" providerId="LiveId" clId="{A3205A6B-5B88-44CF-B0E8-9B2C4FA1C9B1}" dt="2020-07-10T04:32:36.660" v="558" actId="255"/>
        <pc:sldMkLst>
          <pc:docMk/>
          <pc:sldMk cId="0" sldId="281"/>
        </pc:sldMkLst>
        <pc:spChg chg="mod">
          <ac:chgData name="Ravi Sundaram" userId="a7df020c0a403423" providerId="LiveId" clId="{A3205A6B-5B88-44CF-B0E8-9B2C4FA1C9B1}" dt="2020-07-10T04:32:36.660" v="558" actId="255"/>
          <ac:spMkLst>
            <pc:docMk/>
            <pc:sldMk cId="0" sldId="281"/>
            <ac:spMk id="87043" creationId="{0DF0CBB8-57EA-4CDE-B910-0D4DAB2A9C4B}"/>
          </ac:spMkLst>
        </pc:spChg>
      </pc:sldChg>
      <pc:sldChg chg="modSp add">
        <pc:chgData name="Ravi Sundaram" userId="a7df020c0a403423" providerId="LiveId" clId="{A3205A6B-5B88-44CF-B0E8-9B2C4FA1C9B1}" dt="2020-07-12T06:10:27.651" v="846" actId="207"/>
        <pc:sldMkLst>
          <pc:docMk/>
          <pc:sldMk cId="0" sldId="282"/>
        </pc:sldMkLst>
        <pc:spChg chg="mod">
          <ac:chgData name="Ravi Sundaram" userId="a7df020c0a403423" providerId="LiveId" clId="{A3205A6B-5B88-44CF-B0E8-9B2C4FA1C9B1}" dt="2020-07-12T06:10:19.694" v="845" actId="207"/>
          <ac:spMkLst>
            <pc:docMk/>
            <pc:sldMk cId="0" sldId="282"/>
            <ac:spMk id="88068" creationId="{5C8F5BA4-1CBA-4A01-BB6D-AB46BBEA66CD}"/>
          </ac:spMkLst>
        </pc:spChg>
        <pc:spChg chg="mod">
          <ac:chgData name="Ravi Sundaram" userId="a7df020c0a403423" providerId="LiveId" clId="{A3205A6B-5B88-44CF-B0E8-9B2C4FA1C9B1}" dt="2020-07-12T06:10:27.651" v="846" actId="207"/>
          <ac:spMkLst>
            <pc:docMk/>
            <pc:sldMk cId="0" sldId="282"/>
            <ac:spMk id="88069" creationId="{4514AE18-137D-4C76-9E81-A28708A11ABE}"/>
          </ac:spMkLst>
        </pc:spChg>
      </pc:sldChg>
      <pc:sldChg chg="modSp add">
        <pc:chgData name="Ravi Sundaram" userId="a7df020c0a403423" providerId="LiveId" clId="{A3205A6B-5B88-44CF-B0E8-9B2C4FA1C9B1}" dt="2020-07-12T06:11:16.281" v="850" actId="207"/>
        <pc:sldMkLst>
          <pc:docMk/>
          <pc:sldMk cId="0" sldId="283"/>
        </pc:sldMkLst>
        <pc:spChg chg="mod">
          <ac:chgData name="Ravi Sundaram" userId="a7df020c0a403423" providerId="LiveId" clId="{A3205A6B-5B88-44CF-B0E8-9B2C4FA1C9B1}" dt="2020-07-12T06:11:11.963" v="849" actId="207"/>
          <ac:spMkLst>
            <pc:docMk/>
            <pc:sldMk cId="0" sldId="283"/>
            <ac:spMk id="89092" creationId="{3DE058D1-2E8F-4116-8354-5FCEB77A8179}"/>
          </ac:spMkLst>
        </pc:spChg>
        <pc:spChg chg="mod">
          <ac:chgData name="Ravi Sundaram" userId="a7df020c0a403423" providerId="LiveId" clId="{A3205A6B-5B88-44CF-B0E8-9B2C4FA1C9B1}" dt="2020-07-12T06:11:16.281" v="850" actId="207"/>
          <ac:spMkLst>
            <pc:docMk/>
            <pc:sldMk cId="0" sldId="283"/>
            <ac:spMk id="89093" creationId="{A804AB8C-A02B-4DB0-86E1-31A78FD212D7}"/>
          </ac:spMkLst>
        </pc:spChg>
      </pc:sldChg>
      <pc:sldChg chg="modSp add del">
        <pc:chgData name="Ravi Sundaram" userId="a7df020c0a403423" providerId="LiveId" clId="{A3205A6B-5B88-44CF-B0E8-9B2C4FA1C9B1}" dt="2020-07-10T04:27:54.933" v="538" actId="2696"/>
        <pc:sldMkLst>
          <pc:docMk/>
          <pc:sldMk cId="0" sldId="286"/>
        </pc:sldMkLst>
        <pc:spChg chg="mod">
          <ac:chgData name="Ravi Sundaram" userId="a7df020c0a403423" providerId="LiveId" clId="{A3205A6B-5B88-44CF-B0E8-9B2C4FA1C9B1}" dt="2020-07-10T04:26:38.322" v="530" actId="692"/>
          <ac:spMkLst>
            <pc:docMk/>
            <pc:sldMk cId="0" sldId="286"/>
            <ac:spMk id="92202" creationId="{47691944-1993-4FB6-8738-9F79015B280A}"/>
          </ac:spMkLst>
        </pc:spChg>
      </pc:sldChg>
      <pc:sldChg chg="add del">
        <pc:chgData name="Ravi Sundaram" userId="a7df020c0a403423" providerId="LiveId" clId="{A3205A6B-5B88-44CF-B0E8-9B2C4FA1C9B1}" dt="2020-07-12T06:09:51.135" v="844" actId="2696"/>
        <pc:sldMkLst>
          <pc:docMk/>
          <pc:sldMk cId="0" sldId="287"/>
        </pc:sldMkLst>
      </pc:sldChg>
      <pc:sldChg chg="add del">
        <pc:chgData name="Ravi Sundaram" userId="a7df020c0a403423" providerId="LiveId" clId="{A3205A6B-5B88-44CF-B0E8-9B2C4FA1C9B1}" dt="2020-07-10T04:32:50.217" v="559" actId="2696"/>
        <pc:sldMkLst>
          <pc:docMk/>
          <pc:sldMk cId="0" sldId="288"/>
        </pc:sldMkLst>
      </pc:sldChg>
      <pc:sldChg chg="del">
        <pc:chgData name="Ravi Sundaram" userId="a7df020c0a403423" providerId="LiveId" clId="{A3205A6B-5B88-44CF-B0E8-9B2C4FA1C9B1}" dt="2020-07-10T04:36:44.311" v="653" actId="2696"/>
        <pc:sldMkLst>
          <pc:docMk/>
          <pc:sldMk cId="3455594306" sldId="305"/>
        </pc:sldMkLst>
      </pc:sldChg>
      <pc:sldChg chg="addSp delSp modSp add modAnim">
        <pc:chgData name="Ravi Sundaram" userId="a7df020c0a403423" providerId="LiveId" clId="{A3205A6B-5B88-44CF-B0E8-9B2C4FA1C9B1}" dt="2020-07-12T06:09:26.032" v="841"/>
        <pc:sldMkLst>
          <pc:docMk/>
          <pc:sldMk cId="0" sldId="313"/>
        </pc:sldMkLst>
        <pc:spChg chg="del mod">
          <ac:chgData name="Ravi Sundaram" userId="a7df020c0a403423" providerId="LiveId" clId="{A3205A6B-5B88-44CF-B0E8-9B2C4FA1C9B1}" dt="2020-07-10T04:03:05.972" v="307" actId="478"/>
          <ac:spMkLst>
            <pc:docMk/>
            <pc:sldMk cId="0" sldId="313"/>
            <ac:spMk id="41" creationId="{7E3D0BEF-C97C-4775-B823-356D1ACF0F74}"/>
          </ac:spMkLst>
        </pc:spChg>
        <pc:spChg chg="mod">
          <ac:chgData name="Ravi Sundaram" userId="a7df020c0a403423" providerId="LiveId" clId="{A3205A6B-5B88-44CF-B0E8-9B2C4FA1C9B1}" dt="2020-07-10T04:05:21.482" v="328" actId="20577"/>
          <ac:spMkLst>
            <pc:docMk/>
            <pc:sldMk cId="0" sldId="313"/>
            <ac:spMk id="91140" creationId="{D1CCDA7D-6610-4F94-AEA6-ADB64460B00C}"/>
          </ac:spMkLst>
        </pc:spChg>
        <pc:spChg chg="mod">
          <ac:chgData name="Ravi Sundaram" userId="a7df020c0a403423" providerId="LiveId" clId="{A3205A6B-5B88-44CF-B0E8-9B2C4FA1C9B1}" dt="2020-07-10T04:06:36.678" v="336" actId="255"/>
          <ac:spMkLst>
            <pc:docMk/>
            <pc:sldMk cId="0" sldId="313"/>
            <ac:spMk id="91150" creationId="{85475890-650D-4274-8BA9-2E348603952A}"/>
          </ac:spMkLst>
        </pc:spChg>
        <pc:spChg chg="mod">
          <ac:chgData name="Ravi Sundaram" userId="a7df020c0a403423" providerId="LiveId" clId="{A3205A6B-5B88-44CF-B0E8-9B2C4FA1C9B1}" dt="2020-07-10T04:06:51" v="338" actId="255"/>
          <ac:spMkLst>
            <pc:docMk/>
            <pc:sldMk cId="0" sldId="313"/>
            <ac:spMk id="91151" creationId="{69262BD0-6F5D-41F7-806D-5D4BEEADF968}"/>
          </ac:spMkLst>
        </pc:spChg>
        <pc:spChg chg="mod">
          <ac:chgData name="Ravi Sundaram" userId="a7df020c0a403423" providerId="LiveId" clId="{A3205A6B-5B88-44CF-B0E8-9B2C4FA1C9B1}" dt="2020-07-10T04:06:17.267" v="333" actId="255"/>
          <ac:spMkLst>
            <pc:docMk/>
            <pc:sldMk cId="0" sldId="313"/>
            <ac:spMk id="91152" creationId="{3F548C38-CB87-474A-B6F5-35D142E5C0C2}"/>
          </ac:spMkLst>
        </pc:spChg>
        <pc:spChg chg="mod">
          <ac:chgData name="Ravi Sundaram" userId="a7df020c0a403423" providerId="LiveId" clId="{A3205A6B-5B88-44CF-B0E8-9B2C4FA1C9B1}" dt="2020-07-12T06:07:46.837" v="837" actId="255"/>
          <ac:spMkLst>
            <pc:docMk/>
            <pc:sldMk cId="0" sldId="313"/>
            <ac:spMk id="91154" creationId="{8AC52872-8CD1-4DD1-B678-39F79E2EC9BE}"/>
          </ac:spMkLst>
        </pc:spChg>
        <pc:spChg chg="mod">
          <ac:chgData name="Ravi Sundaram" userId="a7df020c0a403423" providerId="LiveId" clId="{A3205A6B-5B88-44CF-B0E8-9B2C4FA1C9B1}" dt="2020-07-10T04:06:43.583" v="337" actId="255"/>
          <ac:spMkLst>
            <pc:docMk/>
            <pc:sldMk cId="0" sldId="313"/>
            <ac:spMk id="91156" creationId="{3E6CB492-E565-4723-B9FA-23A1E914418A}"/>
          </ac:spMkLst>
        </pc:spChg>
        <pc:spChg chg="mod">
          <ac:chgData name="Ravi Sundaram" userId="a7df020c0a403423" providerId="LiveId" clId="{A3205A6B-5B88-44CF-B0E8-9B2C4FA1C9B1}" dt="2020-07-10T04:07:14.471" v="340" actId="255"/>
          <ac:spMkLst>
            <pc:docMk/>
            <pc:sldMk cId="0" sldId="313"/>
            <ac:spMk id="91161" creationId="{B12C242C-DDB3-44A4-BC9B-35991BD2344E}"/>
          </ac:spMkLst>
        </pc:spChg>
        <pc:spChg chg="mod">
          <ac:chgData name="Ravi Sundaram" userId="a7df020c0a403423" providerId="LiveId" clId="{A3205A6B-5B88-44CF-B0E8-9B2C4FA1C9B1}" dt="2020-07-10T04:06:29.882" v="335" actId="255"/>
          <ac:spMkLst>
            <pc:docMk/>
            <pc:sldMk cId="0" sldId="313"/>
            <ac:spMk id="91162" creationId="{C4122225-42E0-4316-8387-692EFDAE2E06}"/>
          </ac:spMkLst>
        </pc:spChg>
        <pc:spChg chg="mod">
          <ac:chgData name="Ravi Sundaram" userId="a7df020c0a403423" providerId="LiveId" clId="{A3205A6B-5B88-44CF-B0E8-9B2C4FA1C9B1}" dt="2020-07-10T04:06:23.805" v="334" actId="255"/>
          <ac:spMkLst>
            <pc:docMk/>
            <pc:sldMk cId="0" sldId="313"/>
            <ac:spMk id="91163" creationId="{3DBE8A13-08C8-4F8F-86D0-221A1F7A3219}"/>
          </ac:spMkLst>
        </pc:spChg>
        <pc:spChg chg="mod">
          <ac:chgData name="Ravi Sundaram" userId="a7df020c0a403423" providerId="LiveId" clId="{A3205A6B-5B88-44CF-B0E8-9B2C4FA1C9B1}" dt="2020-07-10T04:06:57.103" v="339" actId="255"/>
          <ac:spMkLst>
            <pc:docMk/>
            <pc:sldMk cId="0" sldId="313"/>
            <ac:spMk id="91164" creationId="{F5B3E610-06D1-495D-88B2-6FE6992ACB77}"/>
          </ac:spMkLst>
        </pc:spChg>
        <pc:spChg chg="mod">
          <ac:chgData name="Ravi Sundaram" userId="a7df020c0a403423" providerId="LiveId" clId="{A3205A6B-5B88-44CF-B0E8-9B2C4FA1C9B1}" dt="2020-07-10T04:07:23.909" v="341" actId="255"/>
          <ac:spMkLst>
            <pc:docMk/>
            <pc:sldMk cId="0" sldId="313"/>
            <ac:spMk id="91168" creationId="{B3C91DB1-D5B5-4530-8F30-0EDA80888827}"/>
          </ac:spMkLst>
        </pc:spChg>
        <pc:spChg chg="mod topLvl">
          <ac:chgData name="Ravi Sundaram" userId="a7df020c0a403423" providerId="LiveId" clId="{A3205A6B-5B88-44CF-B0E8-9B2C4FA1C9B1}" dt="2020-07-10T04:03:29.492" v="310" actId="165"/>
          <ac:spMkLst>
            <pc:docMk/>
            <pc:sldMk cId="0" sldId="313"/>
            <ac:spMk id="91171" creationId="{AC77DC59-F127-4267-8613-866348745F38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3" creationId="{38316DA9-E67E-40AE-95D8-DE5B7AF682DD}"/>
          </ac:spMkLst>
        </pc:spChg>
        <pc:spChg chg="mod topLvl">
          <ac:chgData name="Ravi Sundaram" userId="a7df020c0a403423" providerId="LiveId" clId="{A3205A6B-5B88-44CF-B0E8-9B2C4FA1C9B1}" dt="2020-07-10T04:05:43.066" v="329" actId="255"/>
          <ac:spMkLst>
            <pc:docMk/>
            <pc:sldMk cId="0" sldId="313"/>
            <ac:spMk id="91174" creationId="{470FF807-BB45-4703-A935-D036CB96CE3E}"/>
          </ac:spMkLst>
        </pc:spChg>
        <pc:spChg chg="mod topLvl">
          <ac:chgData name="Ravi Sundaram" userId="a7df020c0a403423" providerId="LiveId" clId="{A3205A6B-5B88-44CF-B0E8-9B2C4FA1C9B1}" dt="2020-07-10T04:05:54.559" v="330" actId="255"/>
          <ac:spMkLst>
            <pc:docMk/>
            <pc:sldMk cId="0" sldId="313"/>
            <ac:spMk id="91175" creationId="{256F9B19-B16C-4757-A931-33C86C669341}"/>
          </ac:spMkLst>
        </pc:spChg>
        <pc:spChg chg="mod topLvl">
          <ac:chgData name="Ravi Sundaram" userId="a7df020c0a403423" providerId="LiveId" clId="{A3205A6B-5B88-44CF-B0E8-9B2C4FA1C9B1}" dt="2020-07-10T04:06:01.226" v="331" actId="255"/>
          <ac:spMkLst>
            <pc:docMk/>
            <pc:sldMk cId="0" sldId="313"/>
            <ac:spMk id="91176" creationId="{6FB11260-61D6-4DD3-98EA-5E4EF5AF49A2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7" creationId="{65E02D0A-22C5-4AB8-91EB-F898C7536E2A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8" creationId="{D390F98E-AC18-4C9D-9264-E997ED0F3D65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9" creationId="{499A07C9-E487-4205-BE56-094980FA9056}"/>
          </ac:spMkLst>
        </pc:spChg>
        <pc:spChg chg="mod topLvl">
          <ac:chgData name="Ravi Sundaram" userId="a7df020c0a403423" providerId="LiveId" clId="{A3205A6B-5B88-44CF-B0E8-9B2C4FA1C9B1}" dt="2020-07-10T04:06:08.779" v="332" actId="255"/>
          <ac:spMkLst>
            <pc:docMk/>
            <pc:sldMk cId="0" sldId="313"/>
            <ac:spMk id="91180" creationId="{E3C06BDD-3BA9-4308-B082-FAC90557F640}"/>
          </ac:spMkLst>
        </pc:spChg>
        <pc:spChg chg="mod topLvl">
          <ac:chgData name="Ravi Sundaram" userId="a7df020c0a403423" providerId="LiveId" clId="{A3205A6B-5B88-44CF-B0E8-9B2C4FA1C9B1}" dt="2020-07-10T04:03:52.575" v="314" actId="692"/>
          <ac:spMkLst>
            <pc:docMk/>
            <pc:sldMk cId="0" sldId="313"/>
            <ac:spMk id="91184" creationId="{D0922068-ACF5-4275-826B-AFAA4BE786BF}"/>
          </ac:spMkLst>
        </pc:spChg>
        <pc:grpChg chg="del">
          <ac:chgData name="Ravi Sundaram" userId="a7df020c0a403423" providerId="LiveId" clId="{A3205A6B-5B88-44CF-B0E8-9B2C4FA1C9B1}" dt="2020-07-10T04:05:06.726" v="315" actId="165"/>
          <ac:grpSpMkLst>
            <pc:docMk/>
            <pc:sldMk cId="0" sldId="313"/>
            <ac:grpSpMk id="91182" creationId="{B577FB4A-5608-461A-85B0-E684794D379C}"/>
          </ac:grpSpMkLst>
        </pc:grpChg>
        <pc:grpChg chg="add del mod">
          <ac:chgData name="Ravi Sundaram" userId="a7df020c0a403423" providerId="LiveId" clId="{A3205A6B-5B88-44CF-B0E8-9B2C4FA1C9B1}" dt="2020-07-10T04:03:29.492" v="310" actId="165"/>
          <ac:grpSpMkLst>
            <pc:docMk/>
            <pc:sldMk cId="0" sldId="313"/>
            <ac:grpSpMk id="91185" creationId="{DC868EC7-1005-44E2-B383-FDF3716820AF}"/>
          </ac:grpSpMkLst>
        </pc:grpChg>
      </pc:sldChg>
      <pc:sldChg chg="modSp add ord modAnim">
        <pc:chgData name="Ravi Sundaram" userId="a7df020c0a403423" providerId="LiveId" clId="{A3205A6B-5B88-44CF-B0E8-9B2C4FA1C9B1}" dt="2020-07-13T05:59:47.233" v="862"/>
        <pc:sldMkLst>
          <pc:docMk/>
          <pc:sldMk cId="0" sldId="345"/>
        </pc:sldMkLst>
        <pc:spChg chg="mod">
          <ac:chgData name="Ravi Sundaram" userId="a7df020c0a403423" providerId="LiveId" clId="{A3205A6B-5B88-44CF-B0E8-9B2C4FA1C9B1}" dt="2020-07-10T04:32:27.153" v="557" actId="255"/>
          <ac:spMkLst>
            <pc:docMk/>
            <pc:sldMk cId="0" sldId="345"/>
            <ac:spMk id="154627" creationId="{0DDBE1BD-F48C-4371-A503-EF0495395976}"/>
          </ac:spMkLst>
        </pc:spChg>
      </pc:sldChg>
      <pc:sldChg chg="modSp add modAnim">
        <pc:chgData name="Ravi Sundaram" userId="a7df020c0a403423" providerId="LiveId" clId="{A3205A6B-5B88-44CF-B0E8-9B2C4FA1C9B1}" dt="2020-07-12T06:10:56.216" v="848"/>
        <pc:sldMkLst>
          <pc:docMk/>
          <pc:sldMk cId="4014147109" sldId="346"/>
        </pc:sldMkLst>
        <pc:spChg chg="mod">
          <ac:chgData name="Ravi Sundaram" userId="a7df020c0a403423" providerId="LiveId" clId="{A3205A6B-5B88-44CF-B0E8-9B2C4FA1C9B1}" dt="2020-07-10T04:38:58.882" v="834" actId="20577"/>
          <ac:spMkLst>
            <pc:docMk/>
            <pc:sldMk cId="4014147109" sldId="346"/>
            <ac:spMk id="3" creationId="{03364FEF-F44A-4071-922A-E51980E95FCC}"/>
          </ac:spMkLst>
        </pc:spChg>
      </pc:sldChg>
      <pc:sldChg chg="modSp add">
        <pc:chgData name="Ravi Sundaram" userId="a7df020c0a403423" providerId="LiveId" clId="{A3205A6B-5B88-44CF-B0E8-9B2C4FA1C9B1}" dt="2020-07-12T06:06:22.592" v="836" actId="113"/>
        <pc:sldMkLst>
          <pc:docMk/>
          <pc:sldMk cId="2059021238" sldId="347"/>
        </pc:sldMkLst>
        <pc:spChg chg="mod">
          <ac:chgData name="Ravi Sundaram" userId="a7df020c0a403423" providerId="LiveId" clId="{A3205A6B-5B88-44CF-B0E8-9B2C4FA1C9B1}" dt="2020-07-10T03:59:51.390" v="247" actId="20577"/>
          <ac:spMkLst>
            <pc:docMk/>
            <pc:sldMk cId="2059021238" sldId="347"/>
            <ac:spMk id="2" creationId="{5FA1FA58-59B8-4EFD-BF2B-069C457129B2}"/>
          </ac:spMkLst>
        </pc:spChg>
        <pc:spChg chg="mod">
          <ac:chgData name="Ravi Sundaram" userId="a7df020c0a403423" providerId="LiveId" clId="{A3205A6B-5B88-44CF-B0E8-9B2C4FA1C9B1}" dt="2020-07-12T06:06:22.592" v="836" actId="113"/>
          <ac:spMkLst>
            <pc:docMk/>
            <pc:sldMk cId="2059021238" sldId="347"/>
            <ac:spMk id="3" creationId="{03364FEF-F44A-4071-922A-E51980E95FCC}"/>
          </ac:spMkLst>
        </pc:spChg>
      </pc:sldChg>
      <pc:sldChg chg="addSp delSp modSp add del">
        <pc:chgData name="Ravi Sundaram" userId="a7df020c0a403423" providerId="LiveId" clId="{A3205A6B-5B88-44CF-B0E8-9B2C4FA1C9B1}" dt="2020-07-10T04:29:21.297" v="539" actId="2696"/>
        <pc:sldMkLst>
          <pc:docMk/>
          <pc:sldMk cId="615710415" sldId="348"/>
        </pc:sldMkLst>
        <pc:spChg chg="add">
          <ac:chgData name="Ravi Sundaram" userId="a7df020c0a403423" providerId="LiveId" clId="{A3205A6B-5B88-44CF-B0E8-9B2C4FA1C9B1}" dt="2020-07-10T04:26:57.366" v="533"/>
          <ac:spMkLst>
            <pc:docMk/>
            <pc:sldMk cId="615710415" sldId="348"/>
            <ac:spMk id="39" creationId="{1F128065-3ACD-42ED-9129-E5D138A29940}"/>
          </ac:spMkLst>
        </pc:spChg>
        <pc:spChg chg="add">
          <ac:chgData name="Ravi Sundaram" userId="a7df020c0a403423" providerId="LiveId" clId="{A3205A6B-5B88-44CF-B0E8-9B2C4FA1C9B1}" dt="2020-07-10T04:27:21.731" v="534"/>
          <ac:spMkLst>
            <pc:docMk/>
            <pc:sldMk cId="615710415" sldId="348"/>
            <ac:spMk id="40" creationId="{DEB2F705-FD79-4B1F-8431-0C262A42A79A}"/>
          </ac:spMkLst>
        </pc:spChg>
        <pc:spChg chg="add mod">
          <ac:chgData name="Ravi Sundaram" userId="a7df020c0a403423" providerId="LiveId" clId="{A3205A6B-5B88-44CF-B0E8-9B2C4FA1C9B1}" dt="2020-07-10T04:27:37.581" v="536" actId="255"/>
          <ac:spMkLst>
            <pc:docMk/>
            <pc:sldMk cId="615710415" sldId="348"/>
            <ac:spMk id="41" creationId="{D6CE3726-E660-47B1-97B4-4E35DADDEC40}"/>
          </ac:spMkLst>
        </pc:spChg>
        <pc:spChg chg="del">
          <ac:chgData name="Ravi Sundaram" userId="a7df020c0a403423" providerId="LiveId" clId="{A3205A6B-5B88-44CF-B0E8-9B2C4FA1C9B1}" dt="2020-07-10T04:26:56.010" v="532" actId="478"/>
          <ac:spMkLst>
            <pc:docMk/>
            <pc:sldMk cId="615710415" sldId="348"/>
            <ac:spMk id="91171" creationId="{AC77DC59-F127-4267-8613-866348745F38}"/>
          </ac:spMkLst>
        </pc:spChg>
        <pc:spChg chg="del">
          <ac:chgData name="Ravi Sundaram" userId="a7df020c0a403423" providerId="LiveId" clId="{A3205A6B-5B88-44CF-B0E8-9B2C4FA1C9B1}" dt="2020-07-10T04:26:52.192" v="531" actId="478"/>
          <ac:spMkLst>
            <pc:docMk/>
            <pc:sldMk cId="615710415" sldId="348"/>
            <ac:spMk id="91184" creationId="{D0922068-ACF5-4275-826B-AFAA4BE786BF}"/>
          </ac:spMkLst>
        </pc:spChg>
      </pc:sldChg>
      <pc:sldChg chg="modSp add ord modAnim">
        <pc:chgData name="Ravi Sundaram" userId="a7df020c0a403423" providerId="LiveId" clId="{A3205A6B-5B88-44CF-B0E8-9B2C4FA1C9B1}" dt="2020-07-13T05:59:22.389" v="861"/>
        <pc:sldMkLst>
          <pc:docMk/>
          <pc:sldMk cId="1640693443" sldId="349"/>
        </pc:sldMkLst>
        <pc:spChg chg="mod">
          <ac:chgData name="Ravi Sundaram" userId="a7df020c0a403423" providerId="LiveId" clId="{A3205A6B-5B88-44CF-B0E8-9B2C4FA1C9B1}" dt="2020-07-12T06:08:13.622" v="838" actId="255"/>
          <ac:spMkLst>
            <pc:docMk/>
            <pc:sldMk cId="1640693443" sldId="349"/>
            <ac:spMk id="91154" creationId="{8AC52872-8CD1-4DD1-B678-39F79E2EC9BE}"/>
          </ac:spMkLst>
        </pc:spChg>
      </pc:sldChg>
      <pc:sldChg chg="addSp delSp modSp add modAnim">
        <pc:chgData name="Ravi Sundaram" userId="a7df020c0a403423" providerId="LiveId" clId="{A3205A6B-5B88-44CF-B0E8-9B2C4FA1C9B1}" dt="2020-07-12T06:09:06.565" v="839"/>
        <pc:sldMkLst>
          <pc:docMk/>
          <pc:sldMk cId="2315145716" sldId="350"/>
        </pc:sldMkLst>
        <pc:spChg chg="add del mod">
          <ac:chgData name="Ravi Sundaram" userId="a7df020c0a403423" providerId="LiveId" clId="{A3205A6B-5B88-44CF-B0E8-9B2C4FA1C9B1}" dt="2020-07-10T04:30:52.193" v="545" actId="478"/>
          <ac:spMkLst>
            <pc:docMk/>
            <pc:sldMk cId="2315145716" sldId="350"/>
            <ac:spMk id="39" creationId="{1F128065-3ACD-42ED-9129-E5D138A29940}"/>
          </ac:spMkLst>
        </pc:spChg>
        <pc:spChg chg="mod">
          <ac:chgData name="Ravi Sundaram" userId="a7df020c0a403423" providerId="LiveId" clId="{A3205A6B-5B88-44CF-B0E8-9B2C4FA1C9B1}" dt="2020-07-10T04:31:56.572" v="556" actId="20577"/>
          <ac:spMkLst>
            <pc:docMk/>
            <pc:sldMk cId="2315145716" sldId="350"/>
            <ac:spMk id="41" creationId="{D6CE3726-E660-47B1-97B4-4E35DADDEC40}"/>
          </ac:spMkLst>
        </pc:spChg>
        <pc:spChg chg="add mod">
          <ac:chgData name="Ravi Sundaram" userId="a7df020c0a403423" providerId="LiveId" clId="{A3205A6B-5B88-44CF-B0E8-9B2C4FA1C9B1}" dt="2020-07-10T04:31:03.490" v="549" actId="692"/>
          <ac:spMkLst>
            <pc:docMk/>
            <pc:sldMk cId="2315145716" sldId="350"/>
            <ac:spMk id="42" creationId="{903DE41D-D360-484A-8CFF-97CCEB1CBECF}"/>
          </ac:spMkLst>
        </pc:spChg>
      </pc:sldChg>
      <pc:sldChg chg="modSp add ord modAnim">
        <pc:chgData name="Ravi Sundaram" userId="a7df020c0a403423" providerId="LiveId" clId="{A3205A6B-5B88-44CF-B0E8-9B2C4FA1C9B1}" dt="2020-07-13T06:25:55.834" v="864"/>
        <pc:sldMkLst>
          <pc:docMk/>
          <pc:sldMk cId="2856967658" sldId="351"/>
        </pc:sldMkLst>
        <pc:spChg chg="mod">
          <ac:chgData name="Ravi Sundaram" userId="a7df020c0a403423" providerId="LiveId" clId="{A3205A6B-5B88-44CF-B0E8-9B2C4FA1C9B1}" dt="2020-07-10T04:33:50.137" v="576" actId="20577"/>
          <ac:spMkLst>
            <pc:docMk/>
            <pc:sldMk cId="2856967658" sldId="351"/>
            <ac:spMk id="41" creationId="{D6CE3726-E660-47B1-97B4-4E35DADDEC40}"/>
          </ac:spMkLst>
        </pc:spChg>
        <pc:spChg chg="mod">
          <ac:chgData name="Ravi Sundaram" userId="a7df020c0a403423" providerId="LiveId" clId="{A3205A6B-5B88-44CF-B0E8-9B2C4FA1C9B1}" dt="2020-07-10T04:33:21.891" v="561"/>
          <ac:spMkLst>
            <pc:docMk/>
            <pc:sldMk cId="2856967658" sldId="351"/>
            <ac:spMk id="42" creationId="{903DE41D-D360-484A-8CFF-97CCEB1CBECF}"/>
          </ac:spMkLst>
        </pc:spChg>
      </pc:sldChg>
    </pc:docChg>
  </pc:docChgLst>
  <pc:docChgLst>
    <pc:chgData name="Ravi Sundaram" userId="a7df020c0a403423" providerId="LiveId" clId="{080751A1-5FB8-48F9-AC91-3A4745451AF4}"/>
    <pc:docChg chg="custSel addSld delSld modSld">
      <pc:chgData name="Ravi Sundaram" userId="a7df020c0a403423" providerId="LiveId" clId="{080751A1-5FB8-48F9-AC91-3A4745451AF4}" dt="2020-07-10T02:17:48.113" v="1423" actId="20577"/>
      <pc:docMkLst>
        <pc:docMk/>
      </pc:docMkLst>
      <pc:sldChg chg="modSp">
        <pc:chgData name="Ravi Sundaram" userId="a7df020c0a403423" providerId="LiveId" clId="{080751A1-5FB8-48F9-AC91-3A4745451AF4}" dt="2020-07-09T22:33:02.526" v="75" actId="20577"/>
        <pc:sldMkLst>
          <pc:docMk/>
          <pc:sldMk cId="4099122483" sldId="257"/>
        </pc:sldMkLst>
        <pc:spChg chg="mod">
          <ac:chgData name="Ravi Sundaram" userId="a7df020c0a403423" providerId="LiveId" clId="{080751A1-5FB8-48F9-AC91-3A4745451AF4}" dt="2020-07-09T22:33:02.526" v="75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080751A1-5FB8-48F9-AC91-3A4745451AF4}" dt="2020-07-10T00:31:01.275" v="97" actId="20577"/>
        <pc:sldMkLst>
          <pc:docMk/>
          <pc:sldMk cId="3479009568" sldId="258"/>
        </pc:sldMkLst>
        <pc:spChg chg="mod">
          <ac:chgData name="Ravi Sundaram" userId="a7df020c0a403423" providerId="LiveId" clId="{080751A1-5FB8-48F9-AC91-3A4745451AF4}" dt="2020-07-10T00:31:01.275" v="97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">
        <pc:chgData name="Ravi Sundaram" userId="a7df020c0a403423" providerId="LiveId" clId="{080751A1-5FB8-48F9-AC91-3A4745451AF4}" dt="2020-07-10T00:32:24.356" v="111" actId="20577"/>
        <pc:sldMkLst>
          <pc:docMk/>
          <pc:sldMk cId="2070658356" sldId="259"/>
        </pc:sldMkLst>
        <pc:spChg chg="mod">
          <ac:chgData name="Ravi Sundaram" userId="a7df020c0a403423" providerId="LiveId" clId="{080751A1-5FB8-48F9-AC91-3A4745451AF4}" dt="2020-07-10T00:32:24.356" v="111" actId="20577"/>
          <ac:spMkLst>
            <pc:docMk/>
            <pc:sldMk cId="2070658356" sldId="259"/>
            <ac:spMk id="3" creationId="{1C4EFA41-EDF3-4D89-812E-85BCE7B8A73E}"/>
          </ac:spMkLst>
        </pc:spChg>
      </pc:sldChg>
      <pc:sldChg chg="del">
        <pc:chgData name="Ravi Sundaram" userId="a7df020c0a403423" providerId="LiveId" clId="{080751A1-5FB8-48F9-AC91-3A4745451AF4}" dt="2020-07-10T00:26:22.715" v="81" actId="2696"/>
        <pc:sldMkLst>
          <pc:docMk/>
          <pc:sldMk cId="2522838261" sldId="292"/>
        </pc:sldMkLst>
      </pc:sldChg>
      <pc:sldChg chg="del">
        <pc:chgData name="Ravi Sundaram" userId="a7df020c0a403423" providerId="LiveId" clId="{080751A1-5FB8-48F9-AC91-3A4745451AF4}" dt="2020-07-10T00:26:22.728" v="82" actId="2696"/>
        <pc:sldMkLst>
          <pc:docMk/>
          <pc:sldMk cId="2602221767" sldId="293"/>
        </pc:sldMkLst>
      </pc:sldChg>
      <pc:sldChg chg="del">
        <pc:chgData name="Ravi Sundaram" userId="a7df020c0a403423" providerId="LiveId" clId="{080751A1-5FB8-48F9-AC91-3A4745451AF4}" dt="2020-07-10T00:26:22.668" v="77" actId="2696"/>
        <pc:sldMkLst>
          <pc:docMk/>
          <pc:sldMk cId="4249748749" sldId="294"/>
        </pc:sldMkLst>
      </pc:sldChg>
      <pc:sldChg chg="del">
        <pc:chgData name="Ravi Sundaram" userId="a7df020c0a403423" providerId="LiveId" clId="{080751A1-5FB8-48F9-AC91-3A4745451AF4}" dt="2020-07-10T00:26:22.683" v="78" actId="2696"/>
        <pc:sldMkLst>
          <pc:docMk/>
          <pc:sldMk cId="3777554877" sldId="295"/>
        </pc:sldMkLst>
      </pc:sldChg>
      <pc:sldChg chg="del">
        <pc:chgData name="Ravi Sundaram" userId="a7df020c0a403423" providerId="LiveId" clId="{080751A1-5FB8-48F9-AC91-3A4745451AF4}" dt="2020-07-10T00:26:22.694" v="79" actId="2696"/>
        <pc:sldMkLst>
          <pc:docMk/>
          <pc:sldMk cId="3801658020" sldId="296"/>
        </pc:sldMkLst>
      </pc:sldChg>
      <pc:sldChg chg="del">
        <pc:chgData name="Ravi Sundaram" userId="a7df020c0a403423" providerId="LiveId" clId="{080751A1-5FB8-48F9-AC91-3A4745451AF4}" dt="2020-07-10T00:26:22.705" v="80" actId="2696"/>
        <pc:sldMkLst>
          <pc:docMk/>
          <pc:sldMk cId="2780867210" sldId="297"/>
        </pc:sldMkLst>
      </pc:sldChg>
      <pc:sldChg chg="del">
        <pc:chgData name="Ravi Sundaram" userId="a7df020c0a403423" providerId="LiveId" clId="{080751A1-5FB8-48F9-AC91-3A4745451AF4}" dt="2020-07-10T00:26:22.739" v="83" actId="2696"/>
        <pc:sldMkLst>
          <pc:docMk/>
          <pc:sldMk cId="2876685785" sldId="298"/>
        </pc:sldMkLst>
      </pc:sldChg>
      <pc:sldChg chg="del">
        <pc:chgData name="Ravi Sundaram" userId="a7df020c0a403423" providerId="LiveId" clId="{080751A1-5FB8-48F9-AC91-3A4745451AF4}" dt="2020-07-10T00:26:22.757" v="84" actId="2696"/>
        <pc:sldMkLst>
          <pc:docMk/>
          <pc:sldMk cId="3039323288" sldId="300"/>
        </pc:sldMkLst>
      </pc:sldChg>
      <pc:sldChg chg="del">
        <pc:chgData name="Ravi Sundaram" userId="a7df020c0a403423" providerId="LiveId" clId="{080751A1-5FB8-48F9-AC91-3A4745451AF4}" dt="2020-07-10T00:26:22.770" v="85" actId="2696"/>
        <pc:sldMkLst>
          <pc:docMk/>
          <pc:sldMk cId="2572948063" sldId="301"/>
        </pc:sldMkLst>
      </pc:sldChg>
      <pc:sldChg chg="del">
        <pc:chgData name="Ravi Sundaram" userId="a7df020c0a403423" providerId="LiveId" clId="{080751A1-5FB8-48F9-AC91-3A4745451AF4}" dt="2020-07-10T00:26:22.781" v="86" actId="2696"/>
        <pc:sldMkLst>
          <pc:docMk/>
          <pc:sldMk cId="1309514103" sldId="302"/>
        </pc:sldMkLst>
      </pc:sldChg>
      <pc:sldChg chg="del">
        <pc:chgData name="Ravi Sundaram" userId="a7df020c0a403423" providerId="LiveId" clId="{080751A1-5FB8-48F9-AC91-3A4745451AF4}" dt="2020-07-10T00:26:22.795" v="87" actId="2696"/>
        <pc:sldMkLst>
          <pc:docMk/>
          <pc:sldMk cId="1768516238" sldId="304"/>
        </pc:sldMkLst>
      </pc:sldChg>
      <pc:sldChg chg="modSp add">
        <pc:chgData name="Ravi Sundaram" userId="a7df020c0a403423" providerId="LiveId" clId="{080751A1-5FB8-48F9-AC91-3A4745451AF4}" dt="2020-07-10T01:27:57.173" v="130" actId="20577"/>
        <pc:sldMkLst>
          <pc:docMk/>
          <pc:sldMk cId="3455594306" sldId="305"/>
        </pc:sldMkLst>
        <pc:spChg chg="mod">
          <ac:chgData name="Ravi Sundaram" userId="a7df020c0a403423" providerId="LiveId" clId="{080751A1-5FB8-48F9-AC91-3A4745451AF4}" dt="2020-07-10T01:27:57.173" v="130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33:19.811" v="283" actId="20577"/>
        <pc:sldMkLst>
          <pc:docMk/>
          <pc:sldMk cId="202630305" sldId="306"/>
        </pc:sldMkLst>
        <pc:spChg chg="mod">
          <ac:chgData name="Ravi Sundaram" userId="a7df020c0a403423" providerId="LiveId" clId="{080751A1-5FB8-48F9-AC91-3A4745451AF4}" dt="2020-07-10T01:28:50.439" v="174" actId="20577"/>
          <ac:spMkLst>
            <pc:docMk/>
            <pc:sldMk cId="202630305" sldId="306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33:19.811" v="283" actId="20577"/>
          <ac:spMkLst>
            <pc:docMk/>
            <pc:sldMk cId="202630305" sldId="306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42:41.342" v="651" actId="947"/>
        <pc:sldMkLst>
          <pc:docMk/>
          <pc:sldMk cId="2506444983" sldId="307"/>
        </pc:sldMkLst>
        <pc:spChg chg="mod">
          <ac:chgData name="Ravi Sundaram" userId="a7df020c0a403423" providerId="LiveId" clId="{080751A1-5FB8-48F9-AC91-3A4745451AF4}" dt="2020-07-10T01:34:39.549" v="293" actId="20577"/>
          <ac:spMkLst>
            <pc:docMk/>
            <pc:sldMk cId="2506444983" sldId="307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42:41.342" v="651" actId="947"/>
          <ac:spMkLst>
            <pc:docMk/>
            <pc:sldMk cId="2506444983" sldId="307"/>
            <ac:spMk id="3" creationId="{1C4EFA41-EDF3-4D89-812E-85BCE7B8A73E}"/>
          </ac:spMkLst>
        </pc:spChg>
      </pc:sldChg>
      <pc:sldChg chg="addSp delSp modSp add">
        <pc:chgData name="Ravi Sundaram" userId="a7df020c0a403423" providerId="LiveId" clId="{080751A1-5FB8-48F9-AC91-3A4745451AF4}" dt="2020-07-10T01:57:25.952" v="910" actId="207"/>
        <pc:sldMkLst>
          <pc:docMk/>
          <pc:sldMk cId="2965344762" sldId="308"/>
        </pc:sldMkLst>
        <pc:spChg chg="mod">
          <ac:chgData name="Ravi Sundaram" userId="a7df020c0a403423" providerId="LiveId" clId="{080751A1-5FB8-48F9-AC91-3A4745451AF4}" dt="2020-07-10T01:44:24.868" v="678" actId="20577"/>
          <ac:spMkLst>
            <pc:docMk/>
            <pc:sldMk cId="2965344762" sldId="308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50:32.570" v="824" actId="14100"/>
          <ac:spMkLst>
            <pc:docMk/>
            <pc:sldMk cId="2965344762" sldId="308"/>
            <ac:spMk id="3" creationId="{1C4EFA41-EDF3-4D89-812E-85BCE7B8A73E}"/>
          </ac:spMkLst>
        </pc:spChg>
        <pc:spChg chg="add mod">
          <ac:chgData name="Ravi Sundaram" userId="a7df020c0a403423" providerId="LiveId" clId="{080751A1-5FB8-48F9-AC91-3A4745451AF4}" dt="2020-07-10T01:52:31.317" v="853" actId="1076"/>
          <ac:spMkLst>
            <pc:docMk/>
            <pc:sldMk cId="2965344762" sldId="308"/>
            <ac:spMk id="11" creationId="{C417491F-09B5-49C5-9CD7-6D0A7A92FB16}"/>
          </ac:spMkLst>
        </pc:spChg>
        <pc:spChg chg="add mod">
          <ac:chgData name="Ravi Sundaram" userId="a7df020c0a403423" providerId="LiveId" clId="{080751A1-5FB8-48F9-AC91-3A4745451AF4}" dt="2020-07-10T01:52:41.867" v="860" actId="20577"/>
          <ac:spMkLst>
            <pc:docMk/>
            <pc:sldMk cId="2965344762" sldId="308"/>
            <ac:spMk id="12" creationId="{4114CE50-24C8-4310-9911-3ECE23DD922C}"/>
          </ac:spMkLst>
        </pc:spChg>
        <pc:spChg chg="add mod">
          <ac:chgData name="Ravi Sundaram" userId="a7df020c0a403423" providerId="LiveId" clId="{080751A1-5FB8-48F9-AC91-3A4745451AF4}" dt="2020-07-10T01:54:55.034" v="888" actId="207"/>
          <ac:spMkLst>
            <pc:docMk/>
            <pc:sldMk cId="2965344762" sldId="308"/>
            <ac:spMk id="19" creationId="{8531D519-CD89-4045-98F1-02F7315AC5DD}"/>
          </ac:spMkLst>
        </pc:spChg>
        <pc:spChg chg="add mod">
          <ac:chgData name="Ravi Sundaram" userId="a7df020c0a403423" providerId="LiveId" clId="{080751A1-5FB8-48F9-AC91-3A4745451AF4}" dt="2020-07-10T01:57:25.952" v="910" actId="207"/>
          <ac:spMkLst>
            <pc:docMk/>
            <pc:sldMk cId="2965344762" sldId="308"/>
            <ac:spMk id="33" creationId="{96492979-318C-471B-B380-05549DB7EB3E}"/>
          </ac:spMkLst>
        </pc:spChg>
        <pc:cxnChg chg="add del mod">
          <ac:chgData name="Ravi Sundaram" userId="a7df020c0a403423" providerId="LiveId" clId="{080751A1-5FB8-48F9-AC91-3A4745451AF4}" dt="2020-07-10T01:53:41.819" v="864" actId="478"/>
          <ac:cxnSpMkLst>
            <pc:docMk/>
            <pc:sldMk cId="2965344762" sldId="308"/>
            <ac:cxnSpMk id="5" creationId="{0BFD1F8E-2263-4E5A-A295-9886D4F52E18}"/>
          </ac:cxnSpMkLst>
        </pc:cxnChg>
        <pc:cxnChg chg="add mod">
          <ac:chgData name="Ravi Sundaram" userId="a7df020c0a403423" providerId="LiveId" clId="{080751A1-5FB8-48F9-AC91-3A4745451AF4}" dt="2020-07-10T01:51:23.542" v="829" actId="692"/>
          <ac:cxnSpMkLst>
            <pc:docMk/>
            <pc:sldMk cId="2965344762" sldId="308"/>
            <ac:cxnSpMk id="7" creationId="{12AED8AD-5C1D-4CF7-B491-390E8D07A10B}"/>
          </ac:cxnSpMkLst>
        </pc:cxnChg>
        <pc:cxnChg chg="add del mod">
          <ac:chgData name="Ravi Sundaram" userId="a7df020c0a403423" providerId="LiveId" clId="{080751A1-5FB8-48F9-AC91-3A4745451AF4}" dt="2020-07-10T01:53:29.769" v="862" actId="478"/>
          <ac:cxnSpMkLst>
            <pc:docMk/>
            <pc:sldMk cId="2965344762" sldId="308"/>
            <ac:cxnSpMk id="8" creationId="{5932A7FC-57E3-4307-8AF4-ED89A1CF9B12}"/>
          </ac:cxnSpMkLst>
        </pc:cxnChg>
        <pc:cxnChg chg="add mod">
          <ac:chgData name="Ravi Sundaram" userId="a7df020c0a403423" providerId="LiveId" clId="{080751A1-5FB8-48F9-AC91-3A4745451AF4}" dt="2020-07-10T01:54:11.175" v="870" actId="692"/>
          <ac:cxnSpMkLst>
            <pc:docMk/>
            <pc:sldMk cId="2965344762" sldId="308"/>
            <ac:cxnSpMk id="14" creationId="{3982F9A8-E514-4834-8FDB-28D55DA760DF}"/>
          </ac:cxnSpMkLst>
        </pc:cxnChg>
        <pc:cxnChg chg="add mod">
          <ac:chgData name="Ravi Sundaram" userId="a7df020c0a403423" providerId="LiveId" clId="{080751A1-5FB8-48F9-AC91-3A4745451AF4}" dt="2020-07-10T01:53:57.434" v="867" actId="14100"/>
          <ac:cxnSpMkLst>
            <pc:docMk/>
            <pc:sldMk cId="2965344762" sldId="308"/>
            <ac:cxnSpMk id="15" creationId="{3476262C-D58B-4E6B-982B-4EAC1FE3EB8F}"/>
          </ac:cxnSpMkLst>
        </pc:cxnChg>
        <pc:cxnChg chg="add del">
          <ac:chgData name="Ravi Sundaram" userId="a7df020c0a403423" providerId="LiveId" clId="{080751A1-5FB8-48F9-AC91-3A4745451AF4}" dt="2020-07-10T01:54:23.458" v="872"/>
          <ac:cxnSpMkLst>
            <pc:docMk/>
            <pc:sldMk cId="2965344762" sldId="308"/>
            <ac:cxnSpMk id="18" creationId="{70C28DF8-6103-45D2-9F37-B49A6F23D200}"/>
          </ac:cxnSpMkLst>
        </pc:cxnChg>
        <pc:cxnChg chg="add mod">
          <ac:chgData name="Ravi Sundaram" userId="a7df020c0a403423" providerId="LiveId" clId="{080751A1-5FB8-48F9-AC91-3A4745451AF4}" dt="2020-07-10T01:55:54.161" v="892" actId="692"/>
          <ac:cxnSpMkLst>
            <pc:docMk/>
            <pc:sldMk cId="2965344762" sldId="308"/>
            <ac:cxnSpMk id="21" creationId="{841375BF-A7E1-4A7D-95BB-D4945A3CDA31}"/>
          </ac:cxnSpMkLst>
        </pc:cxnChg>
        <pc:cxnChg chg="add mod">
          <ac:chgData name="Ravi Sundaram" userId="a7df020c0a403423" providerId="LiveId" clId="{080751A1-5FB8-48F9-AC91-3A4745451AF4}" dt="2020-07-10T01:56:24.112" v="896" actId="14100"/>
          <ac:cxnSpMkLst>
            <pc:docMk/>
            <pc:sldMk cId="2965344762" sldId="308"/>
            <ac:cxnSpMk id="22" creationId="{D22E35DE-8273-4AAE-9B80-948145B11870}"/>
          </ac:cxnSpMkLst>
        </pc:cxnChg>
        <pc:cxnChg chg="add mod">
          <ac:chgData name="Ravi Sundaram" userId="a7df020c0a403423" providerId="LiveId" clId="{080751A1-5FB8-48F9-AC91-3A4745451AF4}" dt="2020-07-10T01:56:38.527" v="899" actId="14100"/>
          <ac:cxnSpMkLst>
            <pc:docMk/>
            <pc:sldMk cId="2965344762" sldId="308"/>
            <ac:cxnSpMk id="26" creationId="{D67E2CB7-97AF-4A79-ACAE-1F9D8BF98F40}"/>
          </ac:cxnSpMkLst>
        </pc:cxnChg>
        <pc:cxnChg chg="add mod">
          <ac:chgData name="Ravi Sundaram" userId="a7df020c0a403423" providerId="LiveId" clId="{080751A1-5FB8-48F9-AC91-3A4745451AF4}" dt="2020-07-10T01:57:02.920" v="905" actId="14100"/>
          <ac:cxnSpMkLst>
            <pc:docMk/>
            <pc:sldMk cId="2965344762" sldId="308"/>
            <ac:cxnSpMk id="28" creationId="{570512CB-5015-42E2-8357-05DBB471F8A4}"/>
          </ac:cxnSpMkLst>
        </pc:cxnChg>
      </pc:sldChg>
      <pc:sldChg chg="modSp add">
        <pc:chgData name="Ravi Sundaram" userId="a7df020c0a403423" providerId="LiveId" clId="{080751A1-5FB8-48F9-AC91-3A4745451AF4}" dt="2020-07-10T02:06:53.457" v="1213" actId="20577"/>
        <pc:sldMkLst>
          <pc:docMk/>
          <pc:sldMk cId="380021759" sldId="309"/>
        </pc:sldMkLst>
        <pc:spChg chg="mod">
          <ac:chgData name="Ravi Sundaram" userId="a7df020c0a403423" providerId="LiveId" clId="{080751A1-5FB8-48F9-AC91-3A4745451AF4}" dt="2020-07-10T01:59:51.186" v="973" actId="20577"/>
          <ac:spMkLst>
            <pc:docMk/>
            <pc:sldMk cId="380021759" sldId="309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06:53.457" v="1213" actId="20577"/>
          <ac:spMkLst>
            <pc:docMk/>
            <pc:sldMk cId="380021759" sldId="309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1:04.160" v="1261" actId="20577"/>
        <pc:sldMkLst>
          <pc:docMk/>
          <pc:sldMk cId="2211901668" sldId="310"/>
        </pc:sldMkLst>
        <pc:spChg chg="mod">
          <ac:chgData name="Ravi Sundaram" userId="a7df020c0a403423" providerId="LiveId" clId="{080751A1-5FB8-48F9-AC91-3A4745451AF4}" dt="2020-07-10T02:05:14.123" v="1164" actId="20577"/>
          <ac:spMkLst>
            <pc:docMk/>
            <pc:sldMk cId="2211901668" sldId="310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1:04.160" v="1261" actId="20577"/>
          <ac:spMkLst>
            <pc:docMk/>
            <pc:sldMk cId="2211901668" sldId="310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4:09.254" v="1380" actId="20577"/>
        <pc:sldMkLst>
          <pc:docMk/>
          <pc:sldMk cId="335736984" sldId="311"/>
        </pc:sldMkLst>
        <pc:spChg chg="mod">
          <ac:chgData name="Ravi Sundaram" userId="a7df020c0a403423" providerId="LiveId" clId="{080751A1-5FB8-48F9-AC91-3A4745451AF4}" dt="2020-07-10T02:12:02.354" v="1299" actId="20577"/>
          <ac:spMkLst>
            <pc:docMk/>
            <pc:sldMk cId="335736984" sldId="311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4:09.254" v="1380" actId="20577"/>
          <ac:spMkLst>
            <pc:docMk/>
            <pc:sldMk cId="335736984" sldId="311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7:48.113" v="1423" actId="20577"/>
        <pc:sldMkLst>
          <pc:docMk/>
          <pc:sldMk cId="3625756718" sldId="312"/>
        </pc:sldMkLst>
        <pc:spChg chg="mod">
          <ac:chgData name="Ravi Sundaram" userId="a7df020c0a403423" providerId="LiveId" clId="{080751A1-5FB8-48F9-AC91-3A4745451AF4}" dt="2020-07-10T02:15:18.774" v="1390" actId="20577"/>
          <ac:spMkLst>
            <pc:docMk/>
            <pc:sldMk cId="3625756718" sldId="312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7:48.113" v="1423" actId="20577"/>
          <ac:spMkLst>
            <pc:docMk/>
            <pc:sldMk cId="3625756718" sldId="312"/>
            <ac:spMk id="3" creationId="{1C4EFA41-EDF3-4D89-812E-85BCE7B8A73E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40853A-38A5-4BD1-A1C7-E7059AE210ED}" type="slidenum">
              <a:rPr lang="en-US"/>
              <a:pPr/>
              <a:t>6</a:t>
            </a:fld>
            <a:endParaRPr lang="en-US"/>
          </a:p>
        </p:txBody>
      </p:sp>
      <p:sp>
        <p:nvSpPr>
          <p:cNvPr id="43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E02D19-99B0-4B42-9767-82737B277893}" type="slidenum">
              <a:rPr lang="en-US"/>
              <a:pPr/>
              <a:t>9</a:t>
            </a:fld>
            <a:endParaRPr 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8C10B-EAC1-4E01-9B56-32863A2F85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32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1411-9B9F-4C0F-B735-8DC455B3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2100"/>
            <a:ext cx="10972800" cy="1384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28B62-92A7-4A84-B3DF-6ADAB153A65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905000"/>
            <a:ext cx="5384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279FB-E224-42BE-9A37-AB9D48895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05000"/>
            <a:ext cx="5384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93D30-E7EF-412E-B16D-ED3C31A2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07965-039B-41A3-B801-8C0EE173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93025-5F65-4942-84B7-92254114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482CD87-FCB9-4666-A319-31C9A217F2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23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8. DYNAMIC PROGRAMMING - I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1</a:t>
            </a:r>
            <a:r>
              <a:rPr lang="en-US" sz="4000"/>
              <a:t>: Fibonacci Series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What is Dynamic Programming</a:t>
            </a:r>
          </a:p>
          <a:p>
            <a:r>
              <a:rPr lang="en-US" dirty="0"/>
              <a:t>What is the Fibonacci sequence </a:t>
            </a:r>
          </a:p>
          <a:p>
            <a:r>
              <a:rPr lang="en-US" dirty="0"/>
              <a:t>Top-down approach</a:t>
            </a:r>
          </a:p>
          <a:p>
            <a:pPr lvl="1"/>
            <a:r>
              <a:rPr lang="en-US" dirty="0"/>
              <a:t>How is it inefficient?</a:t>
            </a:r>
          </a:p>
          <a:p>
            <a:r>
              <a:rPr lang="en-US" dirty="0"/>
              <a:t>Bottom-up approach</a:t>
            </a:r>
          </a:p>
          <a:p>
            <a:pPr lvl="1"/>
            <a:r>
              <a:rPr lang="en-US" dirty="0"/>
              <a:t>Memoization or table building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Dynamic Programming is an algorithm design technique for </a:t>
            </a:r>
            <a:r>
              <a:rPr lang="en-US" i="1" dirty="0"/>
              <a:t>optimization problems: </a:t>
            </a:r>
            <a:r>
              <a:rPr lang="en-US" dirty="0"/>
              <a:t>often minimizing or maximizing.</a:t>
            </a:r>
          </a:p>
          <a:p>
            <a:pPr>
              <a:lnSpc>
                <a:spcPct val="90000"/>
              </a:lnSpc>
            </a:pPr>
            <a:r>
              <a:rPr lang="en-US" dirty="0"/>
              <a:t>Like divide and conquer, DP solves problems by combining solutions to sub-problems.</a:t>
            </a:r>
          </a:p>
          <a:p>
            <a:pPr>
              <a:lnSpc>
                <a:spcPct val="90000"/>
              </a:lnSpc>
            </a:pPr>
            <a:r>
              <a:rPr lang="en-US" dirty="0"/>
              <a:t>Unlike divide and conquer, sub-problems are not independent.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Sub-problems may share sub-sub-problems,</a:t>
            </a:r>
          </a:p>
        </p:txBody>
      </p:sp>
    </p:spTree>
    <p:extLst>
      <p:ext uri="{BB962C8B-B14F-4D97-AF65-F5344CB8AC3E}">
        <p14:creationId xmlns:p14="http://schemas.microsoft.com/office/powerpoint/2010/main" val="100120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402AED0-4FC9-49A8-8D45-F0796B148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the Fibonacci sequence?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FB65F2D-31FB-415D-B865-E788B5AAA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The sequence begins with one.  Each subsequent </a:t>
            </a:r>
          </a:p>
          <a:p>
            <a:pPr marL="0" indent="0">
              <a:buNone/>
            </a:pPr>
            <a:r>
              <a:rPr lang="en-US" altLang="en-US" dirty="0"/>
              <a:t>   number is the sum of the two preceding numbers.</a:t>
            </a:r>
          </a:p>
          <a:p>
            <a:pPr marL="0" indent="0">
              <a:buNone/>
            </a:pPr>
            <a:r>
              <a:rPr lang="en-US" altLang="en-US" dirty="0"/>
              <a:t>   Fib(n) = Fib(n-1) + Fib(n-2)</a:t>
            </a:r>
          </a:p>
          <a:p>
            <a:r>
              <a:rPr lang="en-US" altLang="en-US" dirty="0"/>
              <a:t>Thus the sequence begins as follows:</a:t>
            </a:r>
          </a:p>
          <a:p>
            <a:pPr marL="0" indent="0">
              <a:buNone/>
            </a:pPr>
            <a:r>
              <a:rPr lang="en-US" altLang="en-US" dirty="0"/>
              <a:t>   1, 1, 2, 3, 5, 8, 13, 21, 34, 55, 89, 144….</a:t>
            </a:r>
          </a:p>
          <a:p>
            <a:r>
              <a:rPr lang="en-US" altLang="en-US" dirty="0"/>
              <a:t>Introduced to Western Europe in the 1200s by </a:t>
            </a:r>
          </a:p>
          <a:p>
            <a:pPr marL="0" indent="0">
              <a:buNone/>
            </a:pPr>
            <a:r>
              <a:rPr lang="en-US" altLang="en-US" dirty="0"/>
              <a:t>   Fibonacci</a:t>
            </a:r>
          </a:p>
          <a:p>
            <a:r>
              <a:rPr lang="en-US" altLang="en-US" dirty="0"/>
              <a:t>Appeared earlier in 200BC in a treatise </a:t>
            </a:r>
          </a:p>
          <a:p>
            <a:pPr marL="0" indent="0">
              <a:buNone/>
            </a:pPr>
            <a:r>
              <a:rPr lang="en-US" altLang="en-US" dirty="0"/>
              <a:t>    on Sanskrit poetry by Pingala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29EC4E1-75AB-4B16-98A2-B45BBF178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Fibonacci numbers in nature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EA70C7E-05F8-46F8-9F3A-A74995EE95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37269" y="1560047"/>
            <a:ext cx="4822046" cy="1424074"/>
          </a:xfrm>
        </p:spPr>
        <p:txBody>
          <a:bodyPr>
            <a:normAutofit/>
          </a:bodyPr>
          <a:lstStyle/>
          <a:p>
            <a:r>
              <a:rPr lang="en-US" altLang="en-US" dirty="0"/>
              <a:t>Many aspects of nature are grouped in bunches equaling Fibonacci numbers.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7" name="Picture 5" descr="Fibonacci series in the petals of a flower">
            <a:extLst>
              <a:ext uri="{FF2B5EF4-FFF2-40B4-BE49-F238E27FC236}">
                <a16:creationId xmlns:a16="http://schemas.microsoft.com/office/drawing/2014/main" id="{980E8371-B679-42A0-89A9-DD77FD5DBA3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88721" y="843220"/>
            <a:ext cx="2838450" cy="2516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C76D97-5E03-4E2C-9C2A-777A7F4D4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5546" y="3940641"/>
            <a:ext cx="3810000" cy="27146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9885E72-4759-46FF-BBED-0489D671AD17}"/>
              </a:ext>
            </a:extLst>
          </p:cNvPr>
          <p:cNvSpPr txBox="1">
            <a:spLocks noChangeArrowheads="1"/>
          </p:cNvSpPr>
          <p:nvPr/>
        </p:nvSpPr>
        <p:spPr>
          <a:xfrm>
            <a:off x="237269" y="3067768"/>
            <a:ext cx="4822046" cy="1461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For example, the number of petals on a flower tend to be a Fibonacci number.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E494A24-88FE-44D9-AFF9-E9227229ABEF}"/>
              </a:ext>
            </a:extLst>
          </p:cNvPr>
          <p:cNvSpPr txBox="1">
            <a:spLocks noChangeArrowheads="1"/>
          </p:cNvSpPr>
          <p:nvPr/>
        </p:nvSpPr>
        <p:spPr>
          <a:xfrm>
            <a:off x="237269" y="4653904"/>
            <a:ext cx="4822046" cy="1384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Leaves and branches are also found in groups of Fibonacci numbers.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Fibonacci Numbers</a:t>
            </a:r>
            <a:r>
              <a:rPr lang="en-US" sz="1800" dirty="0">
                <a:solidFill>
                  <a:srgbClr val="FF00FF"/>
                </a:solidFill>
              </a:rPr>
              <a:t>  </a:t>
            </a:r>
            <a:endParaRPr lang="en-US" sz="1600" dirty="0">
              <a:solidFill>
                <a:srgbClr val="FF00FF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Computing the n</a:t>
            </a:r>
            <a:r>
              <a:rPr lang="en-US" sz="2400" u="sng" baseline="30000" dirty="0"/>
              <a:t>th</a:t>
            </a:r>
            <a:r>
              <a:rPr lang="en-US" sz="2400" dirty="0"/>
              <a:t> Fibonacci number recursively:</a:t>
            </a:r>
          </a:p>
          <a:p>
            <a:pPr lvl="1"/>
            <a:r>
              <a:rPr lang="en-US" sz="2000" dirty="0"/>
              <a:t>F(n) = F(n-1) + F(n-2)</a:t>
            </a:r>
          </a:p>
          <a:p>
            <a:pPr lvl="1"/>
            <a:r>
              <a:rPr lang="en-US" sz="2000" dirty="0"/>
              <a:t>F(0) = 0</a:t>
            </a:r>
          </a:p>
          <a:p>
            <a:pPr lvl="1"/>
            <a:r>
              <a:rPr lang="en-US" sz="2000" dirty="0"/>
              <a:t>F(1) = 1</a:t>
            </a:r>
          </a:p>
          <a:p>
            <a:pPr lvl="1"/>
            <a:r>
              <a:rPr lang="en-US" sz="2000" dirty="0"/>
              <a:t>Top-down approach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83AA257-2194-4CE8-BDD3-504B05E1850D}"/>
              </a:ext>
            </a:extLst>
          </p:cNvPr>
          <p:cNvGrpSpPr/>
          <p:nvPr/>
        </p:nvGrpSpPr>
        <p:grpSpPr>
          <a:xfrm>
            <a:off x="1242470" y="4030269"/>
            <a:ext cx="4966424" cy="2031325"/>
            <a:chOff x="3065795" y="3922019"/>
            <a:chExt cx="4966424" cy="2031325"/>
          </a:xfrm>
        </p:grpSpPr>
        <p:sp>
          <p:nvSpPr>
            <p:cNvPr id="11" name="TextBox 10"/>
            <p:cNvSpPr txBox="1"/>
            <p:nvPr/>
          </p:nvSpPr>
          <p:spPr>
            <a:xfrm>
              <a:off x="3065795" y="3922019"/>
              <a:ext cx="4966424" cy="203132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lvl="1">
                <a:buNone/>
              </a:pPr>
              <a:r>
                <a:rPr lang="en-US" b="1" dirty="0"/>
                <a:t> 		            </a:t>
              </a:r>
              <a:r>
                <a:rPr lang="en-US" b="1" i="1" dirty="0"/>
                <a:t>F</a:t>
              </a:r>
              <a:r>
                <a:rPr lang="en-US" b="1" dirty="0"/>
                <a:t>(</a:t>
              </a:r>
              <a:r>
                <a:rPr lang="en-US" b="1" i="1" dirty="0"/>
                <a:t>n</a:t>
              </a:r>
              <a:r>
                <a:rPr lang="en-US" b="1" dirty="0"/>
                <a:t>)</a:t>
              </a:r>
            </a:p>
            <a:p>
              <a:pPr lvl="1">
                <a:buNone/>
              </a:pPr>
              <a:endParaRPr lang="en-US" b="1" dirty="0"/>
            </a:p>
            <a:p>
              <a:pPr lvl="1">
                <a:buNone/>
              </a:pPr>
              <a:endParaRPr lang="en-US" b="1" dirty="0"/>
            </a:p>
            <a:p>
              <a:pPr lvl="1">
                <a:buNone/>
              </a:pPr>
              <a:r>
                <a:rPr lang="en-US" b="1" dirty="0"/>
                <a:t>            </a:t>
              </a:r>
              <a:r>
                <a:rPr lang="en-US" b="1" i="1" dirty="0"/>
                <a:t>F</a:t>
              </a:r>
              <a:r>
                <a:rPr lang="en-US" b="1" dirty="0"/>
                <a:t>(</a:t>
              </a:r>
              <a:r>
                <a:rPr lang="en-US" b="1" i="1" dirty="0"/>
                <a:t>n-</a:t>
              </a:r>
              <a:r>
                <a:rPr lang="en-US" b="1" dirty="0"/>
                <a:t>1)                </a:t>
              </a:r>
              <a:r>
                <a:rPr lang="en-US" b="1" i="1" dirty="0"/>
                <a:t> +               F</a:t>
              </a:r>
              <a:r>
                <a:rPr lang="en-US" b="1" dirty="0"/>
                <a:t>(</a:t>
              </a:r>
              <a:r>
                <a:rPr lang="en-US" b="1" i="1" dirty="0"/>
                <a:t>n-</a:t>
              </a:r>
              <a:r>
                <a:rPr lang="en-US" b="1" dirty="0"/>
                <a:t>2)</a:t>
              </a:r>
            </a:p>
            <a:p>
              <a:pPr lvl="1">
                <a:buNone/>
              </a:pPr>
              <a:endParaRPr lang="en-US" b="1" dirty="0"/>
            </a:p>
            <a:p>
              <a:pPr lvl="1">
                <a:buNone/>
              </a:pPr>
              <a:endParaRPr lang="en-US" b="1" i="1" dirty="0"/>
            </a:p>
            <a:p>
              <a:pPr lvl="1">
                <a:buNone/>
              </a:pPr>
              <a:r>
                <a:rPr lang="en-US" b="1" i="1" dirty="0"/>
                <a:t>F</a:t>
              </a:r>
              <a:r>
                <a:rPr lang="en-US" b="1" dirty="0"/>
                <a:t>(</a:t>
              </a:r>
              <a:r>
                <a:rPr lang="en-US" b="1" i="1" dirty="0"/>
                <a:t>n-</a:t>
              </a:r>
              <a:r>
                <a:rPr lang="en-US" b="1" dirty="0"/>
                <a:t>2)     </a:t>
              </a:r>
              <a:r>
                <a:rPr lang="en-US" b="1" i="1" dirty="0"/>
                <a:t>+     F</a:t>
              </a:r>
              <a:r>
                <a:rPr lang="en-US" b="1" dirty="0"/>
                <a:t>(</a:t>
              </a:r>
              <a:r>
                <a:rPr lang="en-US" b="1" i="1" dirty="0"/>
                <a:t>n-</a:t>
              </a:r>
              <a:r>
                <a:rPr lang="en-US" b="1" dirty="0"/>
                <a:t>3)           </a:t>
              </a:r>
              <a:r>
                <a:rPr lang="en-US" b="1" i="1" dirty="0"/>
                <a:t>F</a:t>
              </a:r>
              <a:r>
                <a:rPr lang="en-US" b="1" dirty="0"/>
                <a:t>(</a:t>
              </a:r>
              <a:r>
                <a:rPr lang="en-US" b="1" i="1" dirty="0"/>
                <a:t>n-</a:t>
              </a:r>
              <a:r>
                <a:rPr lang="en-US" b="1" dirty="0"/>
                <a:t>3)     </a:t>
              </a:r>
              <a:r>
                <a:rPr lang="en-US" b="1" i="1" dirty="0"/>
                <a:t>+         F</a:t>
              </a:r>
              <a:r>
                <a:rPr lang="en-US" b="1" dirty="0"/>
                <a:t>(</a:t>
              </a:r>
              <a:r>
                <a:rPr lang="en-US" b="1" i="1" dirty="0"/>
                <a:t>n-</a:t>
              </a:r>
              <a:r>
                <a:rPr lang="en-US" b="1" dirty="0"/>
                <a:t>4)</a:t>
              </a:r>
            </a:p>
          </p:txBody>
        </p:sp>
        <p:sp>
          <p:nvSpPr>
            <p:cNvPr id="12" name="Line 4"/>
            <p:cNvSpPr>
              <a:spLocks noChangeShapeType="1"/>
            </p:cNvSpPr>
            <p:nvPr/>
          </p:nvSpPr>
          <p:spPr bwMode="auto">
            <a:xfrm flipH="1">
              <a:off x="4648200" y="4229218"/>
              <a:ext cx="1143000" cy="428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5"/>
            <p:cNvSpPr>
              <a:spLocks noChangeShapeType="1"/>
            </p:cNvSpPr>
            <p:nvPr/>
          </p:nvSpPr>
          <p:spPr bwMode="auto">
            <a:xfrm>
              <a:off x="5791200" y="4229218"/>
              <a:ext cx="990600" cy="428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 flipH="1">
              <a:off x="3581400" y="5181604"/>
              <a:ext cx="762000" cy="34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4343400" y="5181604"/>
              <a:ext cx="762000" cy="34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 flipH="1">
              <a:off x="6477000" y="5105404"/>
              <a:ext cx="533400" cy="34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7010400" y="5105404"/>
              <a:ext cx="685800" cy="34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778331" y="1892138"/>
            <a:ext cx="289964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70C0"/>
                </a:solidFill>
              </a:rPr>
              <a:t>int</a:t>
            </a:r>
            <a:r>
              <a:rPr lang="en-US" sz="1600" b="1" dirty="0">
                <a:solidFill>
                  <a:srgbClr val="0070C0"/>
                </a:solidFill>
              </a:rPr>
              <a:t> </a:t>
            </a:r>
            <a:r>
              <a:rPr lang="en-US" sz="1600" b="1" dirty="0"/>
              <a:t>Fib(</a:t>
            </a:r>
            <a:r>
              <a:rPr lang="en-US" sz="1600" b="1" dirty="0" err="1">
                <a:solidFill>
                  <a:srgbClr val="0070C0"/>
                </a:solidFill>
              </a:rPr>
              <a:t>int</a:t>
            </a:r>
            <a:r>
              <a:rPr lang="en-US" sz="1600" b="1" dirty="0">
                <a:solidFill>
                  <a:srgbClr val="0070C0"/>
                </a:solidFill>
              </a:rPr>
              <a:t> </a:t>
            </a:r>
            <a:r>
              <a:rPr lang="en-US" sz="1600" b="1" dirty="0"/>
              <a:t>n)   </a:t>
            </a:r>
          </a:p>
          <a:p>
            <a:r>
              <a:rPr lang="en-US" sz="1600" b="1" dirty="0"/>
              <a:t>{</a:t>
            </a:r>
            <a:br>
              <a:rPr lang="en-US" sz="1600" b="1" dirty="0"/>
            </a:br>
            <a:r>
              <a:rPr lang="en-US" sz="1600" b="1" dirty="0"/>
              <a:t>    </a:t>
            </a:r>
            <a:r>
              <a:rPr lang="en-US" sz="1600" b="1" dirty="0">
                <a:solidFill>
                  <a:srgbClr val="0070C0"/>
                </a:solidFill>
              </a:rPr>
              <a:t>if</a:t>
            </a:r>
            <a:r>
              <a:rPr lang="en-US" sz="1600" b="1" dirty="0"/>
              <a:t> (n &lt;= 1)</a:t>
            </a:r>
            <a:br>
              <a:rPr lang="en-US" sz="1600" b="1" dirty="0"/>
            </a:br>
            <a:r>
              <a:rPr lang="en-US" sz="1600" b="1" dirty="0"/>
              <a:t>        </a:t>
            </a:r>
            <a:r>
              <a:rPr lang="en-US" sz="1600" b="1" dirty="0">
                <a:solidFill>
                  <a:srgbClr val="0070C0"/>
                </a:solidFill>
              </a:rPr>
              <a:t>return</a:t>
            </a:r>
            <a:r>
              <a:rPr lang="en-US" sz="1600" b="1" dirty="0"/>
              <a:t> 1;</a:t>
            </a:r>
            <a:br>
              <a:rPr lang="en-US" sz="1600" b="1" dirty="0"/>
            </a:br>
            <a:r>
              <a:rPr lang="en-US" sz="1600" b="1" dirty="0"/>
              <a:t>    </a:t>
            </a:r>
            <a:r>
              <a:rPr lang="en-US" sz="1600" b="1" dirty="0">
                <a:solidFill>
                  <a:srgbClr val="0070C0"/>
                </a:solidFill>
              </a:rPr>
              <a:t>else</a:t>
            </a:r>
            <a:br>
              <a:rPr lang="en-US" sz="1600" b="1" dirty="0"/>
            </a:br>
            <a:r>
              <a:rPr lang="en-US" sz="1600" b="1" dirty="0"/>
              <a:t>        </a:t>
            </a:r>
            <a:r>
              <a:rPr lang="en-US" sz="1600" b="1" dirty="0">
                <a:solidFill>
                  <a:srgbClr val="0070C0"/>
                </a:solidFill>
              </a:rPr>
              <a:t>return</a:t>
            </a:r>
            <a:r>
              <a:rPr lang="en-US" sz="1600" b="1" dirty="0"/>
              <a:t> Fib(n - 1) + Fib(n - 2);</a:t>
            </a:r>
            <a:br>
              <a:rPr lang="en-US" sz="1600" b="1" dirty="0"/>
            </a:br>
            <a:r>
              <a:rPr lang="en-US" sz="1600" b="1" dirty="0"/>
              <a:t>}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of top-down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519343" cy="4351338"/>
          </a:xfrm>
        </p:spPr>
        <p:txBody>
          <a:bodyPr>
            <a:normAutofit/>
          </a:bodyPr>
          <a:lstStyle/>
          <a:p>
            <a:r>
              <a:rPr lang="en-US" dirty="0"/>
              <a:t>What is the Recurrence relationship?</a:t>
            </a:r>
          </a:p>
          <a:p>
            <a:pPr lvl="1"/>
            <a:r>
              <a:rPr lang="en-US" dirty="0"/>
              <a:t>T(n) = T(n-1) + T(n-2) + 1</a:t>
            </a:r>
          </a:p>
          <a:p>
            <a:r>
              <a:rPr lang="en-US" dirty="0"/>
              <a:t>What is the solution to this?</a:t>
            </a:r>
          </a:p>
          <a:p>
            <a:pPr lvl="1"/>
            <a:r>
              <a:rPr lang="en-US" dirty="0"/>
              <a:t>Since T(n) &lt; 2T(n-1) an upper bound is O(2</a:t>
            </a:r>
            <a:r>
              <a:rPr lang="en-US" baseline="30000" dirty="0"/>
              <a:t>n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Since T(n) &gt; 2T(n-2) A lower bound is </a:t>
            </a:r>
            <a:r>
              <a:rPr lang="en-US" dirty="0">
                <a:sym typeface="Symbol"/>
              </a:rPr>
              <a:t>(2</a:t>
            </a:r>
            <a:r>
              <a:rPr lang="en-US" baseline="30000" dirty="0">
                <a:sym typeface="Symbol"/>
              </a:rPr>
              <a:t>n/2</a:t>
            </a:r>
            <a:r>
              <a:rPr lang="en-US" dirty="0">
                <a:sym typeface="Symbol"/>
              </a:rPr>
              <a:t>).</a:t>
            </a:r>
            <a:endParaRPr lang="en-US" dirty="0"/>
          </a:p>
          <a:p>
            <a:pPr lvl="1"/>
            <a:r>
              <a:rPr lang="en-US" dirty="0"/>
              <a:t>In fact T(n) = </a:t>
            </a:r>
            <a:r>
              <a:rPr lang="en-US" dirty="0">
                <a:sym typeface="Symbol"/>
              </a:rPr>
              <a:t></a:t>
            </a:r>
            <a:r>
              <a:rPr lang="en-US" dirty="0"/>
              <a:t>(F(n)), since T(n) grows very similarly to F(n), </a:t>
            </a:r>
          </a:p>
          <a:p>
            <a:r>
              <a:rPr lang="en-US" dirty="0"/>
              <a:t>This is exponential in n; can we do better?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79"/>
            <a:ext cx="10515600" cy="1325563"/>
          </a:xfrm>
        </p:spPr>
        <p:txBody>
          <a:bodyPr/>
          <a:lstStyle/>
          <a:p>
            <a:r>
              <a:rPr lang="en-US" dirty="0"/>
              <a:t>Why is the top-down approach so inefficient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629401" y="1371601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Fib(5)</a:t>
            </a:r>
            <a:br>
              <a:rPr lang="en-US" dirty="0"/>
            </a:br>
            <a:r>
              <a:rPr lang="en-US" dirty="0"/>
              <a:t>    +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H="1">
            <a:off x="5257800" y="18288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648201" y="2438401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Fib(4)</a:t>
            </a:r>
            <a:br>
              <a:rPr lang="en-US" dirty="0"/>
            </a:br>
            <a:r>
              <a:rPr lang="en-US" dirty="0"/>
              <a:t>    +</a:t>
            </a: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7239000" y="18288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991476" y="23463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Fib(3)</a:t>
            </a:r>
            <a:br>
              <a:rPr lang="en-US"/>
            </a:br>
            <a:r>
              <a:rPr lang="en-US"/>
              <a:t>    +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495676" y="33369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Fib(3)</a:t>
            </a:r>
            <a:br>
              <a:rPr lang="en-US"/>
            </a:br>
            <a:r>
              <a:rPr lang="en-US"/>
              <a:t>    +</a:t>
            </a: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4267200" y="30480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105400" y="3048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5400676" y="3429001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Fib(2)</a:t>
            </a:r>
            <a:br>
              <a:rPr lang="en-US"/>
            </a:br>
            <a:r>
              <a:rPr lang="en-US"/>
              <a:t>    +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467601" y="33369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Fib(2)</a:t>
            </a:r>
            <a:br>
              <a:rPr lang="en-US"/>
            </a:br>
            <a:r>
              <a:rPr lang="en-US"/>
              <a:t>    +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8829676" y="3352801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Fib(1)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H="1">
            <a:off x="7924800" y="2895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8686800" y="2895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743201" y="41751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Fib(2)</a:t>
            </a:r>
            <a:br>
              <a:rPr lang="en-US"/>
            </a:br>
            <a:r>
              <a:rPr lang="en-US"/>
              <a:t>    +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4038601" y="41751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Fib(1)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428876" y="50895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Fib(1)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3419476" y="50895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Fib(0)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H="1">
            <a:off x="2819400" y="48006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3352800" y="48006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5095876" y="42513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Fib(1)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6086476" y="42513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Fib(0)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 flipH="1">
            <a:off x="54864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60198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7153276" y="42513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Fib(1)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8143876" y="4251326"/>
            <a:ext cx="723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Fib(0)</a:t>
            </a:r>
            <a:br>
              <a:rPr lang="en-US"/>
            </a:br>
            <a:r>
              <a:rPr lang="en-US"/>
              <a:t>    </a:t>
            </a: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 flipH="1">
            <a:off x="75438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80772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 flipH="1">
            <a:off x="3276600" y="3886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4191000" y="3886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Oval 34"/>
          <p:cNvSpPr>
            <a:spLocks noChangeArrowheads="1"/>
          </p:cNvSpPr>
          <p:nvPr/>
        </p:nvSpPr>
        <p:spPr bwMode="auto">
          <a:xfrm>
            <a:off x="2362200" y="4114800"/>
            <a:ext cx="1905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Oval 35"/>
          <p:cNvSpPr>
            <a:spLocks noChangeArrowheads="1"/>
          </p:cNvSpPr>
          <p:nvPr/>
        </p:nvSpPr>
        <p:spPr bwMode="auto">
          <a:xfrm>
            <a:off x="4953000" y="3276600"/>
            <a:ext cx="1905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Oval 36"/>
          <p:cNvSpPr>
            <a:spLocks noChangeArrowheads="1"/>
          </p:cNvSpPr>
          <p:nvPr/>
        </p:nvSpPr>
        <p:spPr bwMode="auto">
          <a:xfrm>
            <a:off x="7086600" y="3276600"/>
            <a:ext cx="1905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Oval 37"/>
          <p:cNvSpPr>
            <a:spLocks noChangeArrowheads="1"/>
          </p:cNvSpPr>
          <p:nvPr/>
        </p:nvSpPr>
        <p:spPr bwMode="auto">
          <a:xfrm>
            <a:off x="2209800" y="2895600"/>
            <a:ext cx="2667000" cy="3581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Oval 38"/>
          <p:cNvSpPr>
            <a:spLocks noChangeArrowheads="1"/>
          </p:cNvSpPr>
          <p:nvPr/>
        </p:nvSpPr>
        <p:spPr bwMode="auto">
          <a:xfrm>
            <a:off x="7010400" y="2209800"/>
            <a:ext cx="2743200" cy="3581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AFE0999B-9716-43D6-AA5A-C87B0A766BF4}"/>
              </a:ext>
            </a:extLst>
          </p:cNvPr>
          <p:cNvSpPr txBox="1">
            <a:spLocks noChangeArrowheads="1"/>
          </p:cNvSpPr>
          <p:nvPr/>
        </p:nvSpPr>
        <p:spPr>
          <a:xfrm>
            <a:off x="237269" y="1560047"/>
            <a:ext cx="4822046" cy="13355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Recomputes the same sub-problem multiple times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0A4936-CFFD-4424-B394-B0B076FBD187}"/>
              </a:ext>
            </a:extLst>
          </p:cNvPr>
          <p:cNvGrpSpPr/>
          <p:nvPr/>
        </p:nvGrpSpPr>
        <p:grpSpPr>
          <a:xfrm>
            <a:off x="1054936" y="3918392"/>
            <a:ext cx="6956101" cy="1843088"/>
            <a:chOff x="3026099" y="3782623"/>
            <a:chExt cx="6956101" cy="1843088"/>
          </a:xfrm>
        </p:grpSpPr>
        <p:graphicFrame>
          <p:nvGraphicFramePr>
            <p:cNvPr id="41062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2757834"/>
                </p:ext>
              </p:extLst>
            </p:nvPr>
          </p:nvGraphicFramePr>
          <p:xfrm>
            <a:off x="3026099" y="3782623"/>
            <a:ext cx="6892925" cy="1843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Document" r:id="rId4" imgW="6582959" imgH="1759967" progId="Word.Document.8">
                    <p:embed/>
                  </p:oleObj>
                </mc:Choice>
                <mc:Fallback>
                  <p:oleObj name="Document" r:id="rId4" imgW="6582959" imgH="1759967" progId="Word.Document.8">
                    <p:embed/>
                    <p:pic>
                      <p:nvPicPr>
                        <p:cNvPr id="41062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6099" y="3782623"/>
                          <a:ext cx="6892925" cy="18430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629" name="Line 5"/>
            <p:cNvSpPr>
              <a:spLocks noChangeShapeType="1"/>
            </p:cNvSpPr>
            <p:nvPr/>
          </p:nvSpPr>
          <p:spPr bwMode="auto">
            <a:xfrm>
              <a:off x="3276600" y="4064000"/>
              <a:ext cx="67056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0" name="Line 6"/>
            <p:cNvSpPr>
              <a:spLocks noChangeShapeType="1"/>
            </p:cNvSpPr>
            <p:nvPr/>
          </p:nvSpPr>
          <p:spPr bwMode="auto">
            <a:xfrm>
              <a:off x="3276600" y="4597400"/>
              <a:ext cx="67056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1" name="Line 7"/>
            <p:cNvSpPr>
              <a:spLocks noChangeShapeType="1"/>
            </p:cNvSpPr>
            <p:nvPr/>
          </p:nvSpPr>
          <p:spPr bwMode="auto">
            <a:xfrm>
              <a:off x="32766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2" name="Line 8"/>
            <p:cNvSpPr>
              <a:spLocks noChangeShapeType="1"/>
            </p:cNvSpPr>
            <p:nvPr/>
          </p:nvSpPr>
          <p:spPr bwMode="auto">
            <a:xfrm>
              <a:off x="40386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3" name="Line 9"/>
            <p:cNvSpPr>
              <a:spLocks noChangeShapeType="1"/>
            </p:cNvSpPr>
            <p:nvPr/>
          </p:nvSpPr>
          <p:spPr bwMode="auto">
            <a:xfrm>
              <a:off x="48006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4" name="Line 10"/>
            <p:cNvSpPr>
              <a:spLocks noChangeShapeType="1"/>
            </p:cNvSpPr>
            <p:nvPr/>
          </p:nvSpPr>
          <p:spPr bwMode="auto">
            <a:xfrm>
              <a:off x="57150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5" name="Line 11"/>
            <p:cNvSpPr>
              <a:spLocks noChangeShapeType="1"/>
            </p:cNvSpPr>
            <p:nvPr/>
          </p:nvSpPr>
          <p:spPr bwMode="auto">
            <a:xfrm>
              <a:off x="67056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6" name="Line 12"/>
            <p:cNvSpPr>
              <a:spLocks noChangeShapeType="1"/>
            </p:cNvSpPr>
            <p:nvPr/>
          </p:nvSpPr>
          <p:spPr bwMode="auto">
            <a:xfrm>
              <a:off x="79248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7" name="Line 13"/>
            <p:cNvSpPr>
              <a:spLocks noChangeShapeType="1"/>
            </p:cNvSpPr>
            <p:nvPr/>
          </p:nvSpPr>
          <p:spPr bwMode="auto">
            <a:xfrm>
              <a:off x="90678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8" name="Line 14"/>
            <p:cNvSpPr>
              <a:spLocks noChangeShapeType="1"/>
            </p:cNvSpPr>
            <p:nvPr/>
          </p:nvSpPr>
          <p:spPr bwMode="auto">
            <a:xfrm>
              <a:off x="9982200" y="40640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908716" y="1713483"/>
            <a:ext cx="7873199" cy="4351338"/>
          </a:xfrm>
        </p:spPr>
        <p:txBody>
          <a:bodyPr>
            <a:normAutofit fontScale="70000" lnSpcReduction="20000"/>
          </a:bodyPr>
          <a:lstStyle/>
          <a:p>
            <a:pPr marL="342900" lvl="1" indent="-342900">
              <a:buSzPct val="80000"/>
            </a:pPr>
            <a:r>
              <a:rPr lang="en-US" sz="3200" dirty="0"/>
              <a:t>Computing the n</a:t>
            </a:r>
            <a:r>
              <a:rPr lang="en-US" sz="3200" u="sng" baseline="30000" dirty="0"/>
              <a:t>th</a:t>
            </a:r>
            <a:r>
              <a:rPr lang="en-US" sz="3200" dirty="0"/>
              <a:t> Fibonacci number using a bottom-up approach:</a:t>
            </a:r>
          </a:p>
          <a:p>
            <a:pPr lvl="1"/>
            <a:r>
              <a:rPr lang="en-US" dirty="0"/>
              <a:t>F(0) = 0</a:t>
            </a:r>
          </a:p>
          <a:p>
            <a:pPr lvl="1"/>
            <a:r>
              <a:rPr lang="en-US" dirty="0"/>
              <a:t>F(1) = 1 </a:t>
            </a:r>
          </a:p>
          <a:p>
            <a:pPr lvl="1"/>
            <a:r>
              <a:rPr lang="en-US" dirty="0"/>
              <a:t>F(2) = 1+0 = 1</a:t>
            </a:r>
          </a:p>
          <a:p>
            <a:pPr lvl="1"/>
            <a:r>
              <a:rPr lang="en-US" dirty="0"/>
              <a:t>  …    </a:t>
            </a:r>
          </a:p>
          <a:p>
            <a:pPr lvl="1"/>
            <a:r>
              <a:rPr lang="en-US" dirty="0"/>
              <a:t>F(n-2) = </a:t>
            </a:r>
          </a:p>
          <a:p>
            <a:pPr lvl="1"/>
            <a:r>
              <a:rPr lang="en-US" dirty="0"/>
              <a:t>F(n-1) = </a:t>
            </a:r>
          </a:p>
          <a:p>
            <a:pPr lvl="1"/>
            <a:r>
              <a:rPr lang="en-US" dirty="0"/>
              <a:t>F(n) = F(n-1) + F(n-2)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Efficiency: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Time – O(n) word operations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Space – O(n), actually O(1) since only last terms need remembering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dirty="0"/>
              <a:t>     [will consider space again when studying edit distance and </a:t>
            </a:r>
            <a:r>
              <a:rPr lang="en-US"/>
              <a:t>sequence alignment</a:t>
            </a:r>
            <a:endParaRPr lang="en-US" dirty="0"/>
          </a:p>
          <a:p>
            <a:endParaRPr lang="en-US" dirty="0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Fibonacci Numbers – bottom up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technical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Taking a precise bit-complexity viewpoint</a:t>
            </a:r>
          </a:p>
          <a:p>
            <a:pPr lvl="1"/>
            <a:r>
              <a:rPr lang="en-US" dirty="0"/>
              <a:t>Input is specified using log n bits</a:t>
            </a:r>
          </a:p>
          <a:p>
            <a:pPr lvl="1"/>
            <a:r>
              <a:rPr lang="en-US" dirty="0"/>
              <a:t>Output is 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Ω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(n) bits or exponential</a:t>
            </a:r>
            <a:endParaRPr lang="en-US" dirty="0"/>
          </a:p>
          <a:p>
            <a:r>
              <a:rPr lang="en-US" dirty="0"/>
              <a:t>Time complexity of bottom-up is O(n</a:t>
            </a:r>
            <a:r>
              <a:rPr lang="en-US" baseline="30000" dirty="0"/>
              <a:t>2</a:t>
            </a:r>
            <a:r>
              <a:rPr lang="en-US" dirty="0"/>
              <a:t>) </a:t>
            </a:r>
          </a:p>
          <a:p>
            <a:r>
              <a:rPr lang="en-US" dirty="0"/>
              <a:t>Using a matrix powering approach can do O(</a:t>
            </a:r>
            <a:r>
              <a:rPr lang="en-US" dirty="0" err="1"/>
              <a:t>nlogn</a:t>
            </a:r>
            <a:r>
              <a:rPr lang="en-US" dirty="0"/>
              <a:t>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9408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term Dynamic Programming comes from Control Theory, not computer science. Programming refers to the use of tables (arrays) to construct a solution.</a:t>
            </a:r>
          </a:p>
          <a:p>
            <a:pPr>
              <a:lnSpc>
                <a:spcPct val="90000"/>
              </a:lnSpc>
            </a:pPr>
            <a:r>
              <a:rPr lang="en-US" dirty="0"/>
              <a:t>In dynamic programming we usually reduce time by increasing the amount of space</a:t>
            </a:r>
          </a:p>
          <a:p>
            <a:pPr>
              <a:lnSpc>
                <a:spcPct val="90000"/>
              </a:lnSpc>
            </a:pPr>
            <a:r>
              <a:rPr lang="en-US" dirty="0"/>
              <a:t>We solve the problem by solving sub-problems of increasing size and saving each optimal solution in a table (usually). </a:t>
            </a:r>
          </a:p>
          <a:p>
            <a:pPr>
              <a:lnSpc>
                <a:spcPct val="90000"/>
              </a:lnSpc>
            </a:pPr>
            <a:r>
              <a:rPr lang="en-US" dirty="0"/>
              <a:t>The table is then used for finding the optimal solution to larger problems. </a:t>
            </a:r>
          </a:p>
          <a:p>
            <a:pPr>
              <a:lnSpc>
                <a:spcPct val="90000"/>
              </a:lnSpc>
            </a:pPr>
            <a:r>
              <a:rPr lang="en-US" dirty="0"/>
              <a:t>Time is saved since each sub-problem is solved only once.</a:t>
            </a:r>
          </a:p>
        </p:txBody>
      </p:sp>
    </p:spTree>
    <p:extLst>
      <p:ext uri="{BB962C8B-B14F-4D97-AF65-F5344CB8AC3E}">
        <p14:creationId xmlns:p14="http://schemas.microsoft.com/office/powerpoint/2010/main" val="225614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97" y="0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97" y="1420442"/>
            <a:ext cx="8891674" cy="561551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Dynamic programming </a:t>
            </a:r>
            <a:r>
              <a:rPr lang="en-US" dirty="0"/>
              <a:t>refers to a strategy of solving (and remembering) solutions to subproblems that can be used to compute larger solutions</a:t>
            </a:r>
          </a:p>
          <a:p>
            <a:pPr lvl="1"/>
            <a:r>
              <a:rPr lang="en-US" dirty="0"/>
              <a:t>Typically this involves filling in a table of problem solutions</a:t>
            </a:r>
          </a:p>
          <a:p>
            <a:pPr lvl="1"/>
            <a:r>
              <a:rPr lang="en-US" dirty="0"/>
              <a:t>Should be polynomial number of subproblems and a recurrence that describes how to combine the answers</a:t>
            </a:r>
          </a:p>
          <a:p>
            <a:pPr lvl="1"/>
            <a:r>
              <a:rPr lang="en-US" dirty="0"/>
              <a:t>Good fit when Divide and Conquer can’t neatly divide up the work</a:t>
            </a:r>
          </a:p>
          <a:p>
            <a:r>
              <a:rPr lang="en-US" dirty="0"/>
              <a:t>When solving problems recursively, </a:t>
            </a:r>
            <a:r>
              <a:rPr lang="en-US" i="1" dirty="0" err="1"/>
              <a:t>memoization</a:t>
            </a:r>
            <a:r>
              <a:rPr lang="en-US" i="1" dirty="0"/>
              <a:t> </a:t>
            </a:r>
            <a:r>
              <a:rPr lang="en-US" dirty="0"/>
              <a:t>can ensure values aren’t recomputed by remembering function call results directly</a:t>
            </a:r>
          </a:p>
          <a:p>
            <a:pPr lvl="1"/>
            <a:r>
              <a:rPr lang="en-US" dirty="0"/>
              <a:t>Without this, we may end up redoing a lot of work even while using the same basic recurrence as iterative approach</a:t>
            </a:r>
          </a:p>
          <a:p>
            <a:r>
              <a:rPr lang="en-US" dirty="0"/>
              <a:t>Main Takeaway: Remember solutions to smaller sub-problems and reuse to solve the larger problem. Often beats divide &amp; conquer and greedy</a:t>
            </a:r>
          </a:p>
        </p:txBody>
      </p:sp>
    </p:spTree>
    <p:extLst>
      <p:ext uri="{BB962C8B-B14F-4D97-AF65-F5344CB8AC3E}">
        <p14:creationId xmlns:p14="http://schemas.microsoft.com/office/powerpoint/2010/main" val="40141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948</Words>
  <Application>Microsoft Office PowerPoint</Application>
  <PresentationFormat>Widescreen</PresentationFormat>
  <Paragraphs>109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Cambria</vt:lpstr>
      <vt:lpstr>Arial</vt:lpstr>
      <vt:lpstr>Calibri Light</vt:lpstr>
      <vt:lpstr>Calibri</vt:lpstr>
      <vt:lpstr>Office Theme</vt:lpstr>
      <vt:lpstr>Office Theme</vt:lpstr>
      <vt:lpstr>Document</vt:lpstr>
      <vt:lpstr>CS5800 – ALGORITHMS  MODULE 8. DYNAMIC PROGRAMMING - I  Lesson 1: Fibonacci Series</vt:lpstr>
      <vt:lpstr>Topics</vt:lpstr>
      <vt:lpstr>Dynamic Programming</vt:lpstr>
      <vt:lpstr>What is the Fibonacci sequence?</vt:lpstr>
      <vt:lpstr>Fibonacci numbers in nature</vt:lpstr>
      <vt:lpstr>Computing the Fibonacci Numbers  </vt:lpstr>
      <vt:lpstr>Time complexity of top-down approach</vt:lpstr>
      <vt:lpstr>Why is the top-down approach so inefficient</vt:lpstr>
      <vt:lpstr>Computing Fibonacci Numbers – bottom up</vt:lpstr>
      <vt:lpstr>Some technical issues</vt:lpstr>
      <vt:lpstr>Dynamic Programming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Sundaram, Ravi</cp:lastModifiedBy>
  <cp:revision>20</cp:revision>
  <dcterms:created xsi:type="dcterms:W3CDTF">2019-09-13T03:48:54Z</dcterms:created>
  <dcterms:modified xsi:type="dcterms:W3CDTF">2020-09-10T03:56:47Z</dcterms:modified>
</cp:coreProperties>
</file>