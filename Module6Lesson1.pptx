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</p:sldMasterIdLst>
  <p:notesMasterIdLst>
    <p:notesMasterId r:id="rId13"/>
  </p:notesMasterIdLst>
  <p:sldIdLst>
    <p:sldId id="257" r:id="rId3"/>
    <p:sldId id="515" r:id="rId4"/>
    <p:sldId id="347" r:id="rId5"/>
    <p:sldId id="504" r:id="rId6"/>
    <p:sldId id="505" r:id="rId7"/>
    <p:sldId id="506" r:id="rId8"/>
    <p:sldId id="507" r:id="rId9"/>
    <p:sldId id="518" r:id="rId10"/>
    <p:sldId id="516" r:id="rId11"/>
    <p:sldId id="517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Comic Sans MS" panose="030F0702030302020204" pitchFamily="66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477FEE-C082-46EB-8C88-3B3B9D4A377E}" v="123" dt="2020-08-27T23:54:46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Sundaram" userId="a7df020c0a403423" providerId="LiveId" clId="{64477FEE-C082-46EB-8C88-3B3B9D4A377E}"/>
    <pc:docChg chg="custSel addSld delSld modSld sldOrd delMainMaster">
      <pc:chgData name="Ravi Sundaram" userId="a7df020c0a403423" providerId="LiveId" clId="{64477FEE-C082-46EB-8C88-3B3B9D4A377E}" dt="2020-08-28T03:38:24.202" v="906" actId="20577"/>
      <pc:docMkLst>
        <pc:docMk/>
      </pc:docMkLst>
      <pc:sldChg chg="modSp">
        <pc:chgData name="Ravi Sundaram" userId="a7df020c0a403423" providerId="LiveId" clId="{64477FEE-C082-46EB-8C88-3B3B9D4A377E}" dt="2020-08-28T03:38:24.202" v="906" actId="20577"/>
        <pc:sldMkLst>
          <pc:docMk/>
          <pc:sldMk cId="4099122483" sldId="257"/>
        </pc:sldMkLst>
        <pc:spChg chg="mod">
          <ac:chgData name="Ravi Sundaram" userId="a7df020c0a403423" providerId="LiveId" clId="{64477FEE-C082-46EB-8C88-3B3B9D4A377E}" dt="2020-08-28T03:38:24.202" v="906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del">
        <pc:chgData name="Ravi Sundaram" userId="a7df020c0a403423" providerId="LiveId" clId="{64477FEE-C082-46EB-8C88-3B3B9D4A377E}" dt="2020-08-27T22:15:23.271" v="74" actId="2696"/>
        <pc:sldMkLst>
          <pc:docMk/>
          <pc:sldMk cId="3479009568" sldId="258"/>
        </pc:sldMkLst>
      </pc:sldChg>
      <pc:sldChg chg="del">
        <pc:chgData name="Ravi Sundaram" userId="a7df020c0a403423" providerId="LiveId" clId="{64477FEE-C082-46EB-8C88-3B3B9D4A377E}" dt="2020-08-27T22:09:02.776" v="8" actId="2696"/>
        <pc:sldMkLst>
          <pc:docMk/>
          <pc:sldMk cId="0" sldId="280"/>
        </pc:sldMkLst>
      </pc:sldChg>
      <pc:sldChg chg="del">
        <pc:chgData name="Ravi Sundaram" userId="a7df020c0a403423" providerId="LiveId" clId="{64477FEE-C082-46EB-8C88-3B3B9D4A377E}" dt="2020-08-27T22:09:02.884" v="12" actId="2696"/>
        <pc:sldMkLst>
          <pc:docMk/>
          <pc:sldMk cId="0" sldId="281"/>
        </pc:sldMkLst>
      </pc:sldChg>
      <pc:sldChg chg="del">
        <pc:chgData name="Ravi Sundaram" userId="a7df020c0a403423" providerId="LiveId" clId="{64477FEE-C082-46EB-8C88-3B3B9D4A377E}" dt="2020-08-27T22:09:02.913" v="13" actId="2696"/>
        <pc:sldMkLst>
          <pc:docMk/>
          <pc:sldMk cId="0" sldId="282"/>
        </pc:sldMkLst>
      </pc:sldChg>
      <pc:sldChg chg="del">
        <pc:chgData name="Ravi Sundaram" userId="a7df020c0a403423" providerId="LiveId" clId="{64477FEE-C082-46EB-8C88-3B3B9D4A377E}" dt="2020-08-27T22:09:02.927" v="14" actId="2696"/>
        <pc:sldMkLst>
          <pc:docMk/>
          <pc:sldMk cId="0" sldId="283"/>
        </pc:sldMkLst>
      </pc:sldChg>
      <pc:sldChg chg="del">
        <pc:chgData name="Ravi Sundaram" userId="a7df020c0a403423" providerId="LiveId" clId="{64477FEE-C082-46EB-8C88-3B3B9D4A377E}" dt="2020-08-27T22:09:02.719" v="6" actId="2696"/>
        <pc:sldMkLst>
          <pc:docMk/>
          <pc:sldMk cId="0" sldId="313"/>
        </pc:sldMkLst>
      </pc:sldChg>
      <pc:sldChg chg="del">
        <pc:chgData name="Ravi Sundaram" userId="a7df020c0a403423" providerId="LiveId" clId="{64477FEE-C082-46EB-8C88-3B3B9D4A377E}" dt="2020-08-27T22:09:02.828" v="10" actId="2696"/>
        <pc:sldMkLst>
          <pc:docMk/>
          <pc:sldMk cId="0" sldId="345"/>
        </pc:sldMkLst>
      </pc:sldChg>
      <pc:sldChg chg="del">
        <pc:chgData name="Ravi Sundaram" userId="a7df020c0a403423" providerId="LiveId" clId="{64477FEE-C082-46EB-8C88-3B3B9D4A377E}" dt="2020-08-27T22:24:29.696" v="355" actId="2696"/>
        <pc:sldMkLst>
          <pc:docMk/>
          <pc:sldMk cId="4014147109" sldId="346"/>
        </pc:sldMkLst>
      </pc:sldChg>
      <pc:sldChg chg="add">
        <pc:chgData name="Ravi Sundaram" userId="a7df020c0a403423" providerId="LiveId" clId="{64477FEE-C082-46EB-8C88-3B3B9D4A377E}" dt="2020-08-27T22:12:54.632" v="18"/>
        <pc:sldMkLst>
          <pc:docMk/>
          <pc:sldMk cId="546911049" sldId="347"/>
        </pc:sldMkLst>
      </pc:sldChg>
      <pc:sldChg chg="del">
        <pc:chgData name="Ravi Sundaram" userId="a7df020c0a403423" providerId="LiveId" clId="{64477FEE-C082-46EB-8C88-3B3B9D4A377E}" dt="2020-08-27T22:09:02.681" v="5" actId="2696"/>
        <pc:sldMkLst>
          <pc:docMk/>
          <pc:sldMk cId="2059021238" sldId="347"/>
        </pc:sldMkLst>
      </pc:sldChg>
      <pc:sldChg chg="add del">
        <pc:chgData name="Ravi Sundaram" userId="a7df020c0a403423" providerId="LiveId" clId="{64477FEE-C082-46EB-8C88-3B3B9D4A377E}" dt="2020-08-27T22:25:20.458" v="356" actId="2696"/>
        <pc:sldMkLst>
          <pc:docMk/>
          <pc:sldMk cId="3896283443" sldId="348"/>
        </pc:sldMkLst>
      </pc:sldChg>
      <pc:sldChg chg="del">
        <pc:chgData name="Ravi Sundaram" userId="a7df020c0a403423" providerId="LiveId" clId="{64477FEE-C082-46EB-8C88-3B3B9D4A377E}" dt="2020-08-27T22:09:02.742" v="7" actId="2696"/>
        <pc:sldMkLst>
          <pc:docMk/>
          <pc:sldMk cId="1640693443" sldId="349"/>
        </pc:sldMkLst>
      </pc:sldChg>
      <pc:sldChg chg="del">
        <pc:chgData name="Ravi Sundaram" userId="a7df020c0a403423" providerId="LiveId" clId="{64477FEE-C082-46EB-8C88-3B3B9D4A377E}" dt="2020-08-27T22:09:02.796" v="9" actId="2696"/>
        <pc:sldMkLst>
          <pc:docMk/>
          <pc:sldMk cId="2315145716" sldId="350"/>
        </pc:sldMkLst>
      </pc:sldChg>
      <pc:sldChg chg="del">
        <pc:chgData name="Ravi Sundaram" userId="a7df020c0a403423" providerId="LiveId" clId="{64477FEE-C082-46EB-8C88-3B3B9D4A377E}" dt="2020-08-27T22:09:02.856" v="11" actId="2696"/>
        <pc:sldMkLst>
          <pc:docMk/>
          <pc:sldMk cId="2856967658" sldId="351"/>
        </pc:sldMkLst>
      </pc:sldChg>
      <pc:sldChg chg="addSp delSp modSp add del">
        <pc:chgData name="Ravi Sundaram" userId="a7df020c0a403423" providerId="LiveId" clId="{64477FEE-C082-46EB-8C88-3B3B9D4A377E}" dt="2020-08-27T22:27:01.154" v="368" actId="2696"/>
        <pc:sldMkLst>
          <pc:docMk/>
          <pc:sldMk cId="1626067994" sldId="504"/>
        </pc:sldMkLst>
        <pc:spChg chg="add del mod">
          <ac:chgData name="Ravi Sundaram" userId="a7df020c0a403423" providerId="LiveId" clId="{64477FEE-C082-46EB-8C88-3B3B9D4A377E}" dt="2020-08-27T22:26:34.675" v="365" actId="478"/>
          <ac:spMkLst>
            <pc:docMk/>
            <pc:sldMk cId="1626067994" sldId="504"/>
            <ac:spMk id="2" creationId="{B40BC58D-9EB2-4188-9517-151DC406CAA7}"/>
          </ac:spMkLst>
        </pc:spChg>
        <pc:spChg chg="del">
          <ac:chgData name="Ravi Sundaram" userId="a7df020c0a403423" providerId="LiveId" clId="{64477FEE-C082-46EB-8C88-3B3B9D4A377E}" dt="2020-08-27T22:27:23.718" v="373" actId="478"/>
          <ac:spMkLst>
            <pc:docMk/>
            <pc:sldMk cId="1626067994" sldId="504"/>
            <ac:spMk id="22" creationId="{F86F0281-4955-4A94-832D-CB38F7A85A26}"/>
          </ac:spMkLst>
        </pc:spChg>
        <pc:spChg chg="add mod">
          <ac:chgData name="Ravi Sundaram" userId="a7df020c0a403423" providerId="LiveId" clId="{64477FEE-C082-46EB-8C88-3B3B9D4A377E}" dt="2020-08-27T22:27:45.244" v="404" actId="20577"/>
          <ac:spMkLst>
            <pc:docMk/>
            <pc:sldMk cId="1626067994" sldId="504"/>
            <ac:spMk id="23" creationId="{73C5B838-6FF3-4850-BF93-5E456CADA513}"/>
          </ac:spMkLst>
        </pc:spChg>
        <pc:spChg chg="add del mod">
          <ac:chgData name="Ravi Sundaram" userId="a7df020c0a403423" providerId="LiveId" clId="{64477FEE-C082-46EB-8C88-3B3B9D4A377E}" dt="2020-08-27T22:26:51.526" v="367" actId="478"/>
          <ac:spMkLst>
            <pc:docMk/>
            <pc:sldMk cId="1626067994" sldId="504"/>
            <ac:spMk id="23" creationId="{B373D918-B0C6-4096-B137-DD92CBD20934}"/>
          </ac:spMkLst>
        </pc:spChg>
        <pc:spChg chg="del mod">
          <ac:chgData name="Ravi Sundaram" userId="a7df020c0a403423" providerId="LiveId" clId="{64477FEE-C082-46EB-8C88-3B3B9D4A377E}" dt="2020-08-27T22:26:29.276" v="363" actId="478"/>
          <ac:spMkLst>
            <pc:docMk/>
            <pc:sldMk cId="1626067994" sldId="504"/>
            <ac:spMk id="641026" creationId="{F100F030-B0B4-4DCC-B425-8F3B0EB732F1}"/>
          </ac:spMkLst>
        </pc:spChg>
        <pc:spChg chg="mod">
          <ac:chgData name="Ravi Sundaram" userId="a7df020c0a403423" providerId="LiveId" clId="{64477FEE-C082-46EB-8C88-3B3B9D4A377E}" dt="2020-08-27T22:27:15.620" v="371" actId="1076"/>
          <ac:spMkLst>
            <pc:docMk/>
            <pc:sldMk cId="1626067994" sldId="504"/>
            <ac:spMk id="641027" creationId="{E545D1BD-FEFC-4EF8-AA59-055A6A5B5AD8}"/>
          </ac:spMkLst>
        </pc:spChg>
        <pc:grpChg chg="mod">
          <ac:chgData name="Ravi Sundaram" userId="a7df020c0a403423" providerId="LiveId" clId="{64477FEE-C082-46EB-8C88-3B3B9D4A377E}" dt="2020-08-27T22:17:34.571" v="178" actId="1076"/>
          <ac:grpSpMkLst>
            <pc:docMk/>
            <pc:sldMk cId="1626067994" sldId="504"/>
            <ac:grpSpMk id="641035" creationId="{4B7E595C-3B05-441D-A53E-A7D266BBC2F9}"/>
          </ac:grpSpMkLst>
        </pc:grpChg>
      </pc:sldChg>
      <pc:sldChg chg="add del">
        <pc:chgData name="Ravi Sundaram" userId="a7df020c0a403423" providerId="LiveId" clId="{64477FEE-C082-46EB-8C88-3B3B9D4A377E}" dt="2020-08-27T22:28:14.786" v="407" actId="2696"/>
        <pc:sldMkLst>
          <pc:docMk/>
          <pc:sldMk cId="1681349088" sldId="505"/>
        </pc:sldMkLst>
      </pc:sldChg>
      <pc:sldChg chg="addSp delSp modSp add">
        <pc:chgData name="Ravi Sundaram" userId="a7df020c0a403423" providerId="LiveId" clId="{64477FEE-C082-46EB-8C88-3B3B9D4A377E}" dt="2020-08-27T22:48:59.995" v="837" actId="255"/>
        <pc:sldMkLst>
          <pc:docMk/>
          <pc:sldMk cId="1770974995" sldId="505"/>
        </pc:sldMkLst>
        <pc:spChg chg="del">
          <ac:chgData name="Ravi Sundaram" userId="a7df020c0a403423" providerId="LiveId" clId="{64477FEE-C082-46EB-8C88-3B3B9D4A377E}" dt="2020-08-27T22:30:13.219" v="446" actId="478"/>
          <ac:spMkLst>
            <pc:docMk/>
            <pc:sldMk cId="1770974995" sldId="505"/>
            <ac:spMk id="7" creationId="{A34B2C08-FEE1-4860-B2D0-C98B615F85BA}"/>
          </ac:spMkLst>
        </pc:spChg>
        <pc:spChg chg="add mod">
          <ac:chgData name="Ravi Sundaram" userId="a7df020c0a403423" providerId="LiveId" clId="{64477FEE-C082-46EB-8C88-3B3B9D4A377E}" dt="2020-08-27T22:47:43.526" v="807" actId="20577"/>
          <ac:spMkLst>
            <pc:docMk/>
            <pc:sldMk cId="1770974995" sldId="505"/>
            <ac:spMk id="8" creationId="{DB3C8CAE-A393-495D-8AC6-6CE7031644A8}"/>
          </ac:spMkLst>
        </pc:spChg>
        <pc:spChg chg="mod">
          <ac:chgData name="Ravi Sundaram" userId="a7df020c0a403423" providerId="LiveId" clId="{64477FEE-C082-46EB-8C88-3B3B9D4A377E}" dt="2020-08-27T22:48:15.572" v="833" actId="5793"/>
          <ac:spMkLst>
            <pc:docMk/>
            <pc:sldMk cId="1770974995" sldId="505"/>
            <ac:spMk id="643075" creationId="{56DAAEF9-2F69-49DC-B4F3-B52C79D98BD4}"/>
          </ac:spMkLst>
        </pc:spChg>
        <pc:spChg chg="mod">
          <ac:chgData name="Ravi Sundaram" userId="a7df020c0a403423" providerId="LiveId" clId="{64477FEE-C082-46EB-8C88-3B3B9D4A377E}" dt="2020-08-27T22:48:19.628" v="834" actId="1076"/>
          <ac:spMkLst>
            <pc:docMk/>
            <pc:sldMk cId="1770974995" sldId="505"/>
            <ac:spMk id="643076" creationId="{44EC1FC5-7E8B-4E83-B53D-1B160EBAF526}"/>
          </ac:spMkLst>
        </pc:spChg>
        <pc:spChg chg="mod">
          <ac:chgData name="Ravi Sundaram" userId="a7df020c0a403423" providerId="LiveId" clId="{64477FEE-C082-46EB-8C88-3B3B9D4A377E}" dt="2020-08-27T22:48:59.995" v="837" actId="255"/>
          <ac:spMkLst>
            <pc:docMk/>
            <pc:sldMk cId="1770974995" sldId="505"/>
            <ac:spMk id="643077" creationId="{281E4B75-EEF3-41FC-88F1-0632E5392A30}"/>
          </ac:spMkLst>
        </pc:spChg>
        <pc:spChg chg="mod">
          <ac:chgData name="Ravi Sundaram" userId="a7df020c0a403423" providerId="LiveId" clId="{64477FEE-C082-46EB-8C88-3B3B9D4A377E}" dt="2020-08-27T22:48:41.383" v="835" actId="1076"/>
          <ac:spMkLst>
            <pc:docMk/>
            <pc:sldMk cId="1770974995" sldId="505"/>
            <ac:spMk id="643078" creationId="{4D2B6EE9-EDCE-4D8B-BE17-595EFA0618AC}"/>
          </ac:spMkLst>
        </pc:spChg>
      </pc:sldChg>
      <pc:sldChg chg="addSp delSp modSp add del">
        <pc:chgData name="Ravi Sundaram" userId="a7df020c0a403423" providerId="LiveId" clId="{64477FEE-C082-46EB-8C88-3B3B9D4A377E}" dt="2020-08-27T22:29:16.548" v="416" actId="2696"/>
        <pc:sldMkLst>
          <pc:docMk/>
          <pc:sldMk cId="2471286220" sldId="505"/>
        </pc:sldMkLst>
        <pc:spChg chg="add del mod">
          <ac:chgData name="Ravi Sundaram" userId="a7df020c0a403423" providerId="LiveId" clId="{64477FEE-C082-46EB-8C88-3B3B9D4A377E}" dt="2020-08-27T22:28:37.459" v="411" actId="478"/>
          <ac:spMkLst>
            <pc:docMk/>
            <pc:sldMk cId="2471286220" sldId="505"/>
            <ac:spMk id="2" creationId="{3C52E588-2F3F-4C0C-92BC-C67F7D0C7517}"/>
          </ac:spMkLst>
        </pc:spChg>
        <pc:spChg chg="add del mod">
          <ac:chgData name="Ravi Sundaram" userId="a7df020c0a403423" providerId="LiveId" clId="{64477FEE-C082-46EB-8C88-3B3B9D4A377E}" dt="2020-08-27T22:29:11.575" v="415" actId="478"/>
          <ac:spMkLst>
            <pc:docMk/>
            <pc:sldMk cId="2471286220" sldId="505"/>
            <ac:spMk id="3" creationId="{4398C82B-A24D-4C5A-B1A0-3ECA4E32F6D1}"/>
          </ac:spMkLst>
        </pc:spChg>
        <pc:spChg chg="add del">
          <ac:chgData name="Ravi Sundaram" userId="a7df020c0a403423" providerId="LiveId" clId="{64477FEE-C082-46EB-8C88-3B3B9D4A377E}" dt="2020-08-27T22:29:05.783" v="413" actId="478"/>
          <ac:spMkLst>
            <pc:docMk/>
            <pc:sldMk cId="2471286220" sldId="505"/>
            <ac:spMk id="9" creationId="{6CB3028C-BBE4-4F62-85D8-9448D5E58755}"/>
          </ac:spMkLst>
        </pc:spChg>
        <pc:spChg chg="del">
          <ac:chgData name="Ravi Sundaram" userId="a7df020c0a403423" providerId="LiveId" clId="{64477FEE-C082-46EB-8C88-3B3B9D4A377E}" dt="2020-08-27T22:28:31.605" v="409" actId="478"/>
          <ac:spMkLst>
            <pc:docMk/>
            <pc:sldMk cId="2471286220" sldId="505"/>
            <ac:spMk id="643074" creationId="{3455FBA5-BFD7-4C1F-A6A1-7A3A91DBE7CE}"/>
          </ac:spMkLst>
        </pc:spChg>
      </pc:sldChg>
      <pc:sldChg chg="delSp modSp add">
        <pc:chgData name="Ravi Sundaram" userId="a7df020c0a403423" providerId="LiveId" clId="{64477FEE-C082-46EB-8C88-3B3B9D4A377E}" dt="2020-08-27T22:34:01.822" v="469" actId="207"/>
        <pc:sldMkLst>
          <pc:docMk/>
          <pc:sldMk cId="1243470653" sldId="506"/>
        </pc:sldMkLst>
        <pc:spChg chg="del">
          <ac:chgData name="Ravi Sundaram" userId="a7df020c0a403423" providerId="LiveId" clId="{64477FEE-C082-46EB-8C88-3B3B9D4A377E}" dt="2020-08-27T22:31:44.032" v="456" actId="478"/>
          <ac:spMkLst>
            <pc:docMk/>
            <pc:sldMk cId="1243470653" sldId="506"/>
            <ac:spMk id="28" creationId="{77210234-AB59-4925-AF1F-39A8056E0F64}"/>
          </ac:spMkLst>
        </pc:spChg>
        <pc:spChg chg="mod">
          <ac:chgData name="Ravi Sundaram" userId="a7df020c0a403423" providerId="LiveId" clId="{64477FEE-C082-46EB-8C88-3B3B9D4A377E}" dt="2020-08-27T22:31:37.152" v="454" actId="1076"/>
          <ac:spMkLst>
            <pc:docMk/>
            <pc:sldMk cId="1243470653" sldId="506"/>
            <ac:spMk id="645122" creationId="{5F8E489F-08D2-4A86-AB42-7A32BB577495}"/>
          </ac:spMkLst>
        </pc:spChg>
        <pc:spChg chg="mod">
          <ac:chgData name="Ravi Sundaram" userId="a7df020c0a403423" providerId="LiveId" clId="{64477FEE-C082-46EB-8C88-3B3B9D4A377E}" dt="2020-08-27T22:31:49.266" v="457" actId="14100"/>
          <ac:spMkLst>
            <pc:docMk/>
            <pc:sldMk cId="1243470653" sldId="506"/>
            <ac:spMk id="645123" creationId="{5AF38227-8351-468D-8EC9-C48230128916}"/>
          </ac:spMkLst>
        </pc:spChg>
        <pc:spChg chg="mod">
          <ac:chgData name="Ravi Sundaram" userId="a7df020c0a403423" providerId="LiveId" clId="{64477FEE-C082-46EB-8C88-3B3B9D4A377E}" dt="2020-08-27T22:34:01.822" v="469" actId="207"/>
          <ac:spMkLst>
            <pc:docMk/>
            <pc:sldMk cId="1243470653" sldId="506"/>
            <ac:spMk id="645124" creationId="{98E9D3D5-0166-496E-BDD3-E039C60B3912}"/>
          </ac:spMkLst>
        </pc:spChg>
        <pc:spChg chg="mod">
          <ac:chgData name="Ravi Sundaram" userId="a7df020c0a403423" providerId="LiveId" clId="{64477FEE-C082-46EB-8C88-3B3B9D4A377E}" dt="2020-08-27T22:32:51.507" v="460" actId="1076"/>
          <ac:spMkLst>
            <pc:docMk/>
            <pc:sldMk cId="1243470653" sldId="506"/>
            <ac:spMk id="645125" creationId="{1B220B85-4E5C-4CD1-BB3E-BF9D8ED87EEC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26" creationId="{87FD3AAC-224C-418F-BC4F-260563AEDE54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27" creationId="{169FF7D0-0FED-436F-B73B-344AF6399CAB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28" creationId="{E0C22B09-A6DF-4B00-8D8F-38CEF42CDBFB}"/>
          </ac:spMkLst>
        </pc:spChg>
        <pc:spChg chg="mod">
          <ac:chgData name="Ravi Sundaram" userId="a7df020c0a403423" providerId="LiveId" clId="{64477FEE-C082-46EB-8C88-3B3B9D4A377E}" dt="2020-08-27T22:33:54.588" v="467" actId="207"/>
          <ac:spMkLst>
            <pc:docMk/>
            <pc:sldMk cId="1243470653" sldId="506"/>
            <ac:spMk id="645129" creationId="{D17D54AB-003E-46A7-B1BF-61F216011B24}"/>
          </ac:spMkLst>
        </pc:spChg>
        <pc:spChg chg="mod">
          <ac:chgData name="Ravi Sundaram" userId="a7df020c0a403423" providerId="LiveId" clId="{64477FEE-C082-46EB-8C88-3B3B9D4A377E}" dt="2020-08-27T22:32:51.507" v="460" actId="1076"/>
          <ac:spMkLst>
            <pc:docMk/>
            <pc:sldMk cId="1243470653" sldId="506"/>
            <ac:spMk id="645130" creationId="{2654F28C-A22E-4139-A2F9-7164F10146A8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31" creationId="{00DD1CB0-43C8-46A1-B8C4-8142577D5DBE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32" creationId="{0017E1AE-7997-4958-9BEC-4CAF4AE59F08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33" creationId="{D3ACD2F0-8D49-4508-B95D-82C9E65B260E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34" creationId="{D8BB173B-59AC-4323-94B0-9F2E3460191E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35" creationId="{0463E834-0EB8-4F57-B799-F15A3B6F185F}"/>
          </ac:spMkLst>
        </pc:spChg>
        <pc:spChg chg="mod">
          <ac:chgData name="Ravi Sundaram" userId="a7df020c0a403423" providerId="LiveId" clId="{64477FEE-C082-46EB-8C88-3B3B9D4A377E}" dt="2020-08-27T22:32:51.507" v="460" actId="1076"/>
          <ac:spMkLst>
            <pc:docMk/>
            <pc:sldMk cId="1243470653" sldId="506"/>
            <ac:spMk id="645136" creationId="{1BDA288F-B919-447A-B271-7CB984E86F2A}"/>
          </ac:spMkLst>
        </pc:spChg>
        <pc:spChg chg="mod">
          <ac:chgData name="Ravi Sundaram" userId="a7df020c0a403423" providerId="LiveId" clId="{64477FEE-C082-46EB-8C88-3B3B9D4A377E}" dt="2020-08-27T22:33:51.026" v="466" actId="207"/>
          <ac:spMkLst>
            <pc:docMk/>
            <pc:sldMk cId="1243470653" sldId="506"/>
            <ac:spMk id="645137" creationId="{A2846F8B-9E21-4979-B9D4-F212C8D9726E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38" creationId="{41A88D23-7793-4473-82BF-5F07E41784A5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39" creationId="{112AFA55-FE98-4C22-BE5C-567FE64DF8DD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40" creationId="{85CFD8FC-06D3-4C26-9DE0-4296C6161A24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41" creationId="{7604A2F9-BD45-48D8-B848-39C895A34B72}"/>
          </ac:spMkLst>
        </pc:spChg>
        <pc:spChg chg="mod">
          <ac:chgData name="Ravi Sundaram" userId="a7df020c0a403423" providerId="LiveId" clId="{64477FEE-C082-46EB-8C88-3B3B9D4A377E}" dt="2020-08-27T22:33:57.692" v="468" actId="207"/>
          <ac:spMkLst>
            <pc:docMk/>
            <pc:sldMk cId="1243470653" sldId="506"/>
            <ac:spMk id="645142" creationId="{29608B27-DD45-48E3-84BC-07BF54C95F31}"/>
          </ac:spMkLst>
        </pc:spChg>
        <pc:spChg chg="mod">
          <ac:chgData name="Ravi Sundaram" userId="a7df020c0a403423" providerId="LiveId" clId="{64477FEE-C082-46EB-8C88-3B3B9D4A377E}" dt="2020-08-27T22:32:51.507" v="460" actId="1076"/>
          <ac:spMkLst>
            <pc:docMk/>
            <pc:sldMk cId="1243470653" sldId="506"/>
            <ac:spMk id="645143" creationId="{D79BF98B-36F5-430D-8D8B-8545E40AC650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44" creationId="{86B370AD-132B-4693-B8E5-F1AC714E0A84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45" creationId="{9C686D31-AC42-4979-8A84-F83195540801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46" creationId="{B80D87C1-346A-4AF7-BCCC-C66D3AA643F4}"/>
          </ac:spMkLst>
        </pc:spChg>
        <pc:spChg chg="mod">
          <ac:chgData name="Ravi Sundaram" userId="a7df020c0a403423" providerId="LiveId" clId="{64477FEE-C082-46EB-8C88-3B3B9D4A377E}" dt="2020-08-27T22:33:02.969" v="461" actId="207"/>
          <ac:spMkLst>
            <pc:docMk/>
            <pc:sldMk cId="1243470653" sldId="506"/>
            <ac:spMk id="645147" creationId="{97D22CCB-AE4B-4363-A99A-C3CF35309909}"/>
          </ac:spMkLst>
        </pc:spChg>
      </pc:sldChg>
      <pc:sldChg chg="add del">
        <pc:chgData name="Ravi Sundaram" userId="a7df020c0a403423" providerId="LiveId" clId="{64477FEE-C082-46EB-8C88-3B3B9D4A377E}" dt="2020-08-27T22:34:21.260" v="470" actId="2696"/>
        <pc:sldMkLst>
          <pc:docMk/>
          <pc:sldMk cId="4077084899" sldId="507"/>
        </pc:sldMkLst>
        <pc:spChg chg="del">
          <ac:chgData name="Ravi Sundaram" userId="a7df020c0a403423" providerId="LiveId" clId="{64477FEE-C082-46EB-8C88-3B3B9D4A377E}" dt="2020-08-27T22:43:32.858" v="531" actId="478"/>
          <ac:spMkLst>
            <pc:docMk/>
            <pc:sldMk cId="4077084899" sldId="507"/>
            <ac:spMk id="14" creationId="{8073BE04-BAAD-429D-BF39-9B33253A99B1}"/>
          </ac:spMkLst>
        </pc:spChg>
        <pc:spChg chg="mod">
          <ac:chgData name="Ravi Sundaram" userId="a7df020c0a403423" providerId="LiveId" clId="{64477FEE-C082-46EB-8C88-3B3B9D4A377E}" dt="2020-08-27T22:44:20.364" v="568" actId="20577"/>
          <ac:spMkLst>
            <pc:docMk/>
            <pc:sldMk cId="4077084899" sldId="507"/>
            <ac:spMk id="647170" creationId="{3682D4E9-21E9-4E57-AFF6-804B7E5C2C8B}"/>
          </ac:spMkLst>
        </pc:spChg>
        <pc:spChg chg="mod">
          <ac:chgData name="Ravi Sundaram" userId="a7df020c0a403423" providerId="LiveId" clId="{64477FEE-C082-46EB-8C88-3B3B9D4A377E}" dt="2020-08-27T22:47:18.022" v="782" actId="20577"/>
          <ac:spMkLst>
            <pc:docMk/>
            <pc:sldMk cId="4077084899" sldId="507"/>
            <ac:spMk id="647171" creationId="{09D2BE86-69E9-43A2-9230-B084CB291391}"/>
          </ac:spMkLst>
        </pc:spChg>
        <pc:grpChg chg="del mod">
          <ac:chgData name="Ravi Sundaram" userId="a7df020c0a403423" providerId="LiveId" clId="{64477FEE-C082-46EB-8C88-3B3B9D4A377E}" dt="2020-08-27T22:46:57.854" v="778" actId="478"/>
          <ac:grpSpMkLst>
            <pc:docMk/>
            <pc:sldMk cId="4077084899" sldId="507"/>
            <ac:grpSpMk id="647172" creationId="{01A40C4D-FECF-4D76-987E-E7EE6BA305B9}"/>
          </ac:grpSpMkLst>
        </pc:grpChg>
      </pc:sldChg>
      <pc:sldChg chg="delSp add del modAnim">
        <pc:chgData name="Ravi Sundaram" userId="a7df020c0a403423" providerId="LiveId" clId="{64477FEE-C082-46EB-8C88-3B3B9D4A377E}" dt="2020-08-27T22:25:36.540" v="357" actId="2696"/>
        <pc:sldMkLst>
          <pc:docMk/>
          <pc:sldMk cId="0" sldId="514"/>
        </pc:sldMkLst>
        <pc:picChg chg="del">
          <ac:chgData name="Ravi Sundaram" userId="a7df020c0a403423" providerId="LiveId" clId="{64477FEE-C082-46EB-8C88-3B3B9D4A377E}" dt="2020-08-27T22:12:07.853" v="17" actId="478"/>
          <ac:picMkLst>
            <pc:docMk/>
            <pc:sldMk cId="0" sldId="514"/>
            <ac:picMk id="661509" creationId="{910FF79A-FCD3-4F76-87B0-0AA00B875CF5}"/>
          </ac:picMkLst>
        </pc:picChg>
      </pc:sldChg>
      <pc:sldChg chg="add del">
        <pc:chgData name="Ravi Sundaram" userId="a7df020c0a403423" providerId="LiveId" clId="{64477FEE-C082-46EB-8C88-3B3B9D4A377E}" dt="2020-08-27T22:26:00.582" v="359" actId="2696"/>
        <pc:sldMkLst>
          <pc:docMk/>
          <pc:sldMk cId="438625706" sldId="514"/>
        </pc:sldMkLst>
      </pc:sldChg>
      <pc:sldChg chg="modSp add">
        <pc:chgData name="Ravi Sundaram" userId="a7df020c0a403423" providerId="LiveId" clId="{64477FEE-C082-46EB-8C88-3B3B9D4A377E}" dt="2020-08-27T22:20:56.893" v="275" actId="20577"/>
        <pc:sldMkLst>
          <pc:docMk/>
          <pc:sldMk cId="3683770670" sldId="515"/>
        </pc:sldMkLst>
        <pc:spChg chg="mod">
          <ac:chgData name="Ravi Sundaram" userId="a7df020c0a403423" providerId="LiveId" clId="{64477FEE-C082-46EB-8C88-3B3B9D4A377E}" dt="2020-08-27T22:20:56.893" v="275" actId="20577"/>
          <ac:spMkLst>
            <pc:docMk/>
            <pc:sldMk cId="3683770670" sldId="515"/>
            <ac:spMk id="3" creationId="{03364FEF-F44A-4071-922A-E51980E95FCC}"/>
          </ac:spMkLst>
        </pc:spChg>
      </pc:sldChg>
      <pc:sldChg chg="add del">
        <pc:chgData name="Ravi Sundaram" userId="a7df020c0a403423" providerId="LiveId" clId="{64477FEE-C082-46EB-8C88-3B3B9D4A377E}" dt="2020-08-27T22:19:49.213" v="197" actId="2696"/>
        <pc:sldMkLst>
          <pc:docMk/>
          <pc:sldMk cId="440475298" sldId="516"/>
        </pc:sldMkLst>
      </pc:sldChg>
      <pc:sldChg chg="modSp add ord modAnim">
        <pc:chgData name="Ravi Sundaram" userId="a7df020c0a403423" providerId="LiveId" clId="{64477FEE-C082-46EB-8C88-3B3B9D4A377E}" dt="2020-08-27T23:54:46.708" v="904" actId="20577"/>
        <pc:sldMkLst>
          <pc:docMk/>
          <pc:sldMk cId="1996917564" sldId="516"/>
        </pc:sldMkLst>
        <pc:spChg chg="mod">
          <ac:chgData name="Ravi Sundaram" userId="a7df020c0a403423" providerId="LiveId" clId="{64477FEE-C082-46EB-8C88-3B3B9D4A377E}" dt="2020-08-27T22:23:15.475" v="349" actId="1076"/>
          <ac:spMkLst>
            <pc:docMk/>
            <pc:sldMk cId="1996917564" sldId="516"/>
            <ac:spMk id="2" creationId="{5FA1FA58-59B8-4EFD-BF2B-069C457129B2}"/>
          </ac:spMkLst>
        </pc:spChg>
        <pc:spChg chg="mod">
          <ac:chgData name="Ravi Sundaram" userId="a7df020c0a403423" providerId="LiveId" clId="{64477FEE-C082-46EB-8C88-3B3B9D4A377E}" dt="2020-08-27T23:54:46.708" v="904" actId="20577"/>
          <ac:spMkLst>
            <pc:docMk/>
            <pc:sldMk cId="1996917564" sldId="516"/>
            <ac:spMk id="3" creationId="{03364FEF-F44A-4071-922A-E51980E95FCC}"/>
          </ac:spMkLst>
        </pc:spChg>
      </pc:sldChg>
      <pc:sldChg chg="modSp add">
        <pc:chgData name="Ravi Sundaram" userId="a7df020c0a403423" providerId="LiveId" clId="{64477FEE-C082-46EB-8C88-3B3B9D4A377E}" dt="2020-08-27T22:24:22.477" v="354" actId="14100"/>
        <pc:sldMkLst>
          <pc:docMk/>
          <pc:sldMk cId="1252754039" sldId="517"/>
        </pc:sldMkLst>
        <pc:spChg chg="mod">
          <ac:chgData name="Ravi Sundaram" userId="a7df020c0a403423" providerId="LiveId" clId="{64477FEE-C082-46EB-8C88-3B3B9D4A377E}" dt="2020-08-27T22:24:22.477" v="354" actId="14100"/>
          <ac:spMkLst>
            <pc:docMk/>
            <pc:sldMk cId="1252754039" sldId="517"/>
            <ac:spMk id="3" creationId="{03364FEF-F44A-4071-922A-E51980E95FCC}"/>
          </ac:spMkLst>
        </pc:spChg>
      </pc:sldChg>
      <pc:sldChg chg="add">
        <pc:chgData name="Ravi Sundaram" userId="a7df020c0a403423" providerId="LiveId" clId="{64477FEE-C082-46EB-8C88-3B3B9D4A377E}" dt="2020-08-27T22:44:04.402" v="534"/>
        <pc:sldMkLst>
          <pc:docMk/>
          <pc:sldMk cId="2421084355" sldId="518"/>
        </pc:sldMkLst>
      </pc:sldChg>
      <pc:sldMasterChg chg="delSldLayout">
        <pc:chgData name="Ravi Sundaram" userId="a7df020c0a403423" providerId="LiveId" clId="{64477FEE-C082-46EB-8C88-3B3B9D4A377E}" dt="2020-08-27T22:26:00.589" v="36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64477FEE-C082-46EB-8C88-3B3B9D4A377E}" dt="2020-08-27T22:09:02.927" v="15" actId="2696"/>
          <pc:sldLayoutMkLst>
            <pc:docMk/>
            <pc:sldMasterMk cId="2006853913" sldId="2147483648"/>
            <pc:sldLayoutMk cId="3908071040" sldId="2147483662"/>
          </pc:sldLayoutMkLst>
        </pc:sldLayoutChg>
        <pc:sldLayoutChg chg="del">
          <pc:chgData name="Ravi Sundaram" userId="a7df020c0a403423" providerId="LiveId" clId="{64477FEE-C082-46EB-8C88-3B3B9D4A377E}" dt="2020-08-27T22:26:00.589" v="360" actId="2696"/>
          <pc:sldLayoutMkLst>
            <pc:docMk/>
            <pc:sldMasterMk cId="2006853913" sldId="2147483648"/>
            <pc:sldLayoutMk cId="1933535163" sldId="2147483674"/>
          </pc:sldLayoutMkLst>
        </pc:sldLayoutChg>
      </pc:sldMasterChg>
      <pc:sldMasterChg chg="del delSldLayout">
        <pc:chgData name="Ravi Sundaram" userId="a7df020c0a403423" providerId="LiveId" clId="{64477FEE-C082-46EB-8C88-3B3B9D4A377E}" dt="2020-08-27T22:34:21.275" v="482" actId="2696"/>
        <pc:sldMasterMkLst>
          <pc:docMk/>
          <pc:sldMasterMk cId="2529030412" sldId="2147483662"/>
        </pc:sldMasterMkLst>
        <pc:sldLayoutChg chg="del">
          <pc:chgData name="Ravi Sundaram" userId="a7df020c0a403423" providerId="LiveId" clId="{64477FEE-C082-46EB-8C88-3B3B9D4A377E}" dt="2020-08-27T22:34:21.262" v="471" actId="2696"/>
          <pc:sldLayoutMkLst>
            <pc:docMk/>
            <pc:sldMasterMk cId="2529030412" sldId="2147483662"/>
            <pc:sldLayoutMk cId="1353913570" sldId="2147483663"/>
          </pc:sldLayoutMkLst>
        </pc:sldLayoutChg>
        <pc:sldLayoutChg chg="del">
          <pc:chgData name="Ravi Sundaram" userId="a7df020c0a403423" providerId="LiveId" clId="{64477FEE-C082-46EB-8C88-3B3B9D4A377E}" dt="2020-08-27T22:34:21.263" v="472" actId="2696"/>
          <pc:sldLayoutMkLst>
            <pc:docMk/>
            <pc:sldMasterMk cId="2529030412" sldId="2147483662"/>
            <pc:sldLayoutMk cId="692662274" sldId="2147483664"/>
          </pc:sldLayoutMkLst>
        </pc:sldLayoutChg>
        <pc:sldLayoutChg chg="del">
          <pc:chgData name="Ravi Sundaram" userId="a7df020c0a403423" providerId="LiveId" clId="{64477FEE-C082-46EB-8C88-3B3B9D4A377E}" dt="2020-08-27T22:34:21.264" v="473" actId="2696"/>
          <pc:sldLayoutMkLst>
            <pc:docMk/>
            <pc:sldMasterMk cId="2529030412" sldId="2147483662"/>
            <pc:sldLayoutMk cId="2661684232" sldId="2147483665"/>
          </pc:sldLayoutMkLst>
        </pc:sldLayoutChg>
        <pc:sldLayoutChg chg="del">
          <pc:chgData name="Ravi Sundaram" userId="a7df020c0a403423" providerId="LiveId" clId="{64477FEE-C082-46EB-8C88-3B3B9D4A377E}" dt="2020-08-27T22:34:21.265" v="474" actId="2696"/>
          <pc:sldLayoutMkLst>
            <pc:docMk/>
            <pc:sldMasterMk cId="2529030412" sldId="2147483662"/>
            <pc:sldLayoutMk cId="2210309421" sldId="2147483666"/>
          </pc:sldLayoutMkLst>
        </pc:sldLayoutChg>
        <pc:sldLayoutChg chg="del">
          <pc:chgData name="Ravi Sundaram" userId="a7df020c0a403423" providerId="LiveId" clId="{64477FEE-C082-46EB-8C88-3B3B9D4A377E}" dt="2020-08-27T22:34:21.266" v="475" actId="2696"/>
          <pc:sldLayoutMkLst>
            <pc:docMk/>
            <pc:sldMasterMk cId="2529030412" sldId="2147483662"/>
            <pc:sldLayoutMk cId="2032238858" sldId="2147483667"/>
          </pc:sldLayoutMkLst>
        </pc:sldLayoutChg>
        <pc:sldLayoutChg chg="del">
          <pc:chgData name="Ravi Sundaram" userId="a7df020c0a403423" providerId="LiveId" clId="{64477FEE-C082-46EB-8C88-3B3B9D4A377E}" dt="2020-08-27T22:34:21.266" v="476" actId="2696"/>
          <pc:sldLayoutMkLst>
            <pc:docMk/>
            <pc:sldMasterMk cId="2529030412" sldId="2147483662"/>
            <pc:sldLayoutMk cId="218810826" sldId="2147483668"/>
          </pc:sldLayoutMkLst>
        </pc:sldLayoutChg>
        <pc:sldLayoutChg chg="del">
          <pc:chgData name="Ravi Sundaram" userId="a7df020c0a403423" providerId="LiveId" clId="{64477FEE-C082-46EB-8C88-3B3B9D4A377E}" dt="2020-08-27T22:34:21.267" v="477" actId="2696"/>
          <pc:sldLayoutMkLst>
            <pc:docMk/>
            <pc:sldMasterMk cId="2529030412" sldId="2147483662"/>
            <pc:sldLayoutMk cId="1464303884" sldId="2147483669"/>
          </pc:sldLayoutMkLst>
        </pc:sldLayoutChg>
        <pc:sldLayoutChg chg="del">
          <pc:chgData name="Ravi Sundaram" userId="a7df020c0a403423" providerId="LiveId" clId="{64477FEE-C082-46EB-8C88-3B3B9D4A377E}" dt="2020-08-27T22:34:21.268" v="478" actId="2696"/>
          <pc:sldLayoutMkLst>
            <pc:docMk/>
            <pc:sldMasterMk cId="2529030412" sldId="2147483662"/>
            <pc:sldLayoutMk cId="1439262621" sldId="2147483670"/>
          </pc:sldLayoutMkLst>
        </pc:sldLayoutChg>
        <pc:sldLayoutChg chg="del">
          <pc:chgData name="Ravi Sundaram" userId="a7df020c0a403423" providerId="LiveId" clId="{64477FEE-C082-46EB-8C88-3B3B9D4A377E}" dt="2020-08-27T22:34:21.268" v="479" actId="2696"/>
          <pc:sldLayoutMkLst>
            <pc:docMk/>
            <pc:sldMasterMk cId="2529030412" sldId="2147483662"/>
            <pc:sldLayoutMk cId="3889262003" sldId="2147483671"/>
          </pc:sldLayoutMkLst>
        </pc:sldLayoutChg>
        <pc:sldLayoutChg chg="del">
          <pc:chgData name="Ravi Sundaram" userId="a7df020c0a403423" providerId="LiveId" clId="{64477FEE-C082-46EB-8C88-3B3B9D4A377E}" dt="2020-08-27T22:34:21.269" v="480" actId="2696"/>
          <pc:sldLayoutMkLst>
            <pc:docMk/>
            <pc:sldMasterMk cId="2529030412" sldId="2147483662"/>
            <pc:sldLayoutMk cId="1120553111" sldId="2147483672"/>
          </pc:sldLayoutMkLst>
        </pc:sldLayoutChg>
        <pc:sldLayoutChg chg="del">
          <pc:chgData name="Ravi Sundaram" userId="a7df020c0a403423" providerId="LiveId" clId="{64477FEE-C082-46EB-8C88-3B3B9D4A377E}" dt="2020-08-27T22:34:21.270" v="481" actId="2696"/>
          <pc:sldLayoutMkLst>
            <pc:docMk/>
            <pc:sldMasterMk cId="2529030412" sldId="2147483662"/>
            <pc:sldLayoutMk cId="2692826681" sldId="2147483673"/>
          </pc:sldLayoutMkLst>
        </pc:sldLayoutChg>
      </pc:sldMasterChg>
    </pc:docChg>
  </pc:docChgLst>
  <pc:docChgLst>
    <pc:chgData name="Ravi Sundaram" userId="a7df020c0a403423" providerId="LiveId" clId="{A3205A6B-5B88-44CF-B0E8-9B2C4FA1C9B1}"/>
    <pc:docChg chg="undo custSel addSld delSld modSld sldOrd">
      <pc:chgData name="Ravi Sundaram" userId="a7df020c0a403423" providerId="LiveId" clId="{A3205A6B-5B88-44CF-B0E8-9B2C4FA1C9B1}" dt="2020-07-13T06:25:55.834" v="864"/>
      <pc:docMkLst>
        <pc:docMk/>
      </pc:docMkLst>
      <pc:sldChg chg="modSp">
        <pc:chgData name="Ravi Sundaram" userId="a7df020c0a403423" providerId="LiveId" clId="{A3205A6B-5B88-44CF-B0E8-9B2C4FA1C9B1}" dt="2020-07-10T02:39:15.916" v="26" actId="20577"/>
        <pc:sldMkLst>
          <pc:docMk/>
          <pc:sldMk cId="4099122483" sldId="257"/>
        </pc:sldMkLst>
        <pc:spChg chg="mod">
          <ac:chgData name="Ravi Sundaram" userId="a7df020c0a403423" providerId="LiveId" clId="{A3205A6B-5B88-44CF-B0E8-9B2C4FA1C9B1}" dt="2020-07-10T02:39:15.916" v="26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A3205A6B-5B88-44CF-B0E8-9B2C4FA1C9B1}" dt="2020-07-12T06:11:25.918" v="859" actId="20577"/>
        <pc:sldMkLst>
          <pc:docMk/>
          <pc:sldMk cId="3479009568" sldId="258"/>
        </pc:sldMkLst>
        <pc:spChg chg="mod">
          <ac:chgData name="Ravi Sundaram" userId="a7df020c0a403423" providerId="LiveId" clId="{A3205A6B-5B88-44CF-B0E8-9B2C4FA1C9B1}" dt="2020-07-12T06:11:25.918" v="85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 del">
        <pc:chgData name="Ravi Sundaram" userId="a7df020c0a403423" providerId="LiveId" clId="{A3205A6B-5B88-44CF-B0E8-9B2C4FA1C9B1}" dt="2020-07-10T04:25:38.548" v="525" actId="2696"/>
        <pc:sldMkLst>
          <pc:docMk/>
          <pc:sldMk cId="0" sldId="279"/>
        </pc:sldMkLst>
        <pc:spChg chg="mod">
          <ac:chgData name="Ravi Sundaram" userId="a7df020c0a403423" providerId="LiveId" clId="{A3205A6B-5B88-44CF-B0E8-9B2C4FA1C9B1}" dt="2020-07-10T03:57:40.368" v="224" actId="20577"/>
          <ac:spMkLst>
            <pc:docMk/>
            <pc:sldMk cId="0" sldId="279"/>
            <ac:spMk id="84994" creationId="{F38F767E-A31D-4484-8FD3-B8483F9037CD}"/>
          </ac:spMkLst>
        </pc:spChg>
        <pc:spChg chg="mod">
          <ac:chgData name="Ravi Sundaram" userId="a7df020c0a403423" providerId="LiveId" clId="{A3205A6B-5B88-44CF-B0E8-9B2C4FA1C9B1}" dt="2020-07-10T03:57:55.275" v="225" actId="255"/>
          <ac:spMkLst>
            <pc:docMk/>
            <pc:sldMk cId="0" sldId="279"/>
            <ac:spMk id="84995" creationId="{B6436439-292D-4E21-B532-1398341180C8}"/>
          </ac:spMkLst>
        </pc:spChg>
      </pc:sldChg>
      <pc:sldChg chg="modSp add modAnim">
        <pc:chgData name="Ravi Sundaram" userId="a7df020c0a403423" providerId="LiveId" clId="{A3205A6B-5B88-44CF-B0E8-9B2C4FA1C9B1}" dt="2020-07-12T06:09:32.289" v="842"/>
        <pc:sldMkLst>
          <pc:docMk/>
          <pc:sldMk cId="0" sldId="280"/>
        </pc:sldMkLst>
        <pc:spChg chg="mod">
          <ac:chgData name="Ravi Sundaram" userId="a7df020c0a403423" providerId="LiveId" clId="{A3205A6B-5B88-44CF-B0E8-9B2C4FA1C9B1}" dt="2020-07-10T04:09:59.777" v="343" actId="255"/>
          <ac:spMkLst>
            <pc:docMk/>
            <pc:sldMk cId="0" sldId="280"/>
            <ac:spMk id="86019" creationId="{71519342-BB7C-4673-85FC-F667DBB4A7A9}"/>
          </ac:spMkLst>
        </pc:spChg>
      </pc:sldChg>
      <pc:sldChg chg="modSp add">
        <pc:chgData name="Ravi Sundaram" userId="a7df020c0a403423" providerId="LiveId" clId="{A3205A6B-5B88-44CF-B0E8-9B2C4FA1C9B1}" dt="2020-07-10T04:32:36.660" v="558" actId="255"/>
        <pc:sldMkLst>
          <pc:docMk/>
          <pc:sldMk cId="0" sldId="281"/>
        </pc:sldMkLst>
        <pc:spChg chg="mod">
          <ac:chgData name="Ravi Sundaram" userId="a7df020c0a403423" providerId="LiveId" clId="{A3205A6B-5B88-44CF-B0E8-9B2C4FA1C9B1}" dt="2020-07-10T04:32:36.660" v="558" actId="255"/>
          <ac:spMkLst>
            <pc:docMk/>
            <pc:sldMk cId="0" sldId="281"/>
            <ac:spMk id="87043" creationId="{0DF0CBB8-57EA-4CDE-B910-0D4DAB2A9C4B}"/>
          </ac:spMkLst>
        </pc:spChg>
      </pc:sldChg>
      <pc:sldChg chg="modSp add">
        <pc:chgData name="Ravi Sundaram" userId="a7df020c0a403423" providerId="LiveId" clId="{A3205A6B-5B88-44CF-B0E8-9B2C4FA1C9B1}" dt="2020-07-12T06:10:27.651" v="846" actId="207"/>
        <pc:sldMkLst>
          <pc:docMk/>
          <pc:sldMk cId="0" sldId="282"/>
        </pc:sldMkLst>
        <pc:spChg chg="mod">
          <ac:chgData name="Ravi Sundaram" userId="a7df020c0a403423" providerId="LiveId" clId="{A3205A6B-5B88-44CF-B0E8-9B2C4FA1C9B1}" dt="2020-07-12T06:10:19.694" v="845" actId="207"/>
          <ac:spMkLst>
            <pc:docMk/>
            <pc:sldMk cId="0" sldId="282"/>
            <ac:spMk id="88068" creationId="{5C8F5BA4-1CBA-4A01-BB6D-AB46BBEA66CD}"/>
          </ac:spMkLst>
        </pc:spChg>
        <pc:spChg chg="mod">
          <ac:chgData name="Ravi Sundaram" userId="a7df020c0a403423" providerId="LiveId" clId="{A3205A6B-5B88-44CF-B0E8-9B2C4FA1C9B1}" dt="2020-07-12T06:10:27.651" v="846" actId="207"/>
          <ac:spMkLst>
            <pc:docMk/>
            <pc:sldMk cId="0" sldId="282"/>
            <ac:spMk id="88069" creationId="{4514AE18-137D-4C76-9E81-A28708A11ABE}"/>
          </ac:spMkLst>
        </pc:spChg>
      </pc:sldChg>
      <pc:sldChg chg="modSp add">
        <pc:chgData name="Ravi Sundaram" userId="a7df020c0a403423" providerId="LiveId" clId="{A3205A6B-5B88-44CF-B0E8-9B2C4FA1C9B1}" dt="2020-07-12T06:11:16.281" v="850" actId="207"/>
        <pc:sldMkLst>
          <pc:docMk/>
          <pc:sldMk cId="0" sldId="283"/>
        </pc:sldMkLst>
        <pc:spChg chg="mod">
          <ac:chgData name="Ravi Sundaram" userId="a7df020c0a403423" providerId="LiveId" clId="{A3205A6B-5B88-44CF-B0E8-9B2C4FA1C9B1}" dt="2020-07-12T06:11:11.963" v="849" actId="207"/>
          <ac:spMkLst>
            <pc:docMk/>
            <pc:sldMk cId="0" sldId="283"/>
            <ac:spMk id="89092" creationId="{3DE058D1-2E8F-4116-8354-5FCEB77A8179}"/>
          </ac:spMkLst>
        </pc:spChg>
        <pc:spChg chg="mod">
          <ac:chgData name="Ravi Sundaram" userId="a7df020c0a403423" providerId="LiveId" clId="{A3205A6B-5B88-44CF-B0E8-9B2C4FA1C9B1}" dt="2020-07-12T06:11:16.281" v="850" actId="207"/>
          <ac:spMkLst>
            <pc:docMk/>
            <pc:sldMk cId="0" sldId="283"/>
            <ac:spMk id="89093" creationId="{A804AB8C-A02B-4DB0-86E1-31A78FD212D7}"/>
          </ac:spMkLst>
        </pc:spChg>
      </pc:sldChg>
      <pc:sldChg chg="modSp add del">
        <pc:chgData name="Ravi Sundaram" userId="a7df020c0a403423" providerId="LiveId" clId="{A3205A6B-5B88-44CF-B0E8-9B2C4FA1C9B1}" dt="2020-07-10T04:27:54.933" v="538" actId="2696"/>
        <pc:sldMkLst>
          <pc:docMk/>
          <pc:sldMk cId="0" sldId="286"/>
        </pc:sldMkLst>
        <pc:spChg chg="mod">
          <ac:chgData name="Ravi Sundaram" userId="a7df020c0a403423" providerId="LiveId" clId="{A3205A6B-5B88-44CF-B0E8-9B2C4FA1C9B1}" dt="2020-07-10T04:26:38.322" v="530" actId="692"/>
          <ac:spMkLst>
            <pc:docMk/>
            <pc:sldMk cId="0" sldId="286"/>
            <ac:spMk id="92202" creationId="{47691944-1993-4FB6-8738-9F79015B280A}"/>
          </ac:spMkLst>
        </pc:spChg>
      </pc:sldChg>
      <pc:sldChg chg="add del">
        <pc:chgData name="Ravi Sundaram" userId="a7df020c0a403423" providerId="LiveId" clId="{A3205A6B-5B88-44CF-B0E8-9B2C4FA1C9B1}" dt="2020-07-12T06:09:51.135" v="844" actId="2696"/>
        <pc:sldMkLst>
          <pc:docMk/>
          <pc:sldMk cId="0" sldId="287"/>
        </pc:sldMkLst>
      </pc:sldChg>
      <pc:sldChg chg="add del">
        <pc:chgData name="Ravi Sundaram" userId="a7df020c0a403423" providerId="LiveId" clId="{A3205A6B-5B88-44CF-B0E8-9B2C4FA1C9B1}" dt="2020-07-10T04:32:50.217" v="559" actId="2696"/>
        <pc:sldMkLst>
          <pc:docMk/>
          <pc:sldMk cId="0" sldId="288"/>
        </pc:sldMkLst>
      </pc:sldChg>
      <pc:sldChg chg="del">
        <pc:chgData name="Ravi Sundaram" userId="a7df020c0a403423" providerId="LiveId" clId="{A3205A6B-5B88-44CF-B0E8-9B2C4FA1C9B1}" dt="2020-07-10T04:36:44.311" v="653" actId="2696"/>
        <pc:sldMkLst>
          <pc:docMk/>
          <pc:sldMk cId="3455594306" sldId="305"/>
        </pc:sldMkLst>
      </pc:sldChg>
      <pc:sldChg chg="addSp delSp modSp add modAnim">
        <pc:chgData name="Ravi Sundaram" userId="a7df020c0a403423" providerId="LiveId" clId="{A3205A6B-5B88-44CF-B0E8-9B2C4FA1C9B1}" dt="2020-07-12T06:09:26.032" v="841"/>
        <pc:sldMkLst>
          <pc:docMk/>
          <pc:sldMk cId="0" sldId="313"/>
        </pc:sldMkLst>
        <pc:spChg chg="del mod">
          <ac:chgData name="Ravi Sundaram" userId="a7df020c0a403423" providerId="LiveId" clId="{A3205A6B-5B88-44CF-B0E8-9B2C4FA1C9B1}" dt="2020-07-10T04:03:05.972" v="307" actId="478"/>
          <ac:spMkLst>
            <pc:docMk/>
            <pc:sldMk cId="0" sldId="313"/>
            <ac:spMk id="41" creationId="{7E3D0BEF-C97C-4775-B823-356D1ACF0F74}"/>
          </ac:spMkLst>
        </pc:spChg>
        <pc:spChg chg="mod">
          <ac:chgData name="Ravi Sundaram" userId="a7df020c0a403423" providerId="LiveId" clId="{A3205A6B-5B88-44CF-B0E8-9B2C4FA1C9B1}" dt="2020-07-10T04:05:21.482" v="328" actId="20577"/>
          <ac:spMkLst>
            <pc:docMk/>
            <pc:sldMk cId="0" sldId="313"/>
            <ac:spMk id="91140" creationId="{D1CCDA7D-6610-4F94-AEA6-ADB64460B00C}"/>
          </ac:spMkLst>
        </pc:spChg>
        <pc:spChg chg="mod">
          <ac:chgData name="Ravi Sundaram" userId="a7df020c0a403423" providerId="LiveId" clId="{A3205A6B-5B88-44CF-B0E8-9B2C4FA1C9B1}" dt="2020-07-10T04:06:36.678" v="336" actId="255"/>
          <ac:spMkLst>
            <pc:docMk/>
            <pc:sldMk cId="0" sldId="313"/>
            <ac:spMk id="91150" creationId="{85475890-650D-4274-8BA9-2E348603952A}"/>
          </ac:spMkLst>
        </pc:spChg>
        <pc:spChg chg="mod">
          <ac:chgData name="Ravi Sundaram" userId="a7df020c0a403423" providerId="LiveId" clId="{A3205A6B-5B88-44CF-B0E8-9B2C4FA1C9B1}" dt="2020-07-10T04:06:51" v="338" actId="255"/>
          <ac:spMkLst>
            <pc:docMk/>
            <pc:sldMk cId="0" sldId="313"/>
            <ac:spMk id="91151" creationId="{69262BD0-6F5D-41F7-806D-5D4BEEADF968}"/>
          </ac:spMkLst>
        </pc:spChg>
        <pc:spChg chg="mod">
          <ac:chgData name="Ravi Sundaram" userId="a7df020c0a403423" providerId="LiveId" clId="{A3205A6B-5B88-44CF-B0E8-9B2C4FA1C9B1}" dt="2020-07-10T04:06:17.267" v="333" actId="255"/>
          <ac:spMkLst>
            <pc:docMk/>
            <pc:sldMk cId="0" sldId="313"/>
            <ac:spMk id="91152" creationId="{3F548C38-CB87-474A-B6F5-35D142E5C0C2}"/>
          </ac:spMkLst>
        </pc:spChg>
        <pc:spChg chg="mod">
          <ac:chgData name="Ravi Sundaram" userId="a7df020c0a403423" providerId="LiveId" clId="{A3205A6B-5B88-44CF-B0E8-9B2C4FA1C9B1}" dt="2020-07-12T06:07:46.837" v="837" actId="255"/>
          <ac:spMkLst>
            <pc:docMk/>
            <pc:sldMk cId="0" sldId="313"/>
            <ac:spMk id="91154" creationId="{8AC52872-8CD1-4DD1-B678-39F79E2EC9BE}"/>
          </ac:spMkLst>
        </pc:spChg>
        <pc:spChg chg="mod">
          <ac:chgData name="Ravi Sundaram" userId="a7df020c0a403423" providerId="LiveId" clId="{A3205A6B-5B88-44CF-B0E8-9B2C4FA1C9B1}" dt="2020-07-10T04:06:43.583" v="337" actId="255"/>
          <ac:spMkLst>
            <pc:docMk/>
            <pc:sldMk cId="0" sldId="313"/>
            <ac:spMk id="91156" creationId="{3E6CB492-E565-4723-B9FA-23A1E914418A}"/>
          </ac:spMkLst>
        </pc:spChg>
        <pc:spChg chg="mod">
          <ac:chgData name="Ravi Sundaram" userId="a7df020c0a403423" providerId="LiveId" clId="{A3205A6B-5B88-44CF-B0E8-9B2C4FA1C9B1}" dt="2020-07-10T04:07:14.471" v="340" actId="255"/>
          <ac:spMkLst>
            <pc:docMk/>
            <pc:sldMk cId="0" sldId="313"/>
            <ac:spMk id="91161" creationId="{B12C242C-DDB3-44A4-BC9B-35991BD2344E}"/>
          </ac:spMkLst>
        </pc:spChg>
        <pc:spChg chg="mod">
          <ac:chgData name="Ravi Sundaram" userId="a7df020c0a403423" providerId="LiveId" clId="{A3205A6B-5B88-44CF-B0E8-9B2C4FA1C9B1}" dt="2020-07-10T04:06:29.882" v="335" actId="255"/>
          <ac:spMkLst>
            <pc:docMk/>
            <pc:sldMk cId="0" sldId="313"/>
            <ac:spMk id="91162" creationId="{C4122225-42E0-4316-8387-692EFDAE2E06}"/>
          </ac:spMkLst>
        </pc:spChg>
        <pc:spChg chg="mod">
          <ac:chgData name="Ravi Sundaram" userId="a7df020c0a403423" providerId="LiveId" clId="{A3205A6B-5B88-44CF-B0E8-9B2C4FA1C9B1}" dt="2020-07-10T04:06:23.805" v="334" actId="255"/>
          <ac:spMkLst>
            <pc:docMk/>
            <pc:sldMk cId="0" sldId="313"/>
            <ac:spMk id="91163" creationId="{3DBE8A13-08C8-4F8F-86D0-221A1F7A3219}"/>
          </ac:spMkLst>
        </pc:spChg>
        <pc:spChg chg="mod">
          <ac:chgData name="Ravi Sundaram" userId="a7df020c0a403423" providerId="LiveId" clId="{A3205A6B-5B88-44CF-B0E8-9B2C4FA1C9B1}" dt="2020-07-10T04:06:57.103" v="339" actId="255"/>
          <ac:spMkLst>
            <pc:docMk/>
            <pc:sldMk cId="0" sldId="313"/>
            <ac:spMk id="91164" creationId="{F5B3E610-06D1-495D-88B2-6FE6992ACB77}"/>
          </ac:spMkLst>
        </pc:spChg>
        <pc:spChg chg="mod">
          <ac:chgData name="Ravi Sundaram" userId="a7df020c0a403423" providerId="LiveId" clId="{A3205A6B-5B88-44CF-B0E8-9B2C4FA1C9B1}" dt="2020-07-10T04:07:23.909" v="341" actId="255"/>
          <ac:spMkLst>
            <pc:docMk/>
            <pc:sldMk cId="0" sldId="313"/>
            <ac:spMk id="91168" creationId="{B3C91DB1-D5B5-4530-8F30-0EDA80888827}"/>
          </ac:spMkLst>
        </pc:spChg>
        <pc:spChg chg="mod topLvl">
          <ac:chgData name="Ravi Sundaram" userId="a7df020c0a403423" providerId="LiveId" clId="{A3205A6B-5B88-44CF-B0E8-9B2C4FA1C9B1}" dt="2020-07-10T04:03:29.492" v="310" actId="165"/>
          <ac:spMkLst>
            <pc:docMk/>
            <pc:sldMk cId="0" sldId="313"/>
            <ac:spMk id="91171" creationId="{AC77DC59-F127-4267-8613-866348745F38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3" creationId="{38316DA9-E67E-40AE-95D8-DE5B7AF682DD}"/>
          </ac:spMkLst>
        </pc:spChg>
        <pc:spChg chg="mod topLvl">
          <ac:chgData name="Ravi Sundaram" userId="a7df020c0a403423" providerId="LiveId" clId="{A3205A6B-5B88-44CF-B0E8-9B2C4FA1C9B1}" dt="2020-07-10T04:05:43.066" v="329" actId="255"/>
          <ac:spMkLst>
            <pc:docMk/>
            <pc:sldMk cId="0" sldId="313"/>
            <ac:spMk id="91174" creationId="{470FF807-BB45-4703-A935-D036CB96CE3E}"/>
          </ac:spMkLst>
        </pc:spChg>
        <pc:spChg chg="mod topLvl">
          <ac:chgData name="Ravi Sundaram" userId="a7df020c0a403423" providerId="LiveId" clId="{A3205A6B-5B88-44CF-B0E8-9B2C4FA1C9B1}" dt="2020-07-10T04:05:54.559" v="330" actId="255"/>
          <ac:spMkLst>
            <pc:docMk/>
            <pc:sldMk cId="0" sldId="313"/>
            <ac:spMk id="91175" creationId="{256F9B19-B16C-4757-A931-33C86C669341}"/>
          </ac:spMkLst>
        </pc:spChg>
        <pc:spChg chg="mod topLvl">
          <ac:chgData name="Ravi Sundaram" userId="a7df020c0a403423" providerId="LiveId" clId="{A3205A6B-5B88-44CF-B0E8-9B2C4FA1C9B1}" dt="2020-07-10T04:06:01.226" v="331" actId="255"/>
          <ac:spMkLst>
            <pc:docMk/>
            <pc:sldMk cId="0" sldId="313"/>
            <ac:spMk id="91176" creationId="{6FB11260-61D6-4DD3-98EA-5E4EF5AF49A2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7" creationId="{65E02D0A-22C5-4AB8-91EB-F898C7536E2A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8" creationId="{D390F98E-AC18-4C9D-9264-E997ED0F3D65}"/>
          </ac:spMkLst>
        </pc:spChg>
        <pc:spChg chg="mod topLvl">
          <ac:chgData name="Ravi Sundaram" userId="a7df020c0a403423" providerId="LiveId" clId="{A3205A6B-5B88-44CF-B0E8-9B2C4FA1C9B1}" dt="2020-07-10T04:05:06.726" v="315" actId="165"/>
          <ac:spMkLst>
            <pc:docMk/>
            <pc:sldMk cId="0" sldId="313"/>
            <ac:spMk id="91179" creationId="{499A07C9-E487-4205-BE56-094980FA9056}"/>
          </ac:spMkLst>
        </pc:spChg>
        <pc:spChg chg="mod topLvl">
          <ac:chgData name="Ravi Sundaram" userId="a7df020c0a403423" providerId="LiveId" clId="{A3205A6B-5B88-44CF-B0E8-9B2C4FA1C9B1}" dt="2020-07-10T04:06:08.779" v="332" actId="255"/>
          <ac:spMkLst>
            <pc:docMk/>
            <pc:sldMk cId="0" sldId="313"/>
            <ac:spMk id="91180" creationId="{E3C06BDD-3BA9-4308-B082-FAC90557F640}"/>
          </ac:spMkLst>
        </pc:spChg>
        <pc:spChg chg="mod topLvl">
          <ac:chgData name="Ravi Sundaram" userId="a7df020c0a403423" providerId="LiveId" clId="{A3205A6B-5B88-44CF-B0E8-9B2C4FA1C9B1}" dt="2020-07-10T04:03:52.575" v="314" actId="692"/>
          <ac:spMkLst>
            <pc:docMk/>
            <pc:sldMk cId="0" sldId="313"/>
            <ac:spMk id="91184" creationId="{D0922068-ACF5-4275-826B-AFAA4BE786BF}"/>
          </ac:spMkLst>
        </pc:spChg>
        <pc:grpChg chg="del">
          <ac:chgData name="Ravi Sundaram" userId="a7df020c0a403423" providerId="LiveId" clId="{A3205A6B-5B88-44CF-B0E8-9B2C4FA1C9B1}" dt="2020-07-10T04:05:06.726" v="315" actId="165"/>
          <ac:grpSpMkLst>
            <pc:docMk/>
            <pc:sldMk cId="0" sldId="313"/>
            <ac:grpSpMk id="91182" creationId="{B577FB4A-5608-461A-85B0-E684794D379C}"/>
          </ac:grpSpMkLst>
        </pc:grpChg>
        <pc:grpChg chg="add del mod">
          <ac:chgData name="Ravi Sundaram" userId="a7df020c0a403423" providerId="LiveId" clId="{A3205A6B-5B88-44CF-B0E8-9B2C4FA1C9B1}" dt="2020-07-10T04:03:29.492" v="310" actId="165"/>
          <ac:grpSpMkLst>
            <pc:docMk/>
            <pc:sldMk cId="0" sldId="313"/>
            <ac:grpSpMk id="91185" creationId="{DC868EC7-1005-44E2-B383-FDF3716820AF}"/>
          </ac:grpSpMkLst>
        </pc:grpChg>
      </pc:sldChg>
      <pc:sldChg chg="modSp add ord modAnim">
        <pc:chgData name="Ravi Sundaram" userId="a7df020c0a403423" providerId="LiveId" clId="{A3205A6B-5B88-44CF-B0E8-9B2C4FA1C9B1}" dt="2020-07-13T05:59:47.233" v="862"/>
        <pc:sldMkLst>
          <pc:docMk/>
          <pc:sldMk cId="0" sldId="345"/>
        </pc:sldMkLst>
        <pc:spChg chg="mod">
          <ac:chgData name="Ravi Sundaram" userId="a7df020c0a403423" providerId="LiveId" clId="{A3205A6B-5B88-44CF-B0E8-9B2C4FA1C9B1}" dt="2020-07-10T04:32:27.153" v="557" actId="255"/>
          <ac:spMkLst>
            <pc:docMk/>
            <pc:sldMk cId="0" sldId="345"/>
            <ac:spMk id="154627" creationId="{0DDBE1BD-F48C-4371-A503-EF0495395976}"/>
          </ac:spMkLst>
        </pc:spChg>
      </pc:sldChg>
      <pc:sldChg chg="modSp add modAnim">
        <pc:chgData name="Ravi Sundaram" userId="a7df020c0a403423" providerId="LiveId" clId="{A3205A6B-5B88-44CF-B0E8-9B2C4FA1C9B1}" dt="2020-07-12T06:10:56.216" v="848"/>
        <pc:sldMkLst>
          <pc:docMk/>
          <pc:sldMk cId="4014147109" sldId="346"/>
        </pc:sldMkLst>
        <pc:spChg chg="mod">
          <ac:chgData name="Ravi Sundaram" userId="a7df020c0a403423" providerId="LiveId" clId="{A3205A6B-5B88-44CF-B0E8-9B2C4FA1C9B1}" dt="2020-07-10T04:38:58.882" v="834" actId="20577"/>
          <ac:spMkLst>
            <pc:docMk/>
            <pc:sldMk cId="4014147109" sldId="346"/>
            <ac:spMk id="3" creationId="{03364FEF-F44A-4071-922A-E51980E95FCC}"/>
          </ac:spMkLst>
        </pc:spChg>
      </pc:sldChg>
      <pc:sldChg chg="modSp add">
        <pc:chgData name="Ravi Sundaram" userId="a7df020c0a403423" providerId="LiveId" clId="{A3205A6B-5B88-44CF-B0E8-9B2C4FA1C9B1}" dt="2020-07-12T06:06:22.592" v="836" actId="113"/>
        <pc:sldMkLst>
          <pc:docMk/>
          <pc:sldMk cId="2059021238" sldId="347"/>
        </pc:sldMkLst>
        <pc:spChg chg="mod">
          <ac:chgData name="Ravi Sundaram" userId="a7df020c0a403423" providerId="LiveId" clId="{A3205A6B-5B88-44CF-B0E8-9B2C4FA1C9B1}" dt="2020-07-10T03:59:51.390" v="247" actId="20577"/>
          <ac:spMkLst>
            <pc:docMk/>
            <pc:sldMk cId="2059021238" sldId="347"/>
            <ac:spMk id="2" creationId="{5FA1FA58-59B8-4EFD-BF2B-069C457129B2}"/>
          </ac:spMkLst>
        </pc:spChg>
        <pc:spChg chg="mod">
          <ac:chgData name="Ravi Sundaram" userId="a7df020c0a403423" providerId="LiveId" clId="{A3205A6B-5B88-44CF-B0E8-9B2C4FA1C9B1}" dt="2020-07-12T06:06:22.592" v="836" actId="113"/>
          <ac:spMkLst>
            <pc:docMk/>
            <pc:sldMk cId="2059021238" sldId="347"/>
            <ac:spMk id="3" creationId="{03364FEF-F44A-4071-922A-E51980E95FCC}"/>
          </ac:spMkLst>
        </pc:spChg>
      </pc:sldChg>
      <pc:sldChg chg="addSp delSp modSp add del">
        <pc:chgData name="Ravi Sundaram" userId="a7df020c0a403423" providerId="LiveId" clId="{A3205A6B-5B88-44CF-B0E8-9B2C4FA1C9B1}" dt="2020-07-10T04:29:21.297" v="539" actId="2696"/>
        <pc:sldMkLst>
          <pc:docMk/>
          <pc:sldMk cId="615710415" sldId="348"/>
        </pc:sldMkLst>
        <pc:spChg chg="add">
          <ac:chgData name="Ravi Sundaram" userId="a7df020c0a403423" providerId="LiveId" clId="{A3205A6B-5B88-44CF-B0E8-9B2C4FA1C9B1}" dt="2020-07-10T04:26:57.366" v="533"/>
          <ac:spMkLst>
            <pc:docMk/>
            <pc:sldMk cId="615710415" sldId="348"/>
            <ac:spMk id="39" creationId="{1F128065-3ACD-42ED-9129-E5D138A29940}"/>
          </ac:spMkLst>
        </pc:spChg>
        <pc:spChg chg="add">
          <ac:chgData name="Ravi Sundaram" userId="a7df020c0a403423" providerId="LiveId" clId="{A3205A6B-5B88-44CF-B0E8-9B2C4FA1C9B1}" dt="2020-07-10T04:27:21.731" v="534"/>
          <ac:spMkLst>
            <pc:docMk/>
            <pc:sldMk cId="615710415" sldId="348"/>
            <ac:spMk id="40" creationId="{DEB2F705-FD79-4B1F-8431-0C262A42A79A}"/>
          </ac:spMkLst>
        </pc:spChg>
        <pc:spChg chg="add mod">
          <ac:chgData name="Ravi Sundaram" userId="a7df020c0a403423" providerId="LiveId" clId="{A3205A6B-5B88-44CF-B0E8-9B2C4FA1C9B1}" dt="2020-07-10T04:27:37.581" v="536" actId="255"/>
          <ac:spMkLst>
            <pc:docMk/>
            <pc:sldMk cId="615710415" sldId="348"/>
            <ac:spMk id="41" creationId="{D6CE3726-E660-47B1-97B4-4E35DADDEC40}"/>
          </ac:spMkLst>
        </pc:spChg>
        <pc:spChg chg="del">
          <ac:chgData name="Ravi Sundaram" userId="a7df020c0a403423" providerId="LiveId" clId="{A3205A6B-5B88-44CF-B0E8-9B2C4FA1C9B1}" dt="2020-07-10T04:26:56.010" v="532" actId="478"/>
          <ac:spMkLst>
            <pc:docMk/>
            <pc:sldMk cId="615710415" sldId="348"/>
            <ac:spMk id="91171" creationId="{AC77DC59-F127-4267-8613-866348745F38}"/>
          </ac:spMkLst>
        </pc:spChg>
        <pc:spChg chg="del">
          <ac:chgData name="Ravi Sundaram" userId="a7df020c0a403423" providerId="LiveId" clId="{A3205A6B-5B88-44CF-B0E8-9B2C4FA1C9B1}" dt="2020-07-10T04:26:52.192" v="531" actId="478"/>
          <ac:spMkLst>
            <pc:docMk/>
            <pc:sldMk cId="615710415" sldId="348"/>
            <ac:spMk id="91184" creationId="{D0922068-ACF5-4275-826B-AFAA4BE786BF}"/>
          </ac:spMkLst>
        </pc:spChg>
      </pc:sldChg>
      <pc:sldChg chg="modSp add ord modAnim">
        <pc:chgData name="Ravi Sundaram" userId="a7df020c0a403423" providerId="LiveId" clId="{A3205A6B-5B88-44CF-B0E8-9B2C4FA1C9B1}" dt="2020-07-13T05:59:22.389" v="861"/>
        <pc:sldMkLst>
          <pc:docMk/>
          <pc:sldMk cId="1640693443" sldId="349"/>
        </pc:sldMkLst>
        <pc:spChg chg="mod">
          <ac:chgData name="Ravi Sundaram" userId="a7df020c0a403423" providerId="LiveId" clId="{A3205A6B-5B88-44CF-B0E8-9B2C4FA1C9B1}" dt="2020-07-12T06:08:13.622" v="838" actId="255"/>
          <ac:spMkLst>
            <pc:docMk/>
            <pc:sldMk cId="1640693443" sldId="349"/>
            <ac:spMk id="91154" creationId="{8AC52872-8CD1-4DD1-B678-39F79E2EC9BE}"/>
          </ac:spMkLst>
        </pc:spChg>
      </pc:sldChg>
      <pc:sldChg chg="addSp delSp modSp add modAnim">
        <pc:chgData name="Ravi Sundaram" userId="a7df020c0a403423" providerId="LiveId" clId="{A3205A6B-5B88-44CF-B0E8-9B2C4FA1C9B1}" dt="2020-07-12T06:09:06.565" v="839"/>
        <pc:sldMkLst>
          <pc:docMk/>
          <pc:sldMk cId="2315145716" sldId="350"/>
        </pc:sldMkLst>
        <pc:spChg chg="add del mod">
          <ac:chgData name="Ravi Sundaram" userId="a7df020c0a403423" providerId="LiveId" clId="{A3205A6B-5B88-44CF-B0E8-9B2C4FA1C9B1}" dt="2020-07-10T04:30:52.193" v="545" actId="478"/>
          <ac:spMkLst>
            <pc:docMk/>
            <pc:sldMk cId="2315145716" sldId="350"/>
            <ac:spMk id="39" creationId="{1F128065-3ACD-42ED-9129-E5D138A29940}"/>
          </ac:spMkLst>
        </pc:spChg>
        <pc:spChg chg="mod">
          <ac:chgData name="Ravi Sundaram" userId="a7df020c0a403423" providerId="LiveId" clId="{A3205A6B-5B88-44CF-B0E8-9B2C4FA1C9B1}" dt="2020-07-10T04:31:56.572" v="556" actId="20577"/>
          <ac:spMkLst>
            <pc:docMk/>
            <pc:sldMk cId="2315145716" sldId="350"/>
            <ac:spMk id="41" creationId="{D6CE3726-E660-47B1-97B4-4E35DADDEC40}"/>
          </ac:spMkLst>
        </pc:spChg>
        <pc:spChg chg="add mod">
          <ac:chgData name="Ravi Sundaram" userId="a7df020c0a403423" providerId="LiveId" clId="{A3205A6B-5B88-44CF-B0E8-9B2C4FA1C9B1}" dt="2020-07-10T04:31:03.490" v="549" actId="692"/>
          <ac:spMkLst>
            <pc:docMk/>
            <pc:sldMk cId="2315145716" sldId="350"/>
            <ac:spMk id="42" creationId="{903DE41D-D360-484A-8CFF-97CCEB1CBECF}"/>
          </ac:spMkLst>
        </pc:spChg>
      </pc:sldChg>
      <pc:sldChg chg="modSp add ord modAnim">
        <pc:chgData name="Ravi Sundaram" userId="a7df020c0a403423" providerId="LiveId" clId="{A3205A6B-5B88-44CF-B0E8-9B2C4FA1C9B1}" dt="2020-07-13T06:25:55.834" v="864"/>
        <pc:sldMkLst>
          <pc:docMk/>
          <pc:sldMk cId="2856967658" sldId="351"/>
        </pc:sldMkLst>
        <pc:spChg chg="mod">
          <ac:chgData name="Ravi Sundaram" userId="a7df020c0a403423" providerId="LiveId" clId="{A3205A6B-5B88-44CF-B0E8-9B2C4FA1C9B1}" dt="2020-07-10T04:33:50.137" v="576" actId="20577"/>
          <ac:spMkLst>
            <pc:docMk/>
            <pc:sldMk cId="2856967658" sldId="351"/>
            <ac:spMk id="41" creationId="{D6CE3726-E660-47B1-97B4-4E35DADDEC40}"/>
          </ac:spMkLst>
        </pc:spChg>
        <pc:spChg chg="mod">
          <ac:chgData name="Ravi Sundaram" userId="a7df020c0a403423" providerId="LiveId" clId="{A3205A6B-5B88-44CF-B0E8-9B2C4FA1C9B1}" dt="2020-07-10T04:33:21.891" v="561"/>
          <ac:spMkLst>
            <pc:docMk/>
            <pc:sldMk cId="2856967658" sldId="351"/>
            <ac:spMk id="42" creationId="{903DE41D-D360-484A-8CFF-97CCEB1CBECF}"/>
          </ac:spMkLst>
        </pc:spChg>
      </pc:sldChg>
    </pc:docChg>
  </pc:docChgLst>
  <pc:docChgLst>
    <pc:chgData name="Ravi Sundaram" userId="a7df020c0a403423" providerId="LiveId" clId="{B100C61C-D70C-4292-AE06-39CC4ACEB277}"/>
    <pc:docChg chg="delSld modSld">
      <pc:chgData name="Ravi Sundaram" userId="a7df020c0a403423" providerId="LiveId" clId="{B100C61C-D70C-4292-AE06-39CC4ACEB277}" dt="2020-07-10T02:36:54.904" v="69" actId="2696"/>
      <pc:docMkLst>
        <pc:docMk/>
      </pc:docMkLst>
      <pc:sldChg chg="modSp">
        <pc:chgData name="Ravi Sundaram" userId="a7df020c0a403423" providerId="LiveId" clId="{B100C61C-D70C-4292-AE06-39CC4ACEB277}" dt="2020-07-10T02:34:52.528" v="61" actId="20577"/>
        <pc:sldMkLst>
          <pc:docMk/>
          <pc:sldMk cId="4099122483" sldId="257"/>
        </pc:sldMkLst>
        <pc:spChg chg="mod">
          <ac:chgData name="Ravi Sundaram" userId="a7df020c0a403423" providerId="LiveId" clId="{B100C61C-D70C-4292-AE06-39CC4ACEB277}" dt="2020-07-10T02:34:52.528" v="61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del">
        <pc:chgData name="Ravi Sundaram" userId="a7df020c0a403423" providerId="LiveId" clId="{B100C61C-D70C-4292-AE06-39CC4ACEB277}" dt="2020-07-10T02:36:54.747" v="62" actId="2696"/>
        <pc:sldMkLst>
          <pc:docMk/>
          <pc:sldMk cId="2070658356" sldId="259"/>
        </pc:sldMkLst>
      </pc:sldChg>
      <pc:sldChg chg="del">
        <pc:chgData name="Ravi Sundaram" userId="a7df020c0a403423" providerId="LiveId" clId="{B100C61C-D70C-4292-AE06-39CC4ACEB277}" dt="2020-07-10T02:36:54.818" v="63" actId="2696"/>
        <pc:sldMkLst>
          <pc:docMk/>
          <pc:sldMk cId="202630305" sldId="306"/>
        </pc:sldMkLst>
      </pc:sldChg>
      <pc:sldChg chg="del">
        <pc:chgData name="Ravi Sundaram" userId="a7df020c0a403423" providerId="LiveId" clId="{B100C61C-D70C-4292-AE06-39CC4ACEB277}" dt="2020-07-10T02:36:54.830" v="64" actId="2696"/>
        <pc:sldMkLst>
          <pc:docMk/>
          <pc:sldMk cId="2506444983" sldId="307"/>
        </pc:sldMkLst>
      </pc:sldChg>
      <pc:sldChg chg="del">
        <pc:chgData name="Ravi Sundaram" userId="a7df020c0a403423" providerId="LiveId" clId="{B100C61C-D70C-4292-AE06-39CC4ACEB277}" dt="2020-07-10T02:36:54.839" v="65" actId="2696"/>
        <pc:sldMkLst>
          <pc:docMk/>
          <pc:sldMk cId="2965344762" sldId="308"/>
        </pc:sldMkLst>
      </pc:sldChg>
      <pc:sldChg chg="del">
        <pc:chgData name="Ravi Sundaram" userId="a7df020c0a403423" providerId="LiveId" clId="{B100C61C-D70C-4292-AE06-39CC4ACEB277}" dt="2020-07-10T02:36:54.850" v="66" actId="2696"/>
        <pc:sldMkLst>
          <pc:docMk/>
          <pc:sldMk cId="380021759" sldId="309"/>
        </pc:sldMkLst>
      </pc:sldChg>
      <pc:sldChg chg="del">
        <pc:chgData name="Ravi Sundaram" userId="a7df020c0a403423" providerId="LiveId" clId="{B100C61C-D70C-4292-AE06-39CC4ACEB277}" dt="2020-07-10T02:36:54.857" v="67" actId="2696"/>
        <pc:sldMkLst>
          <pc:docMk/>
          <pc:sldMk cId="2211901668" sldId="310"/>
        </pc:sldMkLst>
      </pc:sldChg>
      <pc:sldChg chg="del">
        <pc:chgData name="Ravi Sundaram" userId="a7df020c0a403423" providerId="LiveId" clId="{B100C61C-D70C-4292-AE06-39CC4ACEB277}" dt="2020-07-10T02:36:54.870" v="68" actId="2696"/>
        <pc:sldMkLst>
          <pc:docMk/>
          <pc:sldMk cId="335736984" sldId="311"/>
        </pc:sldMkLst>
      </pc:sldChg>
      <pc:sldChg chg="del">
        <pc:chgData name="Ravi Sundaram" userId="a7df020c0a403423" providerId="LiveId" clId="{B100C61C-D70C-4292-AE06-39CC4ACEB277}" dt="2020-07-10T02:36:54.904" v="69" actId="2696"/>
        <pc:sldMkLst>
          <pc:docMk/>
          <pc:sldMk cId="3625756718" sldId="312"/>
        </pc:sldMkLst>
      </pc:sldChg>
    </pc:docChg>
  </pc:docChgLst>
  <pc:docChgLst>
    <pc:chgData name="Ravi Sundaram" userId="a7df020c0a403423" providerId="LiveId" clId="{19513EB1-AC3E-4F61-84D6-0DA1F241EEF1}"/>
    <pc:docChg chg="custSel delSld modSld">
      <pc:chgData name="Ravi Sundaram" userId="a7df020c0a403423" providerId="LiveId" clId="{19513EB1-AC3E-4F61-84D6-0DA1F241EEF1}" dt="2020-07-09T02:06:53.704" v="950" actId="2696"/>
      <pc:docMkLst>
        <pc:docMk/>
      </pc:docMkLst>
      <pc:sldChg chg="modSp">
        <pc:chgData name="Ravi Sundaram" userId="a7df020c0a403423" providerId="LiveId" clId="{19513EB1-AC3E-4F61-84D6-0DA1F241EEF1}" dt="2020-07-09T00:58:29.773" v="303" actId="20577"/>
        <pc:sldMkLst>
          <pc:docMk/>
          <pc:sldMk cId="4099122483" sldId="257"/>
        </pc:sldMkLst>
        <pc:spChg chg="mod">
          <ac:chgData name="Ravi Sundaram" userId="a7df020c0a403423" providerId="LiveId" clId="{19513EB1-AC3E-4F61-84D6-0DA1F241EEF1}" dt="2020-07-09T00:58:29.773" v="303" actId="20577"/>
          <ac:spMkLst>
            <pc:docMk/>
            <pc:sldMk cId="4099122483" sldId="257"/>
            <ac:spMk id="2" creationId="{80797C44-BBD0-4A67-A16E-1796651C5A29}"/>
          </ac:spMkLst>
        </pc:spChg>
        <pc:spChg chg="mod">
          <ac:chgData name="Ravi Sundaram" userId="a7df020c0a403423" providerId="LiveId" clId="{19513EB1-AC3E-4F61-84D6-0DA1F241EEF1}" dt="2020-07-06T06:00:55.560" v="175" actId="115"/>
          <ac:spMkLst>
            <pc:docMk/>
            <pc:sldMk cId="4099122483" sldId="257"/>
            <ac:spMk id="3" creationId="{0058199E-2156-4542-B134-D3536A98A899}"/>
          </ac:spMkLst>
        </pc:spChg>
      </pc:sldChg>
      <pc:sldChg chg="modSp">
        <pc:chgData name="Ravi Sundaram" userId="a7df020c0a403423" providerId="LiveId" clId="{19513EB1-AC3E-4F61-84D6-0DA1F241EEF1}" dt="2020-07-06T06:01:51.527" v="289" actId="20577"/>
        <pc:sldMkLst>
          <pc:docMk/>
          <pc:sldMk cId="3479009568" sldId="258"/>
        </pc:sldMkLst>
        <pc:spChg chg="mod">
          <ac:chgData name="Ravi Sundaram" userId="a7df020c0a403423" providerId="LiveId" clId="{19513EB1-AC3E-4F61-84D6-0DA1F241EEF1}" dt="2020-07-06T06:01:09.725" v="181" actId="20577"/>
          <ac:spMkLst>
            <pc:docMk/>
            <pc:sldMk cId="3479009568" sldId="258"/>
            <ac:spMk id="2" creationId="{5FA1FA58-59B8-4EFD-BF2B-069C457129B2}"/>
          </ac:spMkLst>
        </pc:spChg>
        <pc:spChg chg="mod">
          <ac:chgData name="Ravi Sundaram" userId="a7df020c0a403423" providerId="LiveId" clId="{19513EB1-AC3E-4F61-84D6-0DA1F241EEF1}" dt="2020-07-06T06:01:51.527" v="289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del">
        <pc:chgData name="Ravi Sundaram" userId="a7df020c0a403423" providerId="LiveId" clId="{19513EB1-AC3E-4F61-84D6-0DA1F241EEF1}" dt="2020-07-06T05:58:14.600" v="103" actId="2696"/>
        <pc:sldMkLst>
          <pc:docMk/>
          <pc:sldMk cId="2070658356" sldId="259"/>
        </pc:sldMkLst>
      </pc:sldChg>
      <pc:sldChg chg="del">
        <pc:chgData name="Ravi Sundaram" userId="a7df020c0a403423" providerId="LiveId" clId="{19513EB1-AC3E-4F61-84D6-0DA1F241EEF1}" dt="2020-07-06T05:58:14.740" v="115" actId="2696"/>
        <pc:sldMkLst>
          <pc:docMk/>
          <pc:sldMk cId="585050186" sldId="260"/>
        </pc:sldMkLst>
      </pc:sldChg>
      <pc:sldChg chg="del">
        <pc:chgData name="Ravi Sundaram" userId="a7df020c0a403423" providerId="LiveId" clId="{19513EB1-AC3E-4F61-84D6-0DA1F241EEF1}" dt="2020-07-06T05:58:14.613" v="104" actId="2696"/>
        <pc:sldMkLst>
          <pc:docMk/>
          <pc:sldMk cId="3133888890" sldId="275"/>
        </pc:sldMkLst>
      </pc:sldChg>
      <pc:sldChg chg="del">
        <pc:chgData name="Ravi Sundaram" userId="a7df020c0a403423" providerId="LiveId" clId="{19513EB1-AC3E-4F61-84D6-0DA1F241EEF1}" dt="2020-07-06T05:58:14.624" v="105" actId="2696"/>
        <pc:sldMkLst>
          <pc:docMk/>
          <pc:sldMk cId="4279951466" sldId="276"/>
        </pc:sldMkLst>
      </pc:sldChg>
      <pc:sldChg chg="del">
        <pc:chgData name="Ravi Sundaram" userId="a7df020c0a403423" providerId="LiveId" clId="{19513EB1-AC3E-4F61-84D6-0DA1F241EEF1}" dt="2020-07-06T05:58:14.644" v="107" actId="2696"/>
        <pc:sldMkLst>
          <pc:docMk/>
          <pc:sldMk cId="827947371" sldId="277"/>
        </pc:sldMkLst>
      </pc:sldChg>
      <pc:sldChg chg="del">
        <pc:chgData name="Ravi Sundaram" userId="a7df020c0a403423" providerId="LiveId" clId="{19513EB1-AC3E-4F61-84D6-0DA1F241EEF1}" dt="2020-07-06T05:58:14.654" v="108" actId="2696"/>
        <pc:sldMkLst>
          <pc:docMk/>
          <pc:sldMk cId="1122615267" sldId="278"/>
        </pc:sldMkLst>
      </pc:sldChg>
      <pc:sldChg chg="del">
        <pc:chgData name="Ravi Sundaram" userId="a7df020c0a403423" providerId="LiveId" clId="{19513EB1-AC3E-4F61-84D6-0DA1F241EEF1}" dt="2020-07-06T05:58:14.664" v="109" actId="2696"/>
        <pc:sldMkLst>
          <pc:docMk/>
          <pc:sldMk cId="505879623" sldId="279"/>
        </pc:sldMkLst>
      </pc:sldChg>
      <pc:sldChg chg="del">
        <pc:chgData name="Ravi Sundaram" userId="a7df020c0a403423" providerId="LiveId" clId="{19513EB1-AC3E-4F61-84D6-0DA1F241EEF1}" dt="2020-07-06T05:58:14.675" v="110" actId="2696"/>
        <pc:sldMkLst>
          <pc:docMk/>
          <pc:sldMk cId="853875631" sldId="280"/>
        </pc:sldMkLst>
      </pc:sldChg>
      <pc:sldChg chg="del">
        <pc:chgData name="Ravi Sundaram" userId="a7df020c0a403423" providerId="LiveId" clId="{19513EB1-AC3E-4F61-84D6-0DA1F241EEF1}" dt="2020-07-06T05:58:14.634" v="106" actId="2696"/>
        <pc:sldMkLst>
          <pc:docMk/>
          <pc:sldMk cId="4033978330" sldId="281"/>
        </pc:sldMkLst>
      </pc:sldChg>
      <pc:sldChg chg="del">
        <pc:chgData name="Ravi Sundaram" userId="a7df020c0a403423" providerId="LiveId" clId="{19513EB1-AC3E-4F61-84D6-0DA1F241EEF1}" dt="2020-07-06T05:58:14.683" v="111" actId="2696"/>
        <pc:sldMkLst>
          <pc:docMk/>
          <pc:sldMk cId="2642526880" sldId="282"/>
        </pc:sldMkLst>
      </pc:sldChg>
      <pc:sldChg chg="del">
        <pc:chgData name="Ravi Sundaram" userId="a7df020c0a403423" providerId="LiveId" clId="{19513EB1-AC3E-4F61-84D6-0DA1F241EEF1}" dt="2020-07-06T05:58:14.694" v="112" actId="2696"/>
        <pc:sldMkLst>
          <pc:docMk/>
          <pc:sldMk cId="3660344932" sldId="283"/>
        </pc:sldMkLst>
      </pc:sldChg>
      <pc:sldChg chg="del">
        <pc:chgData name="Ravi Sundaram" userId="a7df020c0a403423" providerId="LiveId" clId="{19513EB1-AC3E-4F61-84D6-0DA1F241EEF1}" dt="2020-07-06T05:58:14.727" v="114" actId="2696"/>
        <pc:sldMkLst>
          <pc:docMk/>
          <pc:sldMk cId="3159837357" sldId="284"/>
        </pc:sldMkLst>
      </pc:sldChg>
      <pc:sldChg chg="del">
        <pc:chgData name="Ravi Sundaram" userId="a7df020c0a403423" providerId="LiveId" clId="{19513EB1-AC3E-4F61-84D6-0DA1F241EEF1}" dt="2020-07-06T05:58:14.706" v="113" actId="2696"/>
        <pc:sldMkLst>
          <pc:docMk/>
          <pc:sldMk cId="3661700666" sldId="285"/>
        </pc:sldMkLst>
      </pc:sldChg>
      <pc:sldChg chg="del">
        <pc:chgData name="Ravi Sundaram" userId="a7df020c0a403423" providerId="LiveId" clId="{19513EB1-AC3E-4F61-84D6-0DA1F241EEF1}" dt="2020-07-06T05:58:14.748" v="116" actId="2696"/>
        <pc:sldMkLst>
          <pc:docMk/>
          <pc:sldMk cId="4011775224" sldId="286"/>
        </pc:sldMkLst>
      </pc:sldChg>
      <pc:sldChg chg="del">
        <pc:chgData name="Ravi Sundaram" userId="a7df020c0a403423" providerId="LiveId" clId="{19513EB1-AC3E-4F61-84D6-0DA1F241EEF1}" dt="2020-07-06T05:58:14.765" v="117" actId="2696"/>
        <pc:sldMkLst>
          <pc:docMk/>
          <pc:sldMk cId="0" sldId="287"/>
        </pc:sldMkLst>
      </pc:sldChg>
      <pc:sldChg chg="del">
        <pc:chgData name="Ravi Sundaram" userId="a7df020c0a403423" providerId="LiveId" clId="{19513EB1-AC3E-4F61-84D6-0DA1F241EEF1}" dt="2020-07-06T05:58:14.791" v="118" actId="2696"/>
        <pc:sldMkLst>
          <pc:docMk/>
          <pc:sldMk cId="0" sldId="288"/>
        </pc:sldMkLst>
      </pc:sldChg>
      <pc:sldChg chg="del">
        <pc:chgData name="Ravi Sundaram" userId="a7df020c0a403423" providerId="LiveId" clId="{19513EB1-AC3E-4F61-84D6-0DA1F241EEF1}" dt="2020-07-06T05:58:14.809" v="119" actId="2696"/>
        <pc:sldMkLst>
          <pc:docMk/>
          <pc:sldMk cId="0" sldId="289"/>
        </pc:sldMkLst>
      </pc:sldChg>
      <pc:sldChg chg="del">
        <pc:chgData name="Ravi Sundaram" userId="a7df020c0a403423" providerId="LiveId" clId="{19513EB1-AC3E-4F61-84D6-0DA1F241EEF1}" dt="2020-07-06T05:58:14.818" v="121" actId="2696"/>
        <pc:sldMkLst>
          <pc:docMk/>
          <pc:sldMk cId="1548377129" sldId="290"/>
        </pc:sldMkLst>
      </pc:sldChg>
      <pc:sldChg chg="modSp del modNotesTx">
        <pc:chgData name="Ravi Sundaram" userId="a7df020c0a403423" providerId="LiveId" clId="{19513EB1-AC3E-4F61-84D6-0DA1F241EEF1}" dt="2020-07-09T02:06:51.123" v="949" actId="2696"/>
        <pc:sldMkLst>
          <pc:docMk/>
          <pc:sldMk cId="1873237354" sldId="291"/>
        </pc:sldMkLst>
        <pc:spChg chg="mod">
          <ac:chgData name="Ravi Sundaram" userId="a7df020c0a403423" providerId="LiveId" clId="{19513EB1-AC3E-4F61-84D6-0DA1F241EEF1}" dt="2020-07-09T01:50:18.851" v="738" actId="20577"/>
          <ac:spMkLst>
            <pc:docMk/>
            <pc:sldMk cId="1873237354" sldId="291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1:46:36.426" v="590" actId="20577"/>
        <pc:sldMkLst>
          <pc:docMk/>
          <pc:sldMk cId="2522838261" sldId="292"/>
        </pc:sldMkLst>
        <pc:spChg chg="mod">
          <ac:chgData name="Ravi Sundaram" userId="a7df020c0a403423" providerId="LiveId" clId="{19513EB1-AC3E-4F61-84D6-0DA1F241EEF1}" dt="2020-07-09T01:46:36.426" v="590" actId="20577"/>
          <ac:spMkLst>
            <pc:docMk/>
            <pc:sldMk cId="2522838261" sldId="292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6:50.138" v="621" actId="20577"/>
        <pc:sldMkLst>
          <pc:docMk/>
          <pc:sldMk cId="2602221767" sldId="293"/>
        </pc:sldMkLst>
        <pc:spChg chg="mod">
          <ac:chgData name="Ravi Sundaram" userId="a7df020c0a403423" providerId="LiveId" clId="{19513EB1-AC3E-4F61-84D6-0DA1F241EEF1}" dt="2020-07-09T01:46:50.138" v="621" actId="20577"/>
          <ac:spMkLst>
            <pc:docMk/>
            <pc:sldMk cId="2602221767" sldId="293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3:27.747" v="409" actId="20577"/>
        <pc:sldMkLst>
          <pc:docMk/>
          <pc:sldMk cId="2876685785" sldId="298"/>
        </pc:sldMkLst>
        <pc:spChg chg="mod">
          <ac:chgData name="Ravi Sundaram" userId="a7df020c0a403423" providerId="LiveId" clId="{19513EB1-AC3E-4F61-84D6-0DA1F241EEF1}" dt="2020-07-09T01:43:27.747" v="409" actId="20577"/>
          <ac:spMkLst>
            <pc:docMk/>
            <pc:sldMk cId="2876685785" sldId="298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1:47:54.766" v="642" actId="12"/>
        <pc:sldMkLst>
          <pc:docMk/>
          <pc:sldMk cId="2572948063" sldId="301"/>
        </pc:sldMkLst>
        <pc:spChg chg="mod">
          <ac:chgData name="Ravi Sundaram" userId="a7df020c0a403423" providerId="LiveId" clId="{19513EB1-AC3E-4F61-84D6-0DA1F241EEF1}" dt="2020-07-09T01:47:54.766" v="642" actId="12"/>
          <ac:spMkLst>
            <pc:docMk/>
            <pc:sldMk cId="2572948063" sldId="301"/>
            <ac:spMk id="3" creationId="{2D4E71CA-3D64-48C3-A1BF-F506485AB5D0}"/>
          </ac:spMkLst>
        </pc:spChg>
      </pc:sldChg>
      <pc:sldChg chg="modSp">
        <pc:chgData name="Ravi Sundaram" userId="a7df020c0a403423" providerId="LiveId" clId="{19513EB1-AC3E-4F61-84D6-0DA1F241EEF1}" dt="2020-07-09T02:05:09.318" v="903" actId="20577"/>
        <pc:sldMkLst>
          <pc:docMk/>
          <pc:sldMk cId="1309514103" sldId="302"/>
        </pc:sldMkLst>
        <pc:spChg chg="mod">
          <ac:chgData name="Ravi Sundaram" userId="a7df020c0a403423" providerId="LiveId" clId="{19513EB1-AC3E-4F61-84D6-0DA1F241EEF1}" dt="2020-07-09T02:05:09.318" v="903" actId="20577"/>
          <ac:spMkLst>
            <pc:docMk/>
            <pc:sldMk cId="1309514103" sldId="302"/>
            <ac:spMk id="3" creationId="{2D4E71CA-3D64-48C3-A1BF-F506485AB5D0}"/>
          </ac:spMkLst>
        </pc:spChg>
      </pc:sldChg>
      <pc:sldChg chg="modSp del">
        <pc:chgData name="Ravi Sundaram" userId="a7df020c0a403423" providerId="LiveId" clId="{19513EB1-AC3E-4F61-84D6-0DA1F241EEF1}" dt="2020-07-09T02:06:53.704" v="950" actId="2696"/>
        <pc:sldMkLst>
          <pc:docMk/>
          <pc:sldMk cId="78219466" sldId="303"/>
        </pc:sldMkLst>
        <pc:spChg chg="mod">
          <ac:chgData name="Ravi Sundaram" userId="a7df020c0a403423" providerId="LiveId" clId="{19513EB1-AC3E-4F61-84D6-0DA1F241EEF1}" dt="2020-07-09T01:50:32.986" v="739" actId="20577"/>
          <ac:spMkLst>
            <pc:docMk/>
            <pc:sldMk cId="78219466" sldId="303"/>
            <ac:spMk id="3" creationId="{1C4EFA41-EDF3-4D89-812E-85BCE7B8A73E}"/>
          </ac:spMkLst>
        </pc:spChg>
      </pc:sldChg>
      <pc:sldChg chg="modSp">
        <pc:chgData name="Ravi Sundaram" userId="a7df020c0a403423" providerId="LiveId" clId="{19513EB1-AC3E-4F61-84D6-0DA1F241EEF1}" dt="2020-07-09T02:06:04.739" v="947" actId="20577"/>
        <pc:sldMkLst>
          <pc:docMk/>
          <pc:sldMk cId="1768516238" sldId="304"/>
        </pc:sldMkLst>
        <pc:spChg chg="mod">
          <ac:chgData name="Ravi Sundaram" userId="a7df020c0a403423" providerId="LiveId" clId="{19513EB1-AC3E-4F61-84D6-0DA1F241EEF1}" dt="2020-07-09T02:05:38.263" v="945" actId="20577"/>
          <ac:spMkLst>
            <pc:docMk/>
            <pc:sldMk cId="1768516238" sldId="304"/>
            <ac:spMk id="2" creationId="{04F1C0EF-92F3-4DD3-9656-EC5DA238C7DD}"/>
          </ac:spMkLst>
        </pc:spChg>
        <pc:spChg chg="mod">
          <ac:chgData name="Ravi Sundaram" userId="a7df020c0a403423" providerId="LiveId" clId="{19513EB1-AC3E-4F61-84D6-0DA1F241EEF1}" dt="2020-07-09T02:06:04.739" v="947" actId="20577"/>
          <ac:spMkLst>
            <pc:docMk/>
            <pc:sldMk cId="1768516238" sldId="304"/>
            <ac:spMk id="3" creationId="{1C4EFA41-EDF3-4D89-812E-85BCE7B8A73E}"/>
          </ac:spMkLst>
        </pc:spChg>
      </pc:sldChg>
      <pc:sldMasterChg chg="delSldLayout">
        <pc:chgData name="Ravi Sundaram" userId="a7df020c0a403423" providerId="LiveId" clId="{19513EB1-AC3E-4F61-84D6-0DA1F241EEF1}" dt="2020-07-06T05:58:14.810" v="120" actId="2696"/>
        <pc:sldMasterMkLst>
          <pc:docMk/>
          <pc:sldMasterMk cId="2006853913" sldId="2147483648"/>
        </pc:sldMasterMkLst>
        <pc:sldLayoutChg chg="del">
          <pc:chgData name="Ravi Sundaram" userId="a7df020c0a403423" providerId="LiveId" clId="{19513EB1-AC3E-4F61-84D6-0DA1F241EEF1}" dt="2020-07-06T05:58:14.810" v="120" actId="2696"/>
          <pc:sldLayoutMkLst>
            <pc:docMk/>
            <pc:sldMasterMk cId="2006853913" sldId="2147483648"/>
            <pc:sldLayoutMk cId="1015555657" sldId="2147483662"/>
          </pc:sldLayoutMkLst>
        </pc:sldLayoutChg>
      </pc:sldMasterChg>
    </pc:docChg>
  </pc:docChgLst>
  <pc:docChgLst>
    <pc:chgData name="Ravi Sundaram" userId="a7df020c0a403423" providerId="LiveId" clId="{080751A1-5FB8-48F9-AC91-3A4745451AF4}"/>
    <pc:docChg chg="custSel addSld delSld modSld">
      <pc:chgData name="Ravi Sundaram" userId="a7df020c0a403423" providerId="LiveId" clId="{080751A1-5FB8-48F9-AC91-3A4745451AF4}" dt="2020-07-10T02:17:48.113" v="1423" actId="20577"/>
      <pc:docMkLst>
        <pc:docMk/>
      </pc:docMkLst>
      <pc:sldChg chg="modSp">
        <pc:chgData name="Ravi Sundaram" userId="a7df020c0a403423" providerId="LiveId" clId="{080751A1-5FB8-48F9-AC91-3A4745451AF4}" dt="2020-07-09T22:33:02.526" v="75" actId="20577"/>
        <pc:sldMkLst>
          <pc:docMk/>
          <pc:sldMk cId="4099122483" sldId="257"/>
        </pc:sldMkLst>
        <pc:spChg chg="mod">
          <ac:chgData name="Ravi Sundaram" userId="a7df020c0a403423" providerId="LiveId" clId="{080751A1-5FB8-48F9-AC91-3A4745451AF4}" dt="2020-07-09T22:33:02.526" v="75" actId="20577"/>
          <ac:spMkLst>
            <pc:docMk/>
            <pc:sldMk cId="4099122483" sldId="257"/>
            <ac:spMk id="2" creationId="{80797C44-BBD0-4A67-A16E-1796651C5A29}"/>
          </ac:spMkLst>
        </pc:spChg>
      </pc:sldChg>
      <pc:sldChg chg="modSp">
        <pc:chgData name="Ravi Sundaram" userId="a7df020c0a403423" providerId="LiveId" clId="{080751A1-5FB8-48F9-AC91-3A4745451AF4}" dt="2020-07-10T00:31:01.275" v="97" actId="20577"/>
        <pc:sldMkLst>
          <pc:docMk/>
          <pc:sldMk cId="3479009568" sldId="258"/>
        </pc:sldMkLst>
        <pc:spChg chg="mod">
          <ac:chgData name="Ravi Sundaram" userId="a7df020c0a403423" providerId="LiveId" clId="{080751A1-5FB8-48F9-AC91-3A4745451AF4}" dt="2020-07-10T00:31:01.275" v="97" actId="20577"/>
          <ac:spMkLst>
            <pc:docMk/>
            <pc:sldMk cId="3479009568" sldId="258"/>
            <ac:spMk id="3" creationId="{03364FEF-F44A-4071-922A-E51980E95FCC}"/>
          </ac:spMkLst>
        </pc:spChg>
      </pc:sldChg>
      <pc:sldChg chg="modSp add">
        <pc:chgData name="Ravi Sundaram" userId="a7df020c0a403423" providerId="LiveId" clId="{080751A1-5FB8-48F9-AC91-3A4745451AF4}" dt="2020-07-10T00:32:24.356" v="111" actId="20577"/>
        <pc:sldMkLst>
          <pc:docMk/>
          <pc:sldMk cId="2070658356" sldId="259"/>
        </pc:sldMkLst>
        <pc:spChg chg="mod">
          <ac:chgData name="Ravi Sundaram" userId="a7df020c0a403423" providerId="LiveId" clId="{080751A1-5FB8-48F9-AC91-3A4745451AF4}" dt="2020-07-10T00:32:24.356" v="111" actId="20577"/>
          <ac:spMkLst>
            <pc:docMk/>
            <pc:sldMk cId="2070658356" sldId="259"/>
            <ac:spMk id="3" creationId="{1C4EFA41-EDF3-4D89-812E-85BCE7B8A73E}"/>
          </ac:spMkLst>
        </pc:spChg>
      </pc:sldChg>
      <pc:sldChg chg="del">
        <pc:chgData name="Ravi Sundaram" userId="a7df020c0a403423" providerId="LiveId" clId="{080751A1-5FB8-48F9-AC91-3A4745451AF4}" dt="2020-07-10T00:26:22.715" v="81" actId="2696"/>
        <pc:sldMkLst>
          <pc:docMk/>
          <pc:sldMk cId="2522838261" sldId="292"/>
        </pc:sldMkLst>
      </pc:sldChg>
      <pc:sldChg chg="del">
        <pc:chgData name="Ravi Sundaram" userId="a7df020c0a403423" providerId="LiveId" clId="{080751A1-5FB8-48F9-AC91-3A4745451AF4}" dt="2020-07-10T00:26:22.728" v="82" actId="2696"/>
        <pc:sldMkLst>
          <pc:docMk/>
          <pc:sldMk cId="2602221767" sldId="293"/>
        </pc:sldMkLst>
      </pc:sldChg>
      <pc:sldChg chg="del">
        <pc:chgData name="Ravi Sundaram" userId="a7df020c0a403423" providerId="LiveId" clId="{080751A1-5FB8-48F9-AC91-3A4745451AF4}" dt="2020-07-10T00:26:22.668" v="77" actId="2696"/>
        <pc:sldMkLst>
          <pc:docMk/>
          <pc:sldMk cId="4249748749" sldId="294"/>
        </pc:sldMkLst>
      </pc:sldChg>
      <pc:sldChg chg="del">
        <pc:chgData name="Ravi Sundaram" userId="a7df020c0a403423" providerId="LiveId" clId="{080751A1-5FB8-48F9-AC91-3A4745451AF4}" dt="2020-07-10T00:26:22.683" v="78" actId="2696"/>
        <pc:sldMkLst>
          <pc:docMk/>
          <pc:sldMk cId="3777554877" sldId="295"/>
        </pc:sldMkLst>
      </pc:sldChg>
      <pc:sldChg chg="del">
        <pc:chgData name="Ravi Sundaram" userId="a7df020c0a403423" providerId="LiveId" clId="{080751A1-5FB8-48F9-AC91-3A4745451AF4}" dt="2020-07-10T00:26:22.694" v="79" actId="2696"/>
        <pc:sldMkLst>
          <pc:docMk/>
          <pc:sldMk cId="3801658020" sldId="296"/>
        </pc:sldMkLst>
      </pc:sldChg>
      <pc:sldChg chg="del">
        <pc:chgData name="Ravi Sundaram" userId="a7df020c0a403423" providerId="LiveId" clId="{080751A1-5FB8-48F9-AC91-3A4745451AF4}" dt="2020-07-10T00:26:22.705" v="80" actId="2696"/>
        <pc:sldMkLst>
          <pc:docMk/>
          <pc:sldMk cId="2780867210" sldId="297"/>
        </pc:sldMkLst>
      </pc:sldChg>
      <pc:sldChg chg="del">
        <pc:chgData name="Ravi Sundaram" userId="a7df020c0a403423" providerId="LiveId" clId="{080751A1-5FB8-48F9-AC91-3A4745451AF4}" dt="2020-07-10T00:26:22.739" v="83" actId="2696"/>
        <pc:sldMkLst>
          <pc:docMk/>
          <pc:sldMk cId="2876685785" sldId="298"/>
        </pc:sldMkLst>
      </pc:sldChg>
      <pc:sldChg chg="del">
        <pc:chgData name="Ravi Sundaram" userId="a7df020c0a403423" providerId="LiveId" clId="{080751A1-5FB8-48F9-AC91-3A4745451AF4}" dt="2020-07-10T00:26:22.757" v="84" actId="2696"/>
        <pc:sldMkLst>
          <pc:docMk/>
          <pc:sldMk cId="3039323288" sldId="300"/>
        </pc:sldMkLst>
      </pc:sldChg>
      <pc:sldChg chg="del">
        <pc:chgData name="Ravi Sundaram" userId="a7df020c0a403423" providerId="LiveId" clId="{080751A1-5FB8-48F9-AC91-3A4745451AF4}" dt="2020-07-10T00:26:22.770" v="85" actId="2696"/>
        <pc:sldMkLst>
          <pc:docMk/>
          <pc:sldMk cId="2572948063" sldId="301"/>
        </pc:sldMkLst>
      </pc:sldChg>
      <pc:sldChg chg="del">
        <pc:chgData name="Ravi Sundaram" userId="a7df020c0a403423" providerId="LiveId" clId="{080751A1-5FB8-48F9-AC91-3A4745451AF4}" dt="2020-07-10T00:26:22.781" v="86" actId="2696"/>
        <pc:sldMkLst>
          <pc:docMk/>
          <pc:sldMk cId="1309514103" sldId="302"/>
        </pc:sldMkLst>
      </pc:sldChg>
      <pc:sldChg chg="del">
        <pc:chgData name="Ravi Sundaram" userId="a7df020c0a403423" providerId="LiveId" clId="{080751A1-5FB8-48F9-AC91-3A4745451AF4}" dt="2020-07-10T00:26:22.795" v="87" actId="2696"/>
        <pc:sldMkLst>
          <pc:docMk/>
          <pc:sldMk cId="1768516238" sldId="304"/>
        </pc:sldMkLst>
      </pc:sldChg>
      <pc:sldChg chg="modSp add">
        <pc:chgData name="Ravi Sundaram" userId="a7df020c0a403423" providerId="LiveId" clId="{080751A1-5FB8-48F9-AC91-3A4745451AF4}" dt="2020-07-10T01:27:57.173" v="130" actId="20577"/>
        <pc:sldMkLst>
          <pc:docMk/>
          <pc:sldMk cId="3455594306" sldId="305"/>
        </pc:sldMkLst>
        <pc:spChg chg="mod">
          <ac:chgData name="Ravi Sundaram" userId="a7df020c0a403423" providerId="LiveId" clId="{080751A1-5FB8-48F9-AC91-3A4745451AF4}" dt="2020-07-10T01:27:57.173" v="130" actId="20577"/>
          <ac:spMkLst>
            <pc:docMk/>
            <pc:sldMk cId="3455594306" sldId="305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33:19.811" v="283" actId="20577"/>
        <pc:sldMkLst>
          <pc:docMk/>
          <pc:sldMk cId="202630305" sldId="306"/>
        </pc:sldMkLst>
        <pc:spChg chg="mod">
          <ac:chgData name="Ravi Sundaram" userId="a7df020c0a403423" providerId="LiveId" clId="{080751A1-5FB8-48F9-AC91-3A4745451AF4}" dt="2020-07-10T01:28:50.439" v="174" actId="20577"/>
          <ac:spMkLst>
            <pc:docMk/>
            <pc:sldMk cId="202630305" sldId="306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33:19.811" v="283" actId="20577"/>
          <ac:spMkLst>
            <pc:docMk/>
            <pc:sldMk cId="202630305" sldId="306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1:42:41.342" v="651" actId="947"/>
        <pc:sldMkLst>
          <pc:docMk/>
          <pc:sldMk cId="2506444983" sldId="307"/>
        </pc:sldMkLst>
        <pc:spChg chg="mod">
          <ac:chgData name="Ravi Sundaram" userId="a7df020c0a403423" providerId="LiveId" clId="{080751A1-5FB8-48F9-AC91-3A4745451AF4}" dt="2020-07-10T01:34:39.549" v="293" actId="20577"/>
          <ac:spMkLst>
            <pc:docMk/>
            <pc:sldMk cId="2506444983" sldId="307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42:41.342" v="651" actId="947"/>
          <ac:spMkLst>
            <pc:docMk/>
            <pc:sldMk cId="2506444983" sldId="307"/>
            <ac:spMk id="3" creationId="{1C4EFA41-EDF3-4D89-812E-85BCE7B8A73E}"/>
          </ac:spMkLst>
        </pc:spChg>
      </pc:sldChg>
      <pc:sldChg chg="addSp delSp modSp add">
        <pc:chgData name="Ravi Sundaram" userId="a7df020c0a403423" providerId="LiveId" clId="{080751A1-5FB8-48F9-AC91-3A4745451AF4}" dt="2020-07-10T01:57:25.952" v="910" actId="207"/>
        <pc:sldMkLst>
          <pc:docMk/>
          <pc:sldMk cId="2965344762" sldId="308"/>
        </pc:sldMkLst>
        <pc:spChg chg="mod">
          <ac:chgData name="Ravi Sundaram" userId="a7df020c0a403423" providerId="LiveId" clId="{080751A1-5FB8-48F9-AC91-3A4745451AF4}" dt="2020-07-10T01:44:24.868" v="678" actId="20577"/>
          <ac:spMkLst>
            <pc:docMk/>
            <pc:sldMk cId="2965344762" sldId="308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1:50:32.570" v="824" actId="14100"/>
          <ac:spMkLst>
            <pc:docMk/>
            <pc:sldMk cId="2965344762" sldId="308"/>
            <ac:spMk id="3" creationId="{1C4EFA41-EDF3-4D89-812E-85BCE7B8A73E}"/>
          </ac:spMkLst>
        </pc:spChg>
        <pc:spChg chg="add mod">
          <ac:chgData name="Ravi Sundaram" userId="a7df020c0a403423" providerId="LiveId" clId="{080751A1-5FB8-48F9-AC91-3A4745451AF4}" dt="2020-07-10T01:52:31.317" v="853" actId="1076"/>
          <ac:spMkLst>
            <pc:docMk/>
            <pc:sldMk cId="2965344762" sldId="308"/>
            <ac:spMk id="11" creationId="{C417491F-09B5-49C5-9CD7-6D0A7A92FB16}"/>
          </ac:spMkLst>
        </pc:spChg>
        <pc:spChg chg="add mod">
          <ac:chgData name="Ravi Sundaram" userId="a7df020c0a403423" providerId="LiveId" clId="{080751A1-5FB8-48F9-AC91-3A4745451AF4}" dt="2020-07-10T01:52:41.867" v="860" actId="20577"/>
          <ac:spMkLst>
            <pc:docMk/>
            <pc:sldMk cId="2965344762" sldId="308"/>
            <ac:spMk id="12" creationId="{4114CE50-24C8-4310-9911-3ECE23DD922C}"/>
          </ac:spMkLst>
        </pc:spChg>
        <pc:spChg chg="add mod">
          <ac:chgData name="Ravi Sundaram" userId="a7df020c0a403423" providerId="LiveId" clId="{080751A1-5FB8-48F9-AC91-3A4745451AF4}" dt="2020-07-10T01:54:55.034" v="888" actId="207"/>
          <ac:spMkLst>
            <pc:docMk/>
            <pc:sldMk cId="2965344762" sldId="308"/>
            <ac:spMk id="19" creationId="{8531D519-CD89-4045-98F1-02F7315AC5DD}"/>
          </ac:spMkLst>
        </pc:spChg>
        <pc:spChg chg="add mod">
          <ac:chgData name="Ravi Sundaram" userId="a7df020c0a403423" providerId="LiveId" clId="{080751A1-5FB8-48F9-AC91-3A4745451AF4}" dt="2020-07-10T01:57:25.952" v="910" actId="207"/>
          <ac:spMkLst>
            <pc:docMk/>
            <pc:sldMk cId="2965344762" sldId="308"/>
            <ac:spMk id="33" creationId="{96492979-318C-471B-B380-05549DB7EB3E}"/>
          </ac:spMkLst>
        </pc:spChg>
        <pc:cxnChg chg="add del mod">
          <ac:chgData name="Ravi Sundaram" userId="a7df020c0a403423" providerId="LiveId" clId="{080751A1-5FB8-48F9-AC91-3A4745451AF4}" dt="2020-07-10T01:53:41.819" v="864" actId="478"/>
          <ac:cxnSpMkLst>
            <pc:docMk/>
            <pc:sldMk cId="2965344762" sldId="308"/>
            <ac:cxnSpMk id="5" creationId="{0BFD1F8E-2263-4E5A-A295-9886D4F52E18}"/>
          </ac:cxnSpMkLst>
        </pc:cxnChg>
        <pc:cxnChg chg="add mod">
          <ac:chgData name="Ravi Sundaram" userId="a7df020c0a403423" providerId="LiveId" clId="{080751A1-5FB8-48F9-AC91-3A4745451AF4}" dt="2020-07-10T01:51:23.542" v="829" actId="692"/>
          <ac:cxnSpMkLst>
            <pc:docMk/>
            <pc:sldMk cId="2965344762" sldId="308"/>
            <ac:cxnSpMk id="7" creationId="{12AED8AD-5C1D-4CF7-B491-390E8D07A10B}"/>
          </ac:cxnSpMkLst>
        </pc:cxnChg>
        <pc:cxnChg chg="add del mod">
          <ac:chgData name="Ravi Sundaram" userId="a7df020c0a403423" providerId="LiveId" clId="{080751A1-5FB8-48F9-AC91-3A4745451AF4}" dt="2020-07-10T01:53:29.769" v="862" actId="478"/>
          <ac:cxnSpMkLst>
            <pc:docMk/>
            <pc:sldMk cId="2965344762" sldId="308"/>
            <ac:cxnSpMk id="8" creationId="{5932A7FC-57E3-4307-8AF4-ED89A1CF9B12}"/>
          </ac:cxnSpMkLst>
        </pc:cxnChg>
        <pc:cxnChg chg="add mod">
          <ac:chgData name="Ravi Sundaram" userId="a7df020c0a403423" providerId="LiveId" clId="{080751A1-5FB8-48F9-AC91-3A4745451AF4}" dt="2020-07-10T01:54:11.175" v="870" actId="692"/>
          <ac:cxnSpMkLst>
            <pc:docMk/>
            <pc:sldMk cId="2965344762" sldId="308"/>
            <ac:cxnSpMk id="14" creationId="{3982F9A8-E514-4834-8FDB-28D55DA760DF}"/>
          </ac:cxnSpMkLst>
        </pc:cxnChg>
        <pc:cxnChg chg="add mod">
          <ac:chgData name="Ravi Sundaram" userId="a7df020c0a403423" providerId="LiveId" clId="{080751A1-5FB8-48F9-AC91-3A4745451AF4}" dt="2020-07-10T01:53:57.434" v="867" actId="14100"/>
          <ac:cxnSpMkLst>
            <pc:docMk/>
            <pc:sldMk cId="2965344762" sldId="308"/>
            <ac:cxnSpMk id="15" creationId="{3476262C-D58B-4E6B-982B-4EAC1FE3EB8F}"/>
          </ac:cxnSpMkLst>
        </pc:cxnChg>
        <pc:cxnChg chg="add del">
          <ac:chgData name="Ravi Sundaram" userId="a7df020c0a403423" providerId="LiveId" clId="{080751A1-5FB8-48F9-AC91-3A4745451AF4}" dt="2020-07-10T01:54:23.458" v="872"/>
          <ac:cxnSpMkLst>
            <pc:docMk/>
            <pc:sldMk cId="2965344762" sldId="308"/>
            <ac:cxnSpMk id="18" creationId="{70C28DF8-6103-45D2-9F37-B49A6F23D200}"/>
          </ac:cxnSpMkLst>
        </pc:cxnChg>
        <pc:cxnChg chg="add mod">
          <ac:chgData name="Ravi Sundaram" userId="a7df020c0a403423" providerId="LiveId" clId="{080751A1-5FB8-48F9-AC91-3A4745451AF4}" dt="2020-07-10T01:55:54.161" v="892" actId="692"/>
          <ac:cxnSpMkLst>
            <pc:docMk/>
            <pc:sldMk cId="2965344762" sldId="308"/>
            <ac:cxnSpMk id="21" creationId="{841375BF-A7E1-4A7D-95BB-D4945A3CDA31}"/>
          </ac:cxnSpMkLst>
        </pc:cxnChg>
        <pc:cxnChg chg="add mod">
          <ac:chgData name="Ravi Sundaram" userId="a7df020c0a403423" providerId="LiveId" clId="{080751A1-5FB8-48F9-AC91-3A4745451AF4}" dt="2020-07-10T01:56:24.112" v="896" actId="14100"/>
          <ac:cxnSpMkLst>
            <pc:docMk/>
            <pc:sldMk cId="2965344762" sldId="308"/>
            <ac:cxnSpMk id="22" creationId="{D22E35DE-8273-4AAE-9B80-948145B11870}"/>
          </ac:cxnSpMkLst>
        </pc:cxnChg>
        <pc:cxnChg chg="add mod">
          <ac:chgData name="Ravi Sundaram" userId="a7df020c0a403423" providerId="LiveId" clId="{080751A1-5FB8-48F9-AC91-3A4745451AF4}" dt="2020-07-10T01:56:38.527" v="899" actId="14100"/>
          <ac:cxnSpMkLst>
            <pc:docMk/>
            <pc:sldMk cId="2965344762" sldId="308"/>
            <ac:cxnSpMk id="26" creationId="{D67E2CB7-97AF-4A79-ACAE-1F9D8BF98F40}"/>
          </ac:cxnSpMkLst>
        </pc:cxnChg>
        <pc:cxnChg chg="add mod">
          <ac:chgData name="Ravi Sundaram" userId="a7df020c0a403423" providerId="LiveId" clId="{080751A1-5FB8-48F9-AC91-3A4745451AF4}" dt="2020-07-10T01:57:02.920" v="905" actId="14100"/>
          <ac:cxnSpMkLst>
            <pc:docMk/>
            <pc:sldMk cId="2965344762" sldId="308"/>
            <ac:cxnSpMk id="28" creationId="{570512CB-5015-42E2-8357-05DBB471F8A4}"/>
          </ac:cxnSpMkLst>
        </pc:cxnChg>
      </pc:sldChg>
      <pc:sldChg chg="modSp add">
        <pc:chgData name="Ravi Sundaram" userId="a7df020c0a403423" providerId="LiveId" clId="{080751A1-5FB8-48F9-AC91-3A4745451AF4}" dt="2020-07-10T02:06:53.457" v="1213" actId="20577"/>
        <pc:sldMkLst>
          <pc:docMk/>
          <pc:sldMk cId="380021759" sldId="309"/>
        </pc:sldMkLst>
        <pc:spChg chg="mod">
          <ac:chgData name="Ravi Sundaram" userId="a7df020c0a403423" providerId="LiveId" clId="{080751A1-5FB8-48F9-AC91-3A4745451AF4}" dt="2020-07-10T01:59:51.186" v="973" actId="20577"/>
          <ac:spMkLst>
            <pc:docMk/>
            <pc:sldMk cId="380021759" sldId="309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06:53.457" v="1213" actId="20577"/>
          <ac:spMkLst>
            <pc:docMk/>
            <pc:sldMk cId="380021759" sldId="309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1:04.160" v="1261" actId="20577"/>
        <pc:sldMkLst>
          <pc:docMk/>
          <pc:sldMk cId="2211901668" sldId="310"/>
        </pc:sldMkLst>
        <pc:spChg chg="mod">
          <ac:chgData name="Ravi Sundaram" userId="a7df020c0a403423" providerId="LiveId" clId="{080751A1-5FB8-48F9-AC91-3A4745451AF4}" dt="2020-07-10T02:05:14.123" v="1164" actId="20577"/>
          <ac:spMkLst>
            <pc:docMk/>
            <pc:sldMk cId="2211901668" sldId="310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1:04.160" v="1261" actId="20577"/>
          <ac:spMkLst>
            <pc:docMk/>
            <pc:sldMk cId="2211901668" sldId="310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4:09.254" v="1380" actId="20577"/>
        <pc:sldMkLst>
          <pc:docMk/>
          <pc:sldMk cId="335736984" sldId="311"/>
        </pc:sldMkLst>
        <pc:spChg chg="mod">
          <ac:chgData name="Ravi Sundaram" userId="a7df020c0a403423" providerId="LiveId" clId="{080751A1-5FB8-48F9-AC91-3A4745451AF4}" dt="2020-07-10T02:12:02.354" v="1299" actId="20577"/>
          <ac:spMkLst>
            <pc:docMk/>
            <pc:sldMk cId="335736984" sldId="311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4:09.254" v="1380" actId="20577"/>
          <ac:spMkLst>
            <pc:docMk/>
            <pc:sldMk cId="335736984" sldId="311"/>
            <ac:spMk id="3" creationId="{1C4EFA41-EDF3-4D89-812E-85BCE7B8A73E}"/>
          </ac:spMkLst>
        </pc:spChg>
      </pc:sldChg>
      <pc:sldChg chg="modSp add">
        <pc:chgData name="Ravi Sundaram" userId="a7df020c0a403423" providerId="LiveId" clId="{080751A1-5FB8-48F9-AC91-3A4745451AF4}" dt="2020-07-10T02:17:48.113" v="1423" actId="20577"/>
        <pc:sldMkLst>
          <pc:docMk/>
          <pc:sldMk cId="3625756718" sldId="312"/>
        </pc:sldMkLst>
        <pc:spChg chg="mod">
          <ac:chgData name="Ravi Sundaram" userId="a7df020c0a403423" providerId="LiveId" clId="{080751A1-5FB8-48F9-AC91-3A4745451AF4}" dt="2020-07-10T02:15:18.774" v="1390" actId="20577"/>
          <ac:spMkLst>
            <pc:docMk/>
            <pc:sldMk cId="3625756718" sldId="312"/>
            <ac:spMk id="2" creationId="{04F1C0EF-92F3-4DD3-9656-EC5DA238C7DD}"/>
          </ac:spMkLst>
        </pc:spChg>
        <pc:spChg chg="mod">
          <ac:chgData name="Ravi Sundaram" userId="a7df020c0a403423" providerId="LiveId" clId="{080751A1-5FB8-48F9-AC91-3A4745451AF4}" dt="2020-07-10T02:17:48.113" v="1423" actId="20577"/>
          <ac:spMkLst>
            <pc:docMk/>
            <pc:sldMk cId="3625756718" sldId="312"/>
            <ac:spMk id="3" creationId="{1C4EFA41-EDF3-4D89-812E-85BCE7B8A73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050" name="Rectangle 2">
            <a:extLst>
              <a:ext uri="{FF2B5EF4-FFF2-40B4-BE49-F238E27FC236}">
                <a16:creationId xmlns:a16="http://schemas.microsoft.com/office/drawing/2014/main" id="{66A139F5-4609-4F75-A7C9-EDA9D625DB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2051" name="Rectangle 3">
            <a:extLst>
              <a:ext uri="{FF2B5EF4-FFF2-40B4-BE49-F238E27FC236}">
                <a16:creationId xmlns:a16="http://schemas.microsoft.com/office/drawing/2014/main" id="{C4870081-C2F7-4DFE-A9D4-FE438341F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most of us solve this kind of problem every day without thinking twice, unconsciously using an obvious greedy algorithm</a:t>
            </a:r>
          </a:p>
          <a:p>
            <a:r>
              <a:rPr lang="en-US" altLang="en-US"/>
              <a:t>http://www.frbatlanta.org/publica/brochure/fundfac/html/coinfaces.html</a:t>
            </a:r>
          </a:p>
        </p:txBody>
      </p:sp>
    </p:spTree>
    <p:extLst>
      <p:ext uri="{BB962C8B-B14F-4D97-AF65-F5344CB8AC3E}">
        <p14:creationId xmlns:p14="http://schemas.microsoft.com/office/powerpoint/2010/main" val="3376143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8" name="Rectangle 2">
            <a:extLst>
              <a:ext uri="{FF2B5EF4-FFF2-40B4-BE49-F238E27FC236}">
                <a16:creationId xmlns:a16="http://schemas.microsoft.com/office/drawing/2014/main" id="{911F60BB-D460-45E5-A53D-D900066AA23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4099" name="Rectangle 3">
            <a:extLst>
              <a:ext uri="{FF2B5EF4-FFF2-40B4-BE49-F238E27FC236}">
                <a16:creationId xmlns:a16="http://schemas.microsoft.com/office/drawing/2014/main" id="{40016E4F-B573-4046-B5AF-A194CC5068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takes O(n log n) + |S| where S is the number of coins taken by greedy</a:t>
            </a:r>
          </a:p>
          <a:p>
            <a:r>
              <a:rPr lang="en-US" altLang="en-US"/>
              <a:t>Note: can be sped up somewhat by using integer division</a:t>
            </a:r>
          </a:p>
        </p:txBody>
      </p:sp>
    </p:spTree>
    <p:extLst>
      <p:ext uri="{BB962C8B-B14F-4D97-AF65-F5344CB8AC3E}">
        <p14:creationId xmlns:p14="http://schemas.microsoft.com/office/powerpoint/2010/main" val="2658730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146" name="Rectangle 2">
            <a:extLst>
              <a:ext uri="{FF2B5EF4-FFF2-40B4-BE49-F238E27FC236}">
                <a16:creationId xmlns:a16="http://schemas.microsoft.com/office/drawing/2014/main" id="{BD54F1A6-4180-4E4B-A501-46132977DA2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6147" name="Rectangle 3">
            <a:extLst>
              <a:ext uri="{FF2B5EF4-FFF2-40B4-BE49-F238E27FC236}">
                <a16:creationId xmlns:a16="http://schemas.microsoft.com/office/drawing/2014/main" id="{DF46DD1D-C2F0-4CC4-B949-1F371C12E5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P = pennies, N = nickels, D = dimes, Q = quarters</a:t>
            </a:r>
          </a:p>
        </p:txBody>
      </p:sp>
    </p:spTree>
    <p:extLst>
      <p:ext uri="{BB962C8B-B14F-4D97-AF65-F5344CB8AC3E}">
        <p14:creationId xmlns:p14="http://schemas.microsoft.com/office/powerpoint/2010/main" val="2498454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>
            <a:extLst>
              <a:ext uri="{FF2B5EF4-FFF2-40B4-BE49-F238E27FC236}">
                <a16:creationId xmlns:a16="http://schemas.microsoft.com/office/drawing/2014/main" id="{65C8E6E4-7EE6-4420-9254-A543A7C56A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8195" name="Rectangle 3">
            <a:extLst>
              <a:ext uri="{FF2B5EF4-FFF2-40B4-BE49-F238E27FC236}">
                <a16:creationId xmlns:a16="http://schemas.microsoft.com/office/drawing/2014/main" id="{16B0FC7B-B930-432E-BAE6-BA2FBA17F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note: may not even lead to *feasible* solution if c_1 &gt; 1!</a:t>
            </a:r>
          </a:p>
          <a:p>
            <a:r>
              <a:rPr lang="en-US" altLang="en-US"/>
              <a:t>Ex. C = {7, 8, 9}, x = 15</a:t>
            </a:r>
          </a:p>
        </p:txBody>
      </p:sp>
    </p:spTree>
    <p:extLst>
      <p:ext uri="{BB962C8B-B14F-4D97-AF65-F5344CB8AC3E}">
        <p14:creationId xmlns:p14="http://schemas.microsoft.com/office/powerpoint/2010/main" val="1411452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>
            <a:extLst>
              <a:ext uri="{FF2B5EF4-FFF2-40B4-BE49-F238E27FC236}">
                <a16:creationId xmlns:a16="http://schemas.microsoft.com/office/drawing/2014/main" id="{65C8E6E4-7EE6-4420-9254-A543A7C56A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8195" name="Rectangle 3">
            <a:extLst>
              <a:ext uri="{FF2B5EF4-FFF2-40B4-BE49-F238E27FC236}">
                <a16:creationId xmlns:a16="http://schemas.microsoft.com/office/drawing/2014/main" id="{16B0FC7B-B930-432E-BAE6-BA2FBA17F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note: may not even lead to *feasible* solution if c_1 &gt; 1!</a:t>
            </a:r>
          </a:p>
          <a:p>
            <a:r>
              <a:rPr lang="en-US" altLang="en-US"/>
              <a:t>Ex. C = {7, 8, 9}, x = 15</a:t>
            </a:r>
          </a:p>
        </p:txBody>
      </p:sp>
    </p:spTree>
    <p:extLst>
      <p:ext uri="{BB962C8B-B14F-4D97-AF65-F5344CB8AC3E}">
        <p14:creationId xmlns:p14="http://schemas.microsoft.com/office/powerpoint/2010/main" val="4247825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18-Sep-20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6. GREEDY ALGORITHMS - I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Lesson 1: Change Making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Greedy Algorithms – what, why &amp; examples </a:t>
            </a:r>
          </a:p>
          <a:p>
            <a:r>
              <a:rPr lang="en-US" dirty="0"/>
              <a:t>Change-making</a:t>
            </a:r>
          </a:p>
          <a:p>
            <a:pPr lvl="1"/>
            <a:r>
              <a:rPr lang="en-US" dirty="0"/>
              <a:t>Problem</a:t>
            </a:r>
          </a:p>
          <a:p>
            <a:pPr lvl="1"/>
            <a:r>
              <a:rPr lang="en-US" dirty="0"/>
              <a:t>Algorithm</a:t>
            </a:r>
          </a:p>
          <a:p>
            <a:pPr lvl="1"/>
            <a:r>
              <a:rPr lang="en-US" dirty="0"/>
              <a:t>Proof</a:t>
            </a:r>
          </a:p>
          <a:p>
            <a:pPr lvl="1"/>
            <a:r>
              <a:rPr lang="en-US" dirty="0"/>
              <a:t>Efficiency</a:t>
            </a:r>
          </a:p>
          <a:p>
            <a:pPr lvl="1"/>
            <a:r>
              <a:rPr lang="en-US" dirty="0"/>
              <a:t>Counter-example</a:t>
            </a:r>
          </a:p>
          <a:p>
            <a:r>
              <a:rPr lang="en-US" dirty="0"/>
              <a:t>Greedy Strategy – some tips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83770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04" y="146107"/>
            <a:ext cx="10515600" cy="1325563"/>
          </a:xfrm>
        </p:spPr>
        <p:txBody>
          <a:bodyPr/>
          <a:lstStyle/>
          <a:p>
            <a:r>
              <a:rPr lang="en-US" dirty="0"/>
              <a:t>Greedy – what, why &amp;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621" y="1122469"/>
            <a:ext cx="9751319" cy="579302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pc="11" dirty="0">
                <a:latin typeface="Arial"/>
                <a:cs typeface="Arial"/>
              </a:rPr>
              <a:t>A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63" dirty="0">
                <a:latin typeface="Arial"/>
                <a:cs typeface="Arial"/>
              </a:rPr>
              <a:t>g</a:t>
            </a:r>
            <a:r>
              <a:rPr lang="en-US" spc="4" dirty="0">
                <a:latin typeface="Arial"/>
                <a:cs typeface="Arial"/>
              </a:rPr>
              <a:t>r</a:t>
            </a:r>
            <a:r>
              <a:rPr lang="en-US" spc="25" dirty="0">
                <a:latin typeface="Arial"/>
                <a:cs typeface="Arial"/>
              </a:rPr>
              <a:t>eedy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14" dirty="0">
                <a:latin typeface="Arial"/>
                <a:cs typeface="Arial"/>
              </a:rPr>
              <a:t>algorithm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is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one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that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tries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to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63" dirty="0">
                <a:latin typeface="Arial"/>
                <a:cs typeface="Arial"/>
              </a:rPr>
              <a:t>p</a:t>
            </a:r>
            <a:r>
              <a:rPr lang="en-US" spc="4" dirty="0">
                <a:latin typeface="Arial"/>
                <a:cs typeface="Arial"/>
              </a:rPr>
              <a:t>r</a:t>
            </a:r>
            <a:r>
              <a:rPr lang="en-US" spc="42" dirty="0">
                <a:latin typeface="Arial"/>
                <a:cs typeface="Arial"/>
              </a:rPr>
              <a:t>oduce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an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14" dirty="0">
                <a:latin typeface="Arial"/>
                <a:cs typeface="Arial"/>
              </a:rPr>
              <a:t>optimal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solution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9" dirty="0">
                <a:latin typeface="Arial"/>
                <a:cs typeface="Arial"/>
              </a:rPr>
              <a:t>by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25" dirty="0">
                <a:latin typeface="Arial"/>
                <a:cs typeface="Arial"/>
              </a:rPr>
              <a:t>choosing</a:t>
            </a:r>
            <a:r>
              <a:rPr lang="en-US" spc="11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whatever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39" dirty="0">
                <a:latin typeface="Arial"/>
                <a:cs typeface="Arial"/>
              </a:rPr>
              <a:t>piece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of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a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solution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looks</a:t>
            </a:r>
            <a:r>
              <a:rPr lang="en-US" b="1" spc="46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best</a:t>
            </a:r>
            <a:r>
              <a:rPr lang="en-US" b="1" spc="53" dirty="0">
                <a:latin typeface="Times New Roman"/>
                <a:cs typeface="Times New Roman"/>
              </a:rPr>
              <a:t> </a:t>
            </a:r>
            <a:r>
              <a:rPr lang="en-US" spc="35" dirty="0">
                <a:latin typeface="Arial"/>
                <a:cs typeface="Arial"/>
              </a:rPr>
              <a:t>in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the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14" dirty="0">
                <a:latin typeface="Arial"/>
                <a:cs typeface="Arial"/>
              </a:rPr>
              <a:t>moment,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wit</a:t>
            </a:r>
            <a:r>
              <a:rPr lang="en-US" b="1" spc="4" dirty="0">
                <a:latin typeface="Arial"/>
                <a:cs typeface="Arial"/>
              </a:rPr>
              <a:t>hout</a:t>
            </a:r>
            <a:r>
              <a:rPr lang="en-US" b="1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calc</a:t>
            </a:r>
            <a:r>
              <a:rPr lang="en-US" b="1" spc="4" dirty="0">
                <a:latin typeface="Arial"/>
                <a:cs typeface="Arial"/>
              </a:rPr>
              <a:t>ulatin</a:t>
            </a:r>
            <a:r>
              <a:rPr lang="en-US" b="1" spc="7" dirty="0">
                <a:latin typeface="Arial"/>
                <a:cs typeface="Arial"/>
              </a:rPr>
              <a:t>g</a:t>
            </a:r>
            <a:r>
              <a:rPr lang="en-US" b="1" spc="4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consequences. </a:t>
            </a:r>
            <a:r>
              <a:rPr lang="en-US" spc="7" dirty="0">
                <a:latin typeface="Arial"/>
                <a:cs typeface="Arial"/>
              </a:rPr>
              <a:t>The algorithm is myopic – it does not look at the long term.</a:t>
            </a:r>
            <a:endParaRPr lang="en-US" dirty="0">
              <a:latin typeface="Arial"/>
              <a:cs typeface="Arial"/>
            </a:endParaRPr>
          </a:p>
          <a:p>
            <a:r>
              <a:rPr lang="en-US" dirty="0"/>
              <a:t> </a:t>
            </a:r>
            <a:r>
              <a:rPr lang="en-US" spc="-32" dirty="0">
                <a:latin typeface="Arial"/>
                <a:cs typeface="Arial"/>
              </a:rPr>
              <a:t>The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0" dirty="0">
                <a:latin typeface="Arial"/>
                <a:cs typeface="Arial"/>
              </a:rPr>
              <a:t>“g</a:t>
            </a:r>
            <a:r>
              <a:rPr lang="en-US" spc="21" dirty="0">
                <a:latin typeface="Arial"/>
                <a:cs typeface="Arial"/>
              </a:rPr>
              <a:t>r</a:t>
            </a:r>
            <a:r>
              <a:rPr lang="en-US" spc="49" dirty="0">
                <a:latin typeface="Arial"/>
                <a:cs typeface="Arial"/>
              </a:rPr>
              <a:t>eed”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may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53" dirty="0">
                <a:latin typeface="Arial"/>
                <a:cs typeface="Arial"/>
              </a:rPr>
              <a:t>be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</a:t>
            </a:r>
            <a:r>
              <a:rPr lang="en-US" spc="32" dirty="0">
                <a:latin typeface="Arial"/>
                <a:cs typeface="Arial"/>
              </a:rPr>
              <a:t>r</a:t>
            </a:r>
            <a:r>
              <a:rPr lang="en-US" spc="28" dirty="0">
                <a:latin typeface="Arial"/>
                <a:cs typeface="Arial"/>
              </a:rPr>
              <a:t>ying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to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maximize</a:t>
            </a:r>
            <a:r>
              <a:rPr lang="en-US" b="1" spc="49" dirty="0">
                <a:latin typeface="Times New Roman"/>
                <a:cs typeface="Times New Roman"/>
              </a:rPr>
              <a:t> </a:t>
            </a:r>
            <a:r>
              <a:rPr lang="en-US" b="1" i="1" spc="7" dirty="0">
                <a:latin typeface="Arial"/>
                <a:cs typeface="Arial"/>
              </a:rPr>
              <a:t>or</a:t>
            </a:r>
            <a:r>
              <a:rPr lang="en-US" b="1" i="1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mi</a:t>
            </a:r>
            <a:r>
              <a:rPr lang="en-US" b="1" spc="4" dirty="0">
                <a:latin typeface="Arial"/>
                <a:cs typeface="Arial"/>
              </a:rPr>
              <a:t>n</a:t>
            </a:r>
            <a:r>
              <a:rPr lang="en-US" b="1" spc="7" dirty="0">
                <a:latin typeface="Arial"/>
                <a:cs typeface="Arial"/>
              </a:rPr>
              <a:t>imize</a:t>
            </a:r>
            <a:r>
              <a:rPr lang="en-US" b="1" spc="49" dirty="0">
                <a:latin typeface="Times New Roman"/>
                <a:cs typeface="Times New Roman"/>
              </a:rPr>
              <a:t>    </a:t>
            </a:r>
            <a:r>
              <a:rPr lang="en-US" b="1" spc="7" dirty="0">
                <a:latin typeface="Arial"/>
                <a:cs typeface="Arial"/>
              </a:rPr>
              <a:t>s</a:t>
            </a:r>
            <a:r>
              <a:rPr lang="en-US" b="1" spc="4" dirty="0">
                <a:latin typeface="Arial"/>
                <a:cs typeface="Arial"/>
              </a:rPr>
              <a:t>o</a:t>
            </a:r>
            <a:r>
              <a:rPr lang="en-US" b="1" spc="7" dirty="0">
                <a:latin typeface="Arial"/>
                <a:cs typeface="Arial"/>
              </a:rPr>
              <a:t>met</a:t>
            </a:r>
            <a:r>
              <a:rPr lang="en-US" b="1" spc="4" dirty="0">
                <a:latin typeface="Arial"/>
                <a:cs typeface="Arial"/>
              </a:rPr>
              <a:t>hin</a:t>
            </a:r>
            <a:r>
              <a:rPr lang="en-US" b="1" spc="7" dirty="0">
                <a:latin typeface="Arial"/>
                <a:cs typeface="Arial"/>
              </a:rPr>
              <a:t>g</a:t>
            </a:r>
            <a:r>
              <a:rPr lang="en-US" b="1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with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25" dirty="0">
                <a:latin typeface="Arial"/>
                <a:cs typeface="Arial"/>
              </a:rPr>
              <a:t>each</a:t>
            </a:r>
            <a:r>
              <a:rPr lang="en-US" spc="11" dirty="0">
                <a:latin typeface="Times New Roman"/>
                <a:cs typeface="Times New Roman"/>
              </a:rPr>
              <a:t> </a:t>
            </a:r>
            <a:r>
              <a:rPr lang="en-US" spc="28" dirty="0">
                <a:latin typeface="Arial"/>
                <a:cs typeface="Arial"/>
              </a:rPr>
              <a:t>decision</a:t>
            </a:r>
            <a:endParaRPr lang="en-US" dirty="0">
              <a:latin typeface="Arial"/>
              <a:cs typeface="Arial"/>
            </a:endParaRPr>
          </a:p>
          <a:p>
            <a:pPr marL="8929"/>
            <a:r>
              <a:rPr lang="en-US" spc="7" dirty="0">
                <a:latin typeface="Arial"/>
                <a:cs typeface="Arial"/>
              </a:rPr>
              <a:t>Example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63" dirty="0">
                <a:latin typeface="Arial"/>
                <a:cs typeface="Arial"/>
              </a:rPr>
              <a:t>g</a:t>
            </a:r>
            <a:r>
              <a:rPr lang="en-US" spc="4" dirty="0">
                <a:latin typeface="Arial"/>
                <a:cs typeface="Arial"/>
              </a:rPr>
              <a:t>r</a:t>
            </a:r>
            <a:r>
              <a:rPr lang="en-US" spc="25" dirty="0">
                <a:latin typeface="Arial"/>
                <a:cs typeface="Arial"/>
              </a:rPr>
              <a:t>eedy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rules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that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we’ll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talk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25" dirty="0">
                <a:latin typeface="Arial"/>
                <a:cs typeface="Arial"/>
              </a:rPr>
              <a:t>about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in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11" dirty="0">
                <a:latin typeface="Arial"/>
                <a:cs typeface="Arial"/>
              </a:rPr>
              <a:t>mo</a:t>
            </a:r>
            <a:r>
              <a:rPr lang="en-US" spc="-28" dirty="0">
                <a:latin typeface="Arial"/>
                <a:cs typeface="Arial"/>
              </a:rPr>
              <a:t>r</a:t>
            </a:r>
            <a:r>
              <a:rPr lang="en-US" spc="7" dirty="0">
                <a:latin typeface="Arial"/>
                <a:cs typeface="Arial"/>
              </a:rPr>
              <a:t>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39" dirty="0">
                <a:latin typeface="Arial"/>
                <a:cs typeface="Arial"/>
              </a:rPr>
              <a:t>depth</a:t>
            </a:r>
            <a:r>
              <a:rPr lang="en-US" spc="4" dirty="0">
                <a:latin typeface="Arial"/>
                <a:cs typeface="Arial"/>
              </a:rPr>
              <a:t>:</a:t>
            </a:r>
          </a:p>
          <a:p>
            <a:pPr marL="466129" lvl="1"/>
            <a:r>
              <a:rPr lang="en-US" spc="14" dirty="0">
                <a:latin typeface="Arial"/>
                <a:cs typeface="Arial"/>
              </a:rPr>
              <a:t>Schedule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the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-28" dirty="0">
                <a:latin typeface="Arial"/>
                <a:cs typeface="Arial"/>
              </a:rPr>
              <a:t>r</a:t>
            </a:r>
            <a:r>
              <a:rPr lang="en-US" spc="14" dirty="0">
                <a:latin typeface="Arial"/>
                <a:cs typeface="Arial"/>
              </a:rPr>
              <a:t>equest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that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b="1" spc="4" dirty="0">
                <a:latin typeface="Arial"/>
                <a:cs typeface="Arial"/>
              </a:rPr>
              <a:t>ﬁnish</a:t>
            </a:r>
            <a:r>
              <a:rPr lang="en-US" b="1" spc="7" dirty="0">
                <a:latin typeface="Arial"/>
                <a:cs typeface="Arial"/>
              </a:rPr>
              <a:t>es</a:t>
            </a:r>
            <a:r>
              <a:rPr lang="en-US" b="1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earliest</a:t>
            </a:r>
            <a:r>
              <a:rPr lang="en-US" b="1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(Interval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21" dirty="0">
                <a:latin typeface="Arial"/>
                <a:cs typeface="Arial"/>
              </a:rPr>
              <a:t>Scheduling)</a:t>
            </a:r>
            <a:endParaRPr lang="en-US" spc="4" dirty="0">
              <a:latin typeface="Arial"/>
              <a:cs typeface="Arial"/>
            </a:endParaRPr>
          </a:p>
          <a:p>
            <a:pPr marL="466129" lvl="1"/>
            <a:r>
              <a:rPr lang="en-US" spc="67" dirty="0">
                <a:latin typeface="Arial"/>
                <a:cs typeface="Arial"/>
              </a:rPr>
              <a:t>Add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the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cheapest</a:t>
            </a:r>
            <a:r>
              <a:rPr lang="en-US" b="1" spc="49" dirty="0">
                <a:latin typeface="Times New Roman"/>
                <a:cs typeface="Times New Roman"/>
              </a:rPr>
              <a:t> </a:t>
            </a:r>
            <a:r>
              <a:rPr lang="en-US" spc="53" dirty="0">
                <a:latin typeface="Arial"/>
                <a:cs typeface="Arial"/>
              </a:rPr>
              <a:t>edge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to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our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</a:t>
            </a:r>
            <a:r>
              <a:rPr lang="en-US" spc="-28" dirty="0">
                <a:latin typeface="Arial"/>
                <a:cs typeface="Arial"/>
              </a:rPr>
              <a:t>r</a:t>
            </a:r>
            <a:r>
              <a:rPr lang="en-US" spc="7" dirty="0">
                <a:latin typeface="Arial"/>
                <a:cs typeface="Arial"/>
              </a:rPr>
              <a:t>ee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-18" dirty="0">
                <a:latin typeface="Arial"/>
                <a:cs typeface="Arial"/>
              </a:rPr>
              <a:t>(Prim</a:t>
            </a:r>
            <a:r>
              <a:rPr lang="en-US" spc="-123" dirty="0">
                <a:latin typeface="Arial"/>
                <a:cs typeface="Arial"/>
              </a:rPr>
              <a:t>’</a:t>
            </a:r>
            <a:r>
              <a:rPr lang="en-US" spc="7" dirty="0">
                <a:latin typeface="Arial"/>
                <a:cs typeface="Arial"/>
              </a:rPr>
              <a:t>s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minimal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25" dirty="0">
                <a:latin typeface="Arial"/>
                <a:cs typeface="Arial"/>
              </a:rPr>
              <a:t>spanning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t</a:t>
            </a:r>
            <a:r>
              <a:rPr lang="en-US" spc="-28" dirty="0">
                <a:latin typeface="Arial"/>
                <a:cs typeface="Arial"/>
              </a:rPr>
              <a:t>r</a:t>
            </a:r>
            <a:r>
              <a:rPr lang="en-US" spc="7" dirty="0">
                <a:latin typeface="Arial"/>
                <a:cs typeface="Arial"/>
              </a:rPr>
              <a:t>ee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14" dirty="0">
                <a:latin typeface="Arial"/>
                <a:cs typeface="Arial"/>
              </a:rPr>
              <a:t>algorithm)</a:t>
            </a:r>
            <a:endParaRPr lang="en-US" dirty="0">
              <a:latin typeface="Arial"/>
              <a:cs typeface="Arial"/>
            </a:endParaRPr>
          </a:p>
          <a:p>
            <a:pPr marL="466129" lvl="1"/>
            <a:r>
              <a:rPr lang="en-US" spc="7" dirty="0">
                <a:latin typeface="Arial"/>
                <a:cs typeface="Arial"/>
              </a:rPr>
              <a:t>Explo</a:t>
            </a:r>
            <a:r>
              <a:rPr lang="en-US" spc="-28" dirty="0">
                <a:latin typeface="Arial"/>
                <a:cs typeface="Arial"/>
              </a:rPr>
              <a:t>r</a:t>
            </a:r>
            <a:r>
              <a:rPr lang="en-US" spc="7" dirty="0">
                <a:latin typeface="Arial"/>
                <a:cs typeface="Arial"/>
              </a:rPr>
              <a:t>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the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b="1" spc="7" dirty="0">
                <a:latin typeface="Arial"/>
                <a:cs typeface="Arial"/>
              </a:rPr>
              <a:t>closest</a:t>
            </a:r>
            <a:r>
              <a:rPr lang="en-US" b="1" spc="49" dirty="0">
                <a:latin typeface="Times New Roman"/>
                <a:cs typeface="Times New Roman"/>
              </a:rPr>
              <a:t> </a:t>
            </a:r>
            <a:r>
              <a:rPr lang="en-US" spc="14" dirty="0">
                <a:latin typeface="Arial"/>
                <a:cs typeface="Arial"/>
              </a:rPr>
              <a:t>unexplo</a:t>
            </a:r>
            <a:r>
              <a:rPr lang="en-US" spc="-21" dirty="0">
                <a:latin typeface="Arial"/>
                <a:cs typeface="Arial"/>
              </a:rPr>
              <a:t>r</a:t>
            </a:r>
            <a:r>
              <a:rPr lang="en-US" spc="53" dirty="0">
                <a:latin typeface="Arial"/>
                <a:cs typeface="Arial"/>
              </a:rPr>
              <a:t>ed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ve</a:t>
            </a:r>
            <a:r>
              <a:rPr lang="en-US" spc="32" dirty="0">
                <a:latin typeface="Arial"/>
                <a:cs typeface="Arial"/>
              </a:rPr>
              <a:t>r</a:t>
            </a:r>
            <a:r>
              <a:rPr lang="en-US" spc="7" dirty="0">
                <a:latin typeface="Arial"/>
                <a:cs typeface="Arial"/>
              </a:rPr>
              <a:t>tex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4" dirty="0">
                <a:latin typeface="Arial"/>
                <a:cs typeface="Arial"/>
              </a:rPr>
              <a:t>(Dijkstra</a:t>
            </a:r>
            <a:r>
              <a:rPr lang="en-US" spc="-123" dirty="0">
                <a:latin typeface="Arial"/>
                <a:cs typeface="Arial"/>
              </a:rPr>
              <a:t>’</a:t>
            </a:r>
            <a:r>
              <a:rPr lang="en-US" spc="7" dirty="0">
                <a:latin typeface="Arial"/>
                <a:cs typeface="Arial"/>
              </a:rPr>
              <a:t>s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sho</a:t>
            </a:r>
            <a:r>
              <a:rPr lang="en-US" spc="32" dirty="0">
                <a:latin typeface="Arial"/>
                <a:cs typeface="Arial"/>
              </a:rPr>
              <a:t>r</a:t>
            </a:r>
            <a:r>
              <a:rPr lang="en-US" spc="4" dirty="0">
                <a:latin typeface="Arial"/>
                <a:cs typeface="Arial"/>
              </a:rPr>
              <a:t>test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21" dirty="0">
                <a:latin typeface="Arial"/>
                <a:cs typeface="Arial"/>
              </a:rPr>
              <a:t>paths</a:t>
            </a:r>
            <a:r>
              <a:rPr lang="en-US" spc="49" dirty="0">
                <a:latin typeface="Times New Roman"/>
                <a:cs typeface="Times New Roman"/>
              </a:rPr>
              <a:t> </a:t>
            </a:r>
            <a:r>
              <a:rPr lang="en-US" spc="14" dirty="0">
                <a:latin typeface="Arial"/>
                <a:cs typeface="Arial"/>
              </a:rPr>
              <a:t>algorithm)</a:t>
            </a:r>
            <a:endParaRPr lang="en-US" dirty="0">
              <a:latin typeface="Arial"/>
              <a:cs typeface="Arial"/>
            </a:endParaRPr>
          </a:p>
          <a:p>
            <a:pPr marL="466129" lvl="1"/>
            <a:endParaRPr lang="en-US" dirty="0">
              <a:latin typeface="Arial"/>
              <a:cs typeface="Arial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4691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7" name="Rectangle 3">
            <a:extLst>
              <a:ext uri="{FF2B5EF4-FFF2-40B4-BE49-F238E27FC236}">
                <a16:creationId xmlns:a16="http://schemas.microsoft.com/office/drawing/2014/main" id="{E545D1BD-FEFC-4EF8-AA59-055A6A5B5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5467" y="100931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Goal.  </a:t>
            </a:r>
            <a:r>
              <a:rPr lang="en-US" altLang="en-US" dirty="0">
                <a:solidFill>
                  <a:schemeClr val="tx1"/>
                </a:solidFill>
              </a:rPr>
              <a:t>Given currency denominations: 1, 5, 10, 25, 100, devise a method to pay amount to customer using fewest number of coins.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Ex:  </a:t>
            </a:r>
            <a:r>
              <a:rPr lang="en-US" altLang="en-US" dirty="0">
                <a:solidFill>
                  <a:schemeClr val="tx1"/>
                </a:solidFill>
              </a:rPr>
              <a:t>34¢.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Cashier's algorithm.  </a:t>
            </a:r>
            <a:r>
              <a:rPr lang="en-US" altLang="en-US" dirty="0">
                <a:solidFill>
                  <a:schemeClr val="tx1"/>
                </a:solidFill>
              </a:rPr>
              <a:t>At each iteration, add coin of the largest value that does not take us past the amount to be paid.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/>
              <a:t>Ex:  </a:t>
            </a:r>
            <a:r>
              <a:rPr lang="en-US" altLang="en-US" dirty="0">
                <a:solidFill>
                  <a:schemeClr val="tx1"/>
                </a:solidFill>
              </a:rPr>
              <a:t>$2.89.</a:t>
            </a: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  <p:grpSp>
        <p:nvGrpSpPr>
          <p:cNvPr id="641028" name="Group 4">
            <a:extLst>
              <a:ext uri="{FF2B5EF4-FFF2-40B4-BE49-F238E27FC236}">
                <a16:creationId xmlns:a16="http://schemas.microsoft.com/office/drawing/2014/main" id="{21406465-9F09-4D80-953E-52E8C58AC23E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981201"/>
            <a:ext cx="3962400" cy="709613"/>
            <a:chOff x="1584" y="1200"/>
            <a:chExt cx="3456" cy="619"/>
          </a:xfrm>
        </p:grpSpPr>
        <p:pic>
          <p:nvPicPr>
            <p:cNvPr id="641029" name="Picture 5">
              <a:extLst>
                <a:ext uri="{FF2B5EF4-FFF2-40B4-BE49-F238E27FC236}">
                  <a16:creationId xmlns:a16="http://schemas.microsoft.com/office/drawing/2014/main" id="{47C4E8B6-6334-4819-A066-C2357889EE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1248"/>
              <a:ext cx="518" cy="5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0" name="Picture 6">
              <a:extLst>
                <a:ext uri="{FF2B5EF4-FFF2-40B4-BE49-F238E27FC236}">
                  <a16:creationId xmlns:a16="http://schemas.microsoft.com/office/drawing/2014/main" id="{84F58691-5496-4BD1-8750-B8A1BD807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" y="1200"/>
              <a:ext cx="648" cy="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1" name="Picture 7">
              <a:extLst>
                <a:ext uri="{FF2B5EF4-FFF2-40B4-BE49-F238E27FC236}">
                  <a16:creationId xmlns:a16="http://schemas.microsoft.com/office/drawing/2014/main" id="{0E58169D-67DA-439B-94E1-7A6A5C8990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1248"/>
              <a:ext cx="490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2" name="Picture 8">
              <a:extLst>
                <a:ext uri="{FF2B5EF4-FFF2-40B4-BE49-F238E27FC236}">
                  <a16:creationId xmlns:a16="http://schemas.microsoft.com/office/drawing/2014/main" id="{D7EE8DBF-4704-4644-9B8F-982685712E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1248"/>
              <a:ext cx="497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3" name="Picture 9">
              <a:extLst>
                <a:ext uri="{FF2B5EF4-FFF2-40B4-BE49-F238E27FC236}">
                  <a16:creationId xmlns:a16="http://schemas.microsoft.com/office/drawing/2014/main" id="{204941EE-435E-40E4-BC9C-7104126710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5" y="1248"/>
              <a:ext cx="497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4" name="Picture 10">
              <a:extLst>
                <a:ext uri="{FF2B5EF4-FFF2-40B4-BE49-F238E27FC236}">
                  <a16:creationId xmlns:a16="http://schemas.microsoft.com/office/drawing/2014/main" id="{A4F40A1C-DC57-454F-BE40-C0E9F578BB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3" y="1248"/>
              <a:ext cx="497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41035" name="Group 11">
            <a:extLst>
              <a:ext uri="{FF2B5EF4-FFF2-40B4-BE49-F238E27FC236}">
                <a16:creationId xmlns:a16="http://schemas.microsoft.com/office/drawing/2014/main" id="{4B7E595C-3B05-441D-A53E-A7D266BBC2F9}"/>
              </a:ext>
            </a:extLst>
          </p:cNvPr>
          <p:cNvGrpSpPr>
            <a:grpSpLocks/>
          </p:cNvGrpSpPr>
          <p:nvPr/>
        </p:nvGrpSpPr>
        <p:grpSpPr bwMode="auto">
          <a:xfrm>
            <a:off x="2752273" y="4568948"/>
            <a:ext cx="5741987" cy="1357312"/>
            <a:chOff x="144" y="3024"/>
            <a:chExt cx="5057" cy="1195"/>
          </a:xfrm>
        </p:grpSpPr>
        <p:pic>
          <p:nvPicPr>
            <p:cNvPr id="641036" name="Picture 12">
              <a:extLst>
                <a:ext uri="{FF2B5EF4-FFF2-40B4-BE49-F238E27FC236}">
                  <a16:creationId xmlns:a16="http://schemas.microsoft.com/office/drawing/2014/main" id="{BD90A2EF-74B9-41BB-AEE0-73A586DC0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3120"/>
              <a:ext cx="727" cy="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7" name="Picture 13">
              <a:extLst>
                <a:ext uri="{FF2B5EF4-FFF2-40B4-BE49-F238E27FC236}">
                  <a16:creationId xmlns:a16="http://schemas.microsoft.com/office/drawing/2014/main" id="{52E004C4-5489-4E27-B106-46ADB41EBC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3360"/>
              <a:ext cx="468" cy="4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8" name="Picture 14">
              <a:extLst>
                <a:ext uri="{FF2B5EF4-FFF2-40B4-BE49-F238E27FC236}">
                  <a16:creationId xmlns:a16="http://schemas.microsoft.com/office/drawing/2014/main" id="{624E62B0-ECEB-44B8-A52A-0200BBB6DE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3120"/>
              <a:ext cx="490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39" name="Picture 15">
              <a:extLst>
                <a:ext uri="{FF2B5EF4-FFF2-40B4-BE49-F238E27FC236}">
                  <a16:creationId xmlns:a16="http://schemas.microsoft.com/office/drawing/2014/main" id="{C6BB9EBA-B15F-4302-9C78-C3938E4DC3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3696"/>
              <a:ext cx="497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40" name="Picture 16">
              <a:extLst>
                <a:ext uri="{FF2B5EF4-FFF2-40B4-BE49-F238E27FC236}">
                  <a16:creationId xmlns:a16="http://schemas.microsoft.com/office/drawing/2014/main" id="{01A492E8-CCA2-458C-857B-8EC735452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3120"/>
              <a:ext cx="727" cy="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41" name="Picture 17">
              <a:extLst>
                <a:ext uri="{FF2B5EF4-FFF2-40B4-BE49-F238E27FC236}">
                  <a16:creationId xmlns:a16="http://schemas.microsoft.com/office/drawing/2014/main" id="{C63BF7BE-1900-48CC-8F75-760D01E4A0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3696"/>
              <a:ext cx="497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42" name="Picture 18">
              <a:extLst>
                <a:ext uri="{FF2B5EF4-FFF2-40B4-BE49-F238E27FC236}">
                  <a16:creationId xmlns:a16="http://schemas.microsoft.com/office/drawing/2014/main" id="{86070F2B-9B6A-4FC5-B407-DA0B9FF09D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3120"/>
              <a:ext cx="497" cy="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43" name="Picture 19">
              <a:extLst>
                <a:ext uri="{FF2B5EF4-FFF2-40B4-BE49-F238E27FC236}">
                  <a16:creationId xmlns:a16="http://schemas.microsoft.com/office/drawing/2014/main" id="{4D408A09-480B-4D39-AD29-0051E037ED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3024"/>
              <a:ext cx="648" cy="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44" name="Picture 20">
              <a:extLst>
                <a:ext uri="{FF2B5EF4-FFF2-40B4-BE49-F238E27FC236}">
                  <a16:creationId xmlns:a16="http://schemas.microsoft.com/office/drawing/2014/main" id="{638D893D-8304-42F2-887D-4501078604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0" y="3024"/>
              <a:ext cx="648" cy="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1045" name="Picture 21">
              <a:extLst>
                <a:ext uri="{FF2B5EF4-FFF2-40B4-BE49-F238E27FC236}">
                  <a16:creationId xmlns:a16="http://schemas.microsoft.com/office/drawing/2014/main" id="{54DF35AF-9B00-4155-8347-7475F8EEC2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600"/>
              <a:ext cx="648" cy="6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73C5B838-6FF3-4850-BF93-5E456CAD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67" y="-181584"/>
            <a:ext cx="10515600" cy="1325563"/>
          </a:xfrm>
        </p:spPr>
        <p:txBody>
          <a:bodyPr/>
          <a:lstStyle/>
          <a:p>
            <a:r>
              <a:rPr lang="en-US" dirty="0"/>
              <a:t>The change-making problem</a:t>
            </a:r>
          </a:p>
        </p:txBody>
      </p:sp>
    </p:spTree>
    <p:extLst>
      <p:ext uri="{BB962C8B-B14F-4D97-AF65-F5344CB8AC3E}">
        <p14:creationId xmlns:p14="http://schemas.microsoft.com/office/powerpoint/2010/main" val="1626067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5" name="Rectangle 3">
            <a:extLst>
              <a:ext uri="{FF2B5EF4-FFF2-40B4-BE49-F238E27FC236}">
                <a16:creationId xmlns:a16="http://schemas.microsoft.com/office/drawing/2014/main" id="{56DAAEF9-2F69-49DC-B4F3-B52C79D98B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2218"/>
            <a:ext cx="8160327" cy="5636416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chemeClr val="tx1"/>
                </a:solidFill>
              </a:rPr>
              <a:t>At each iteration, add coin of the largest value that does not take us past the amount to be paid.</a:t>
            </a:r>
          </a:p>
          <a:p>
            <a:endParaRPr lang="en-US" altLang="en-US" sz="4000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643076" name="Text Box 4">
            <a:extLst>
              <a:ext uri="{FF2B5EF4-FFF2-40B4-BE49-F238E27FC236}">
                <a16:creationId xmlns:a16="http://schemas.microsoft.com/office/drawing/2014/main" id="{44EC1FC5-7E8B-4E83-B53D-1B160EBAF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4984" y="3429000"/>
            <a:ext cx="6705600" cy="311785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182880" tIns="91440" rIns="137160" bIns="9144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3399"/>
                </a:solidFill>
                <a:latin typeface="Courier New" panose="02070309020205020404" pitchFamily="49" charset="0"/>
              </a:rPr>
              <a:t>Sort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coins denominations by value: c</a:t>
            </a:r>
            <a:r>
              <a:rPr kumimoji="1"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c</a:t>
            </a:r>
            <a:r>
              <a:rPr kumimoji="1"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</a:rPr>
              <a:t>2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… &lt; </a:t>
            </a:r>
            <a:r>
              <a:rPr kumimoji="1"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</a:t>
            </a:r>
            <a:r>
              <a:rPr kumimoji="1" lang="en-US" altLang="en-US" sz="1600" b="1" baseline="-25000" dirty="0" err="1">
                <a:solidFill>
                  <a:srgbClr val="000000"/>
                </a:solidFill>
                <a:latin typeface="Courier New" panose="02070309020205020404" pitchFamily="49" charset="0"/>
              </a:rPr>
              <a:t>n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S 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 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3399"/>
                </a:solidFill>
                <a:latin typeface="Courier New" panose="02070309020205020404" pitchFamily="49" charset="0"/>
              </a:rPr>
              <a:t>while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(x 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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0)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let k be largest integer such that c</a:t>
            </a:r>
            <a:r>
              <a:rPr kumimoji="1"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</a:rPr>
              <a:t>k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x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kumimoji="1" lang="en-US" altLang="en-US" sz="1600" b="1" dirty="0">
                <a:solidFill>
                  <a:srgbClr val="003399"/>
                </a:solidFill>
                <a:latin typeface="Courier New" panose="02070309020205020404" pitchFamily="49" charset="0"/>
              </a:rPr>
              <a:t>if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(k = 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kumimoji="1" lang="en-US" altLang="en-US" sz="1600" b="1" dirty="0">
                <a:solidFill>
                  <a:srgbClr val="003399"/>
                </a:solidFill>
                <a:latin typeface="Courier New" panose="02070309020205020404" pitchFamily="49" charset="0"/>
              </a:rPr>
              <a:t>return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"no solution found"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x 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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x - c</a:t>
            </a:r>
            <a:r>
              <a:rPr kumimoji="1"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</a:rPr>
              <a:t>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S 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 S  {k}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 b="1" dirty="0">
                <a:solidFill>
                  <a:srgbClr val="003399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return</a:t>
            </a:r>
            <a:r>
              <a:rPr kumimoji="1"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S</a:t>
            </a:r>
          </a:p>
        </p:txBody>
      </p:sp>
      <p:sp>
        <p:nvSpPr>
          <p:cNvPr id="643077" name="Text Box 5">
            <a:extLst>
              <a:ext uri="{FF2B5EF4-FFF2-40B4-BE49-F238E27FC236}">
                <a16:creationId xmlns:a16="http://schemas.microsoft.com/office/drawing/2014/main" id="{281E4B75-EEF3-41FC-88F1-0632E5392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3762" y="3953979"/>
            <a:ext cx="141384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09588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19175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28763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38350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955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527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099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671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</a:rPr>
              <a:t>coins selected </a:t>
            </a:r>
            <a:endParaRPr lang="en-US" altLang="en-US" sz="1600" dirty="0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  <p:sp>
        <p:nvSpPr>
          <p:cNvPr id="643078" name="Line 6">
            <a:extLst>
              <a:ext uri="{FF2B5EF4-FFF2-40B4-BE49-F238E27FC236}">
                <a16:creationId xmlns:a16="http://schemas.microsoft.com/office/drawing/2014/main" id="{4D2B6EE9-EDCE-4D8B-BE17-595EFA0618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72912" y="4107874"/>
            <a:ext cx="112713" cy="142875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B3C8CAE-A393-495D-8AC6-6CE70316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302" y="-155574"/>
            <a:ext cx="10515600" cy="1325563"/>
          </a:xfrm>
        </p:spPr>
        <p:txBody>
          <a:bodyPr/>
          <a:lstStyle/>
          <a:p>
            <a:r>
              <a:rPr lang="en-US" dirty="0"/>
              <a:t>Greedy Algorithm aka Cashier’s Algorithm</a:t>
            </a:r>
          </a:p>
        </p:txBody>
      </p:sp>
    </p:spTree>
    <p:extLst>
      <p:ext uri="{BB962C8B-B14F-4D97-AF65-F5344CB8AC3E}">
        <p14:creationId xmlns:p14="http://schemas.microsoft.com/office/powerpoint/2010/main" val="177097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2" name="Rectangle 2">
            <a:extLst>
              <a:ext uri="{FF2B5EF4-FFF2-40B4-BE49-F238E27FC236}">
                <a16:creationId xmlns:a16="http://schemas.microsoft.com/office/drawing/2014/main" id="{5F8E489F-08D2-4A86-AB42-7A32BB577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6255" y="-129382"/>
            <a:ext cx="10553327" cy="1325563"/>
          </a:xfrm>
        </p:spPr>
        <p:txBody>
          <a:bodyPr/>
          <a:lstStyle/>
          <a:p>
            <a:r>
              <a:rPr lang="en-US" altLang="en-US" dirty="0"/>
              <a:t>Change-making:  Analysis of Greedy Algorithm</a:t>
            </a:r>
          </a:p>
        </p:txBody>
      </p:sp>
      <p:sp>
        <p:nvSpPr>
          <p:cNvPr id="645123" name="Rectangle 3">
            <a:extLst>
              <a:ext uri="{FF2B5EF4-FFF2-40B4-BE49-F238E27FC236}">
                <a16:creationId xmlns:a16="http://schemas.microsoft.com/office/drawing/2014/main" id="{5AF38227-8351-468D-8EC9-C48230128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6255" y="914400"/>
            <a:ext cx="9968345" cy="5410200"/>
          </a:xfrm>
        </p:spPr>
        <p:txBody>
          <a:bodyPr/>
          <a:lstStyle/>
          <a:p>
            <a:r>
              <a:rPr lang="en-US" altLang="en-US" dirty="0"/>
              <a:t>Theorem.  </a:t>
            </a:r>
            <a:r>
              <a:rPr lang="en-US" altLang="en-US" dirty="0">
                <a:solidFill>
                  <a:schemeClr val="tx1"/>
                </a:solidFill>
              </a:rPr>
              <a:t>Greed is optimal for U.S. coinage:  1, 5, 10, 25, 100.</a:t>
            </a:r>
          </a:p>
          <a:p>
            <a:r>
              <a:rPr lang="en-US" altLang="en-US" dirty="0"/>
              <a:t>Pf. </a:t>
            </a:r>
            <a:r>
              <a:rPr lang="en-US" altLang="en-US" dirty="0">
                <a:solidFill>
                  <a:schemeClr val="hlink"/>
                </a:solidFill>
              </a:rPr>
              <a:t>(by induction on x)</a:t>
            </a:r>
          </a:p>
          <a:p>
            <a:pPr lvl="1"/>
            <a:r>
              <a:rPr lang="en-US" altLang="en-US" dirty="0"/>
              <a:t>Consider optimal way to change c</a:t>
            </a:r>
            <a:r>
              <a:rPr lang="en-US" altLang="en-US" baseline="-25000" dirty="0"/>
              <a:t>k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dirty="0"/>
              <a:t> x &lt; c</a:t>
            </a:r>
            <a:r>
              <a:rPr lang="en-US" altLang="en-US" baseline="-25000" dirty="0"/>
              <a:t>k+1</a:t>
            </a:r>
            <a:r>
              <a:rPr lang="en-US" altLang="en-US" dirty="0"/>
              <a:t> :  greedy takes coin k.</a:t>
            </a:r>
          </a:p>
          <a:p>
            <a:pPr lvl="1"/>
            <a:r>
              <a:rPr lang="en-US" altLang="en-US" dirty="0"/>
              <a:t>We claim that any optimal solution must also take coin k.</a:t>
            </a:r>
          </a:p>
          <a:p>
            <a:pPr lvl="2"/>
            <a:r>
              <a:rPr lang="en-US" altLang="en-US" dirty="0"/>
              <a:t>if not, it needs enough coins of type c</a:t>
            </a:r>
            <a:r>
              <a:rPr lang="en-US" altLang="en-US" baseline="-25000" dirty="0"/>
              <a:t>1</a:t>
            </a:r>
            <a:r>
              <a:rPr lang="en-US" altLang="en-US" dirty="0"/>
              <a:t>, …, c</a:t>
            </a:r>
            <a:r>
              <a:rPr lang="en-US" altLang="en-US" baseline="-25000" dirty="0"/>
              <a:t>k-1</a:t>
            </a:r>
            <a:r>
              <a:rPr lang="en-US" altLang="en-US" sz="2000" baseline="-25000" dirty="0"/>
              <a:t>  </a:t>
            </a:r>
            <a:r>
              <a:rPr lang="en-US" altLang="en-US" dirty="0"/>
              <a:t>to add up to x</a:t>
            </a:r>
          </a:p>
          <a:p>
            <a:pPr lvl="2"/>
            <a:r>
              <a:rPr lang="en-US" altLang="en-US" dirty="0"/>
              <a:t>table below indicates no optimal solution can do this</a:t>
            </a:r>
          </a:p>
          <a:p>
            <a:pPr lvl="1"/>
            <a:r>
              <a:rPr lang="en-US" altLang="en-US" dirty="0"/>
              <a:t>Problem reduces to coin-changing x - c</a:t>
            </a:r>
            <a:r>
              <a:rPr lang="en-US" altLang="en-US" baseline="-25000" dirty="0"/>
              <a:t>k</a:t>
            </a:r>
            <a:r>
              <a:rPr lang="en-US" altLang="en-US" dirty="0"/>
              <a:t> cents, which, by induction, is optimally solved by greedy algorithm.  </a:t>
            </a:r>
            <a:r>
              <a:rPr lang="en-US" altLang="en-US" dirty="0">
                <a:solidFill>
                  <a:schemeClr val="hlink"/>
                </a:solidFill>
                <a:cs typeface="Lucida Grande" pitchFamily="48" charset="0"/>
              </a:rPr>
              <a:t>▪</a:t>
            </a:r>
            <a:endParaRPr lang="en-US" altLang="en-US" dirty="0">
              <a:solidFill>
                <a:schemeClr val="hlink"/>
              </a:solidFill>
            </a:endParaRPr>
          </a:p>
          <a:p>
            <a:pPr lvl="1">
              <a:buFont typeface="Monotype Sorts" pitchFamily="48" charset="2"/>
              <a:buNone/>
            </a:pPr>
            <a:endParaRPr lang="en-US" altLang="en-US" sz="2000" baseline="-25000" dirty="0"/>
          </a:p>
        </p:txBody>
      </p:sp>
      <p:sp>
        <p:nvSpPr>
          <p:cNvPr id="645124" name="Rectangle 4">
            <a:extLst>
              <a:ext uri="{FF2B5EF4-FFF2-40B4-BE49-F238E27FC236}">
                <a16:creationId xmlns:a16="http://schemas.microsoft.com/office/drawing/2014/main" id="{98E9D3D5-0166-496E-BDD3-E039C60B3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45" y="4876800"/>
            <a:ext cx="7620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endParaRPr lang="en-US" altLang="en-US" sz="1600" baseline="30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25" name="Rectangle 5">
            <a:extLst>
              <a:ext uri="{FF2B5EF4-FFF2-40B4-BE49-F238E27FC236}">
                <a16:creationId xmlns:a16="http://schemas.microsoft.com/office/drawing/2014/main" id="{1B220B85-4E5C-4CD1-BB3E-BF9D8ED87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45" y="4267200"/>
            <a:ext cx="762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  <a:r>
              <a:rPr kumimoji="1" lang="en-US" altLang="en-US" sz="1600" baseline="-25000">
                <a:solidFill>
                  <a:srgbClr val="FFFFFF"/>
                </a:solidFill>
                <a:latin typeface="Comic Sans MS" panose="030F0702030302020204" pitchFamily="66" charset="0"/>
              </a:rPr>
              <a:t>k</a:t>
            </a:r>
          </a:p>
        </p:txBody>
      </p:sp>
      <p:sp>
        <p:nvSpPr>
          <p:cNvPr id="645126" name="Rectangle 6">
            <a:extLst>
              <a:ext uri="{FF2B5EF4-FFF2-40B4-BE49-F238E27FC236}">
                <a16:creationId xmlns:a16="http://schemas.microsoft.com/office/drawing/2014/main" id="{87FD3AAC-224C-418F-BC4F-260563AED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45" y="5638800"/>
            <a:ext cx="7620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27" name="Rectangle 7">
            <a:extLst>
              <a:ext uri="{FF2B5EF4-FFF2-40B4-BE49-F238E27FC236}">
                <a16:creationId xmlns:a16="http://schemas.microsoft.com/office/drawing/2014/main" id="{169FF7D0-0FED-436F-B73B-344AF6399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45" y="6019800"/>
            <a:ext cx="7620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25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28" name="Rectangle 8">
            <a:extLst>
              <a:ext uri="{FF2B5EF4-FFF2-40B4-BE49-F238E27FC236}">
                <a16:creationId xmlns:a16="http://schemas.microsoft.com/office/drawing/2014/main" id="{E0C22B09-A6DF-4B00-8D8F-38CEF42CD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45" y="6400800"/>
            <a:ext cx="7620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100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29" name="Rectangle 9">
            <a:extLst>
              <a:ext uri="{FF2B5EF4-FFF2-40B4-BE49-F238E27FC236}">
                <a16:creationId xmlns:a16="http://schemas.microsoft.com/office/drawing/2014/main" id="{D17D54AB-003E-46A7-B1BF-61F216011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545" y="4876800"/>
            <a:ext cx="2057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P 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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645130" name="Rectangle 10">
            <a:extLst>
              <a:ext uri="{FF2B5EF4-FFF2-40B4-BE49-F238E27FC236}">
                <a16:creationId xmlns:a16="http://schemas.microsoft.com/office/drawing/2014/main" id="{2654F28C-A22E-4139-A2F9-7164F1014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545" y="4267200"/>
            <a:ext cx="20574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All optimal solutions</a:t>
            </a:r>
            <a:br>
              <a:rPr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</a:br>
            <a:r>
              <a:rPr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must satisfy</a:t>
            </a:r>
          </a:p>
        </p:txBody>
      </p:sp>
      <p:sp>
        <p:nvSpPr>
          <p:cNvPr id="645131" name="Rectangle 11">
            <a:extLst>
              <a:ext uri="{FF2B5EF4-FFF2-40B4-BE49-F238E27FC236}">
                <a16:creationId xmlns:a16="http://schemas.microsoft.com/office/drawing/2014/main" id="{00DD1CB0-43C8-46A1-B8C4-8142577D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545" y="5638800"/>
            <a:ext cx="2057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N + D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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32" name="Rectangle 12">
            <a:extLst>
              <a:ext uri="{FF2B5EF4-FFF2-40B4-BE49-F238E27FC236}">
                <a16:creationId xmlns:a16="http://schemas.microsoft.com/office/drawing/2014/main" id="{0017E1AE-7997-4958-9BEC-4CAF4AE59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545" y="6019800"/>
            <a:ext cx="2057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Q 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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645133" name="Rectangle 13">
            <a:extLst>
              <a:ext uri="{FF2B5EF4-FFF2-40B4-BE49-F238E27FC236}">
                <a16:creationId xmlns:a16="http://schemas.microsoft.com/office/drawing/2014/main" id="{D3ACD2F0-8D49-4508-B95D-82C9E65B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545" y="5257800"/>
            <a:ext cx="7620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34" name="Rectangle 14">
            <a:extLst>
              <a:ext uri="{FF2B5EF4-FFF2-40B4-BE49-F238E27FC236}">
                <a16:creationId xmlns:a16="http://schemas.microsoft.com/office/drawing/2014/main" id="{D8BB173B-59AC-4323-94B0-9F2E34601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545" y="5257800"/>
            <a:ext cx="2057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N 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</a:t>
            </a: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 1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35" name="Rectangle 15">
            <a:extLst>
              <a:ext uri="{FF2B5EF4-FFF2-40B4-BE49-F238E27FC236}">
                <a16:creationId xmlns:a16="http://schemas.microsoft.com/office/drawing/2014/main" id="{0463E834-0EB8-4F57-B799-F15A3B6F1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4545" y="6400800"/>
            <a:ext cx="2057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no limit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36" name="Rectangle 16">
            <a:extLst>
              <a:ext uri="{FF2B5EF4-FFF2-40B4-BE49-F238E27FC236}">
                <a16:creationId xmlns:a16="http://schemas.microsoft.com/office/drawing/2014/main" id="{1BDA288F-B919-447A-B271-7CB984E86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45" y="4267200"/>
            <a:ext cx="685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k</a:t>
            </a:r>
          </a:p>
        </p:txBody>
      </p:sp>
      <p:sp>
        <p:nvSpPr>
          <p:cNvPr id="645137" name="Rectangle 17">
            <a:extLst>
              <a:ext uri="{FF2B5EF4-FFF2-40B4-BE49-F238E27FC236}">
                <a16:creationId xmlns:a16="http://schemas.microsoft.com/office/drawing/2014/main" id="{A2846F8B-9E21-4979-B9D4-F212C8D97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45" y="4876800"/>
            <a:ext cx="72009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38" name="Rectangle 18">
            <a:extLst>
              <a:ext uri="{FF2B5EF4-FFF2-40B4-BE49-F238E27FC236}">
                <a16:creationId xmlns:a16="http://schemas.microsoft.com/office/drawing/2014/main" id="{41A88D23-7793-4473-82BF-5F07E4178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45" y="5638800"/>
            <a:ext cx="6858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39" name="Rectangle 19">
            <a:extLst>
              <a:ext uri="{FF2B5EF4-FFF2-40B4-BE49-F238E27FC236}">
                <a16:creationId xmlns:a16="http://schemas.microsoft.com/office/drawing/2014/main" id="{112AFA55-FE98-4C22-BE5C-567FE64DF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45" y="6019800"/>
            <a:ext cx="6858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40" name="Rectangle 20">
            <a:extLst>
              <a:ext uri="{FF2B5EF4-FFF2-40B4-BE49-F238E27FC236}">
                <a16:creationId xmlns:a16="http://schemas.microsoft.com/office/drawing/2014/main" id="{85CFD8FC-06D3-4C26-9DE0-4296C6161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45" y="6400800"/>
            <a:ext cx="6858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41" name="Rectangle 21">
            <a:extLst>
              <a:ext uri="{FF2B5EF4-FFF2-40B4-BE49-F238E27FC236}">
                <a16:creationId xmlns:a16="http://schemas.microsoft.com/office/drawing/2014/main" id="{7604A2F9-BD45-48D8-B848-39C895A34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45" y="5257800"/>
            <a:ext cx="6858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42" name="Rectangle 22">
            <a:extLst>
              <a:ext uri="{FF2B5EF4-FFF2-40B4-BE49-F238E27FC236}">
                <a16:creationId xmlns:a16="http://schemas.microsoft.com/office/drawing/2014/main" id="{29608B27-DD45-48E3-84BC-07BF54C95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945" y="4876800"/>
            <a:ext cx="2438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-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43" name="Rectangle 23">
            <a:extLst>
              <a:ext uri="{FF2B5EF4-FFF2-40B4-BE49-F238E27FC236}">
                <a16:creationId xmlns:a16="http://schemas.microsoft.com/office/drawing/2014/main" id="{D79BF98B-36F5-430D-8D8B-8545E40AC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945" y="4267200"/>
            <a:ext cx="24384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Max value of coins</a:t>
            </a:r>
            <a:br>
              <a:rPr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</a:br>
            <a:r>
              <a:rPr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1, 2, …, k-1 in any OPT</a:t>
            </a:r>
          </a:p>
        </p:txBody>
      </p:sp>
      <p:sp>
        <p:nvSpPr>
          <p:cNvPr id="645144" name="Rectangle 24">
            <a:extLst>
              <a:ext uri="{FF2B5EF4-FFF2-40B4-BE49-F238E27FC236}">
                <a16:creationId xmlns:a16="http://schemas.microsoft.com/office/drawing/2014/main" id="{86B370AD-132B-4693-B8E5-F1AC714E0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945" y="5638800"/>
            <a:ext cx="2438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 + 5 = 9</a:t>
            </a:r>
          </a:p>
        </p:txBody>
      </p:sp>
      <p:sp>
        <p:nvSpPr>
          <p:cNvPr id="645145" name="Rectangle 25">
            <a:extLst>
              <a:ext uri="{FF2B5EF4-FFF2-40B4-BE49-F238E27FC236}">
                <a16:creationId xmlns:a16="http://schemas.microsoft.com/office/drawing/2014/main" id="{9C686D31-AC42-4979-8A84-F83195540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945" y="6019800"/>
            <a:ext cx="2438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20 + 4 = 24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46" name="Rectangle 26">
            <a:extLst>
              <a:ext uri="{FF2B5EF4-FFF2-40B4-BE49-F238E27FC236}">
                <a16:creationId xmlns:a16="http://schemas.microsoft.com/office/drawing/2014/main" id="{B80D87C1-346A-4AF7-BCCC-C66D3AA64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945" y="5257800"/>
            <a:ext cx="2438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  <a:endParaRPr lang="en-US" altLang="en-US" sz="1600" baseline="300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45147" name="Rectangle 27">
            <a:extLst>
              <a:ext uri="{FF2B5EF4-FFF2-40B4-BE49-F238E27FC236}">
                <a16:creationId xmlns:a16="http://schemas.microsoft.com/office/drawing/2014/main" id="{97D22CCB-AE4B-4363-A99A-C3CF35309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945" y="6400800"/>
            <a:ext cx="2438400" cy="381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75 + 24 = 99</a:t>
            </a:r>
          </a:p>
        </p:txBody>
      </p:sp>
    </p:spTree>
    <p:extLst>
      <p:ext uri="{BB962C8B-B14F-4D97-AF65-F5344CB8AC3E}">
        <p14:creationId xmlns:p14="http://schemas.microsoft.com/office/powerpoint/2010/main" val="124347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>
            <a:extLst>
              <a:ext uri="{FF2B5EF4-FFF2-40B4-BE49-F238E27FC236}">
                <a16:creationId xmlns:a16="http://schemas.microsoft.com/office/drawing/2014/main" id="{3682D4E9-21E9-4E57-AFF6-804B7E5C2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444" y="0"/>
            <a:ext cx="10515600" cy="1325563"/>
          </a:xfrm>
        </p:spPr>
        <p:txBody>
          <a:bodyPr/>
          <a:lstStyle/>
          <a:p>
            <a:r>
              <a:rPr lang="en-US" altLang="en-US" dirty="0"/>
              <a:t>Change-making algorithm:  complexity</a:t>
            </a:r>
          </a:p>
        </p:txBody>
      </p:sp>
      <p:sp>
        <p:nvSpPr>
          <p:cNvPr id="647171" name="Rectangle 3">
            <a:extLst>
              <a:ext uri="{FF2B5EF4-FFF2-40B4-BE49-F238E27FC236}">
                <a16:creationId xmlns:a16="http://schemas.microsoft.com/office/drawing/2014/main" id="{09D2BE86-69E9-43A2-9230-B084CB291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313709"/>
            <a:ext cx="6386945" cy="3863254"/>
          </a:xfrm>
        </p:spPr>
        <p:txBody>
          <a:bodyPr/>
          <a:lstStyle/>
          <a:p>
            <a:r>
              <a:rPr lang="en-US" altLang="en-US" dirty="0"/>
              <a:t>Assumption: the denominations are fixed, and the amount is specified in binary using n bits.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complexity is O(2n) since the amount can be exponentially large in the number of bits.</a:t>
            </a:r>
          </a:p>
        </p:txBody>
      </p:sp>
    </p:spTree>
    <p:extLst>
      <p:ext uri="{BB962C8B-B14F-4D97-AF65-F5344CB8AC3E}">
        <p14:creationId xmlns:p14="http://schemas.microsoft.com/office/powerpoint/2010/main" val="407708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>
            <a:extLst>
              <a:ext uri="{FF2B5EF4-FFF2-40B4-BE49-F238E27FC236}">
                <a16:creationId xmlns:a16="http://schemas.microsoft.com/office/drawing/2014/main" id="{3682D4E9-21E9-4E57-AFF6-804B7E5C2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444" y="0"/>
            <a:ext cx="10515600" cy="1325563"/>
          </a:xfrm>
        </p:spPr>
        <p:txBody>
          <a:bodyPr/>
          <a:lstStyle/>
          <a:p>
            <a:r>
              <a:rPr lang="en-US" altLang="en-US" dirty="0"/>
              <a:t>Change-making:  counterexample</a:t>
            </a:r>
          </a:p>
        </p:txBody>
      </p:sp>
      <p:sp>
        <p:nvSpPr>
          <p:cNvPr id="647171" name="Rectangle 3">
            <a:extLst>
              <a:ext uri="{FF2B5EF4-FFF2-40B4-BE49-F238E27FC236}">
                <a16:creationId xmlns:a16="http://schemas.microsoft.com/office/drawing/2014/main" id="{09D2BE86-69E9-43A2-9230-B084CB291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32138"/>
            <a:ext cx="8742218" cy="5044825"/>
          </a:xfrm>
        </p:spPr>
        <p:txBody>
          <a:bodyPr/>
          <a:lstStyle/>
          <a:p>
            <a:r>
              <a:rPr lang="en-US" altLang="en-US" dirty="0"/>
              <a:t>Observation.  </a:t>
            </a:r>
            <a:r>
              <a:rPr lang="en-US" altLang="en-US" dirty="0">
                <a:solidFill>
                  <a:schemeClr val="tx1"/>
                </a:solidFill>
              </a:rPr>
              <a:t>Greedy algorithm is sub-optimal for US postal denominations: </a:t>
            </a:r>
            <a:r>
              <a:rPr lang="en-US" altLang="en-US" sz="2000" dirty="0">
                <a:solidFill>
                  <a:schemeClr val="tx1"/>
                </a:solidFill>
              </a:rPr>
              <a:t>1, 10, 21, 34, 70, 100, 350, 1225, 1500</a:t>
            </a:r>
            <a:r>
              <a:rPr lang="en-US" alt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Counterexample.  </a:t>
            </a:r>
            <a:r>
              <a:rPr lang="en-US" altLang="en-US" dirty="0">
                <a:solidFill>
                  <a:schemeClr val="tx1"/>
                </a:solidFill>
              </a:rPr>
              <a:t>140¢.</a:t>
            </a:r>
          </a:p>
          <a:p>
            <a:pPr lvl="1"/>
            <a:r>
              <a:rPr lang="en-US" altLang="en-US" dirty="0"/>
              <a:t>Greedy:  100, 34, 1, 1, 1, 1, 1, 1.</a:t>
            </a:r>
          </a:p>
          <a:p>
            <a:pPr lvl="1"/>
            <a:r>
              <a:rPr lang="en-US" altLang="en-US" dirty="0"/>
              <a:t>Optimal:  70, 70.</a:t>
            </a:r>
          </a:p>
        </p:txBody>
      </p:sp>
      <p:grpSp>
        <p:nvGrpSpPr>
          <p:cNvPr id="647172" name="Group 4">
            <a:extLst>
              <a:ext uri="{FF2B5EF4-FFF2-40B4-BE49-F238E27FC236}">
                <a16:creationId xmlns:a16="http://schemas.microsoft.com/office/drawing/2014/main" id="{01A40C4D-FECF-4D76-987E-E7EE6BA305B9}"/>
              </a:ext>
            </a:extLst>
          </p:cNvPr>
          <p:cNvGrpSpPr>
            <a:grpSpLocks/>
          </p:cNvGrpSpPr>
          <p:nvPr/>
        </p:nvGrpSpPr>
        <p:grpSpPr bwMode="auto">
          <a:xfrm>
            <a:off x="1634837" y="3961246"/>
            <a:ext cx="5724525" cy="2479675"/>
            <a:chOff x="144" y="1776"/>
            <a:chExt cx="5430" cy="2352"/>
          </a:xfrm>
        </p:grpSpPr>
        <p:pic>
          <p:nvPicPr>
            <p:cNvPr id="647173" name="Picture 5">
              <a:extLst>
                <a:ext uri="{FF2B5EF4-FFF2-40B4-BE49-F238E27FC236}">
                  <a16:creationId xmlns:a16="http://schemas.microsoft.com/office/drawing/2014/main" id="{88384272-3B68-4DB1-A3D6-FB05A5250F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5516"/>
            <a:stretch>
              <a:fillRect/>
            </a:stretch>
          </p:blipFill>
          <p:spPr bwMode="auto">
            <a:xfrm>
              <a:off x="2256" y="1776"/>
              <a:ext cx="844" cy="9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74" name="Picture 6">
              <a:extLst>
                <a:ext uri="{FF2B5EF4-FFF2-40B4-BE49-F238E27FC236}">
                  <a16:creationId xmlns:a16="http://schemas.microsoft.com/office/drawing/2014/main" id="{0B708AC1-AF9F-4929-B6B2-D9BB21B356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3" y="2886"/>
              <a:ext cx="720" cy="9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75" name="Picture 7">
              <a:extLst>
                <a:ext uri="{FF2B5EF4-FFF2-40B4-BE49-F238E27FC236}">
                  <a16:creationId xmlns:a16="http://schemas.microsoft.com/office/drawing/2014/main" id="{7445F1DA-536B-46FA-984C-8F77B86D8F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7" y="2892"/>
              <a:ext cx="720" cy="9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76" name="Picture 8">
              <a:extLst>
                <a:ext uri="{FF2B5EF4-FFF2-40B4-BE49-F238E27FC236}">
                  <a16:creationId xmlns:a16="http://schemas.microsoft.com/office/drawing/2014/main" id="{4B758BF9-1EF3-4CED-8C23-126F01B65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1776"/>
              <a:ext cx="780" cy="9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77" name="Picture 9">
              <a:extLst>
                <a:ext uri="{FF2B5EF4-FFF2-40B4-BE49-F238E27FC236}">
                  <a16:creationId xmlns:a16="http://schemas.microsoft.com/office/drawing/2014/main" id="{1B26979E-BBC8-425B-8F29-F2BE73F59B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7" y="2892"/>
              <a:ext cx="1110" cy="8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78" name="Picture 10">
              <a:extLst>
                <a:ext uri="{FF2B5EF4-FFF2-40B4-BE49-F238E27FC236}">
                  <a16:creationId xmlns:a16="http://schemas.microsoft.com/office/drawing/2014/main" id="{11FA34F0-571F-4469-BC23-14440E5855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880"/>
              <a:ext cx="875" cy="1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79" name="Picture 11">
              <a:extLst>
                <a:ext uri="{FF2B5EF4-FFF2-40B4-BE49-F238E27FC236}">
                  <a16:creationId xmlns:a16="http://schemas.microsoft.com/office/drawing/2014/main" id="{24602C00-609A-4954-8DC0-2E1861DDCD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824"/>
              <a:ext cx="819" cy="9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80" name="Picture 12">
              <a:extLst>
                <a:ext uri="{FF2B5EF4-FFF2-40B4-BE49-F238E27FC236}">
                  <a16:creationId xmlns:a16="http://schemas.microsoft.com/office/drawing/2014/main" id="{BF4D183C-DFC1-45D2-BFC3-2FA4B2D0F0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724" t="18127" r="22195" b="30876"/>
            <a:stretch>
              <a:fillRect/>
            </a:stretch>
          </p:blipFill>
          <p:spPr bwMode="auto">
            <a:xfrm>
              <a:off x="144" y="1824"/>
              <a:ext cx="798" cy="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647181" name="Picture 13">
              <a:extLst>
                <a:ext uri="{FF2B5EF4-FFF2-40B4-BE49-F238E27FC236}">
                  <a16:creationId xmlns:a16="http://schemas.microsoft.com/office/drawing/2014/main" id="{23E0DC9D-0F5D-4735-AE77-29AF32B2F1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468"/>
            <a:stretch>
              <a:fillRect/>
            </a:stretch>
          </p:blipFill>
          <p:spPr bwMode="auto">
            <a:xfrm>
              <a:off x="4224" y="1776"/>
              <a:ext cx="1350" cy="8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2108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4" y="-124139"/>
            <a:ext cx="10515600" cy="1325563"/>
          </a:xfrm>
        </p:spPr>
        <p:txBody>
          <a:bodyPr/>
          <a:lstStyle/>
          <a:p>
            <a:r>
              <a:rPr lang="en-US" dirty="0"/>
              <a:t>Greedy Strategy: some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017" y="1184998"/>
            <a:ext cx="9740367" cy="527603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Figure out some metric to be greedy about, where it seems like it’s </a:t>
            </a:r>
            <a:r>
              <a:rPr lang="en-US" i="1" dirty="0"/>
              <a:t>always </a:t>
            </a:r>
            <a:r>
              <a:rPr lang="en-US" dirty="0"/>
              <a:t>best to choose that option.</a:t>
            </a:r>
          </a:p>
          <a:p>
            <a:r>
              <a:rPr lang="en-US" dirty="0"/>
              <a:t>Consider plugging in some corner cases to see if it always works</a:t>
            </a:r>
          </a:p>
          <a:p>
            <a:r>
              <a:rPr lang="en-US" dirty="0"/>
              <a:t>Your algorithm can consist of </a:t>
            </a:r>
            <a:r>
              <a:rPr lang="en-US" b="1" dirty="0"/>
              <a:t>sorting by this metric </a:t>
            </a:r>
            <a:r>
              <a:rPr lang="en-US" dirty="0"/>
              <a:t>ahead of time </a:t>
            </a:r>
            <a:r>
              <a:rPr lang="en-US" i="1" dirty="0"/>
              <a:t>or </a:t>
            </a:r>
            <a:r>
              <a:rPr lang="en-US" b="1" dirty="0"/>
              <a:t>putting things in a priority queue </a:t>
            </a:r>
            <a:r>
              <a:rPr lang="en-US" dirty="0"/>
              <a:t>where the keys are the greedy metric values.</a:t>
            </a:r>
          </a:p>
          <a:p>
            <a:pPr lvl="1"/>
            <a:r>
              <a:rPr lang="en-US" dirty="0"/>
              <a:t>The latter is better if you would otherwise need to re-sort.</a:t>
            </a:r>
          </a:p>
          <a:p>
            <a:r>
              <a:rPr lang="en-US" dirty="0"/>
              <a:t>If there’s no obvious </a:t>
            </a:r>
            <a:r>
              <a:rPr lang="en-US" b="1" dirty="0"/>
              <a:t>lower bound </a:t>
            </a:r>
            <a:r>
              <a:rPr lang="en-US" dirty="0"/>
              <a:t>your algorithm matches, consider these proof techniques:</a:t>
            </a:r>
          </a:p>
          <a:p>
            <a:pPr lvl="1"/>
            <a:r>
              <a:rPr lang="en-US" b="1" dirty="0"/>
              <a:t>Greedy-stays-ahead</a:t>
            </a:r>
            <a:r>
              <a:rPr lang="en-US" dirty="0"/>
              <a:t>: prove by induction that you start “ahead” and remain “ahead” (we will see this argument in </a:t>
            </a:r>
            <a:r>
              <a:rPr lang="en-US"/>
              <a:t>Interval Scheduling)</a:t>
            </a:r>
            <a:endParaRPr lang="en-US" dirty="0"/>
          </a:p>
          <a:p>
            <a:pPr lvl="1"/>
            <a:r>
              <a:rPr lang="en-US" b="1" dirty="0"/>
              <a:t>Exchange argument</a:t>
            </a:r>
            <a:r>
              <a:rPr lang="en-US" dirty="0"/>
              <a:t>: Why is it never a bad idea to make a solution look more like your solution?</a:t>
            </a:r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96917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645278" cy="4351338"/>
          </a:xfrm>
        </p:spPr>
        <p:txBody>
          <a:bodyPr>
            <a:normAutofit/>
          </a:bodyPr>
          <a:lstStyle/>
          <a:p>
            <a:r>
              <a:rPr lang="en-US" dirty="0"/>
              <a:t>Greedy – algorithmic design paradigm, involves choosing one by one myopically to construct solution </a:t>
            </a:r>
          </a:p>
          <a:p>
            <a:r>
              <a:rPr lang="en-US" dirty="0"/>
              <a:t>Typically, many greedy choices; art to select the right one</a:t>
            </a:r>
          </a:p>
          <a:p>
            <a:r>
              <a:rPr lang="en-US" dirty="0"/>
              <a:t>Need to prove correctness. Not always guaranteed to work</a:t>
            </a:r>
          </a:p>
          <a:p>
            <a:r>
              <a:rPr lang="en-US" dirty="0"/>
              <a:t>Main Takeaway: for some problems building the solution incrementally in myopic fashion works. Short-term greedy is, sometimes, long-term optimal</a:t>
            </a:r>
          </a:p>
        </p:txBody>
      </p:sp>
    </p:spTree>
    <p:extLst>
      <p:ext uri="{BB962C8B-B14F-4D97-AF65-F5344CB8AC3E}">
        <p14:creationId xmlns:p14="http://schemas.microsoft.com/office/powerpoint/2010/main" val="125275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902</TotalTime>
  <Words>948</Words>
  <Application>Microsoft Office PowerPoint</Application>
  <PresentationFormat>Widescreen</PresentationFormat>
  <Paragraphs>124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Times New Roman</vt:lpstr>
      <vt:lpstr>Monotype Sorts</vt:lpstr>
      <vt:lpstr>Calibri Light</vt:lpstr>
      <vt:lpstr>Calibri</vt:lpstr>
      <vt:lpstr>Arial</vt:lpstr>
      <vt:lpstr>Comic Sans MS</vt:lpstr>
      <vt:lpstr>Courier New</vt:lpstr>
      <vt:lpstr>Office Theme</vt:lpstr>
      <vt:lpstr>Office Theme</vt:lpstr>
      <vt:lpstr>CS5800 – ALGORITHMS  MODULE 6. GREEDY ALGORITHMS - I  Lesson 1: Change Making</vt:lpstr>
      <vt:lpstr>Topics</vt:lpstr>
      <vt:lpstr>Greedy – what, why &amp; examples</vt:lpstr>
      <vt:lpstr>The change-making problem</vt:lpstr>
      <vt:lpstr>Greedy Algorithm aka Cashier’s Algorithm</vt:lpstr>
      <vt:lpstr>Change-making:  Analysis of Greedy Algorithm</vt:lpstr>
      <vt:lpstr>Change-making algorithm:  complexity</vt:lpstr>
      <vt:lpstr>Change-making:  counterexample</vt:lpstr>
      <vt:lpstr>Greedy Strategy: some tips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David Dietz</cp:lastModifiedBy>
  <cp:revision>19</cp:revision>
  <dcterms:created xsi:type="dcterms:W3CDTF">2019-09-13T03:48:54Z</dcterms:created>
  <dcterms:modified xsi:type="dcterms:W3CDTF">2020-09-18T16:36:18Z</dcterms:modified>
</cp:coreProperties>
</file>