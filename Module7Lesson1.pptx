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  <p:sldMasterId id="2147483648" r:id="rId2"/>
  </p:sldMasterIdLst>
  <p:notesMasterIdLst>
    <p:notesMasterId r:id="rId11"/>
  </p:notesMasterIdLst>
  <p:sldIdLst>
    <p:sldId id="257" r:id="rId3"/>
    <p:sldId id="258" r:id="rId4"/>
    <p:sldId id="468" r:id="rId5"/>
    <p:sldId id="469" r:id="rId6"/>
    <p:sldId id="511" r:id="rId7"/>
    <p:sldId id="512" r:id="rId8"/>
    <p:sldId id="518" r:id="rId9"/>
    <p:sldId id="346" r:id="rId10"/>
  </p:sldIdLst>
  <p:sldSz cx="12192000" cy="6858000"/>
  <p:notesSz cx="6858000" cy="91440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Calibri Light" panose="020F0302020204030204" pitchFamily="34" charset="0"/>
      <p:regular r:id="rId16"/>
      <p:italic r:id="rId17"/>
    </p:embeddedFont>
    <p:embeddedFont>
      <p:font typeface="Cambria" panose="02040503050406030204" pitchFamily="18" charset="0"/>
      <p:regular r:id="rId18"/>
      <p:bold r:id="rId19"/>
      <p:italic r:id="rId20"/>
      <p:boldItalic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CDD561-2D2A-4236-96CF-EA8770D2715A}" v="584" dt="2020-08-31T02:34:25.3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2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microsoft.com/office/2016/11/relationships/changesInfo" Target="changesInfos/changesInfo1.xml"/><Relationship Id="rId3" Type="http://schemas.openxmlformats.org/officeDocument/2006/relationships/slide" Target="slides/slide1.xml"/><Relationship Id="rId21" Type="http://schemas.openxmlformats.org/officeDocument/2006/relationships/font" Target="fonts/font10.fntdata"/><Relationship Id="rId7" Type="http://schemas.openxmlformats.org/officeDocument/2006/relationships/slide" Target="slides/slide5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font" Target="fonts/font4.fntdata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font" Target="fonts/font8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3.fntdata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vi Sundaram" userId="a7df020c0a403423" providerId="LiveId" clId="{A3205A6B-5B88-44CF-B0E8-9B2C4FA1C9B1}"/>
    <pc:docChg chg="undo custSel addSld delSld modSld sldOrd">
      <pc:chgData name="Ravi Sundaram" userId="a7df020c0a403423" providerId="LiveId" clId="{A3205A6B-5B88-44CF-B0E8-9B2C4FA1C9B1}" dt="2020-07-13T06:25:55.834" v="864"/>
      <pc:docMkLst>
        <pc:docMk/>
      </pc:docMkLst>
      <pc:sldChg chg="modSp">
        <pc:chgData name="Ravi Sundaram" userId="a7df020c0a403423" providerId="LiveId" clId="{A3205A6B-5B88-44CF-B0E8-9B2C4FA1C9B1}" dt="2020-07-10T02:39:15.916" v="26" actId="20577"/>
        <pc:sldMkLst>
          <pc:docMk/>
          <pc:sldMk cId="4099122483" sldId="257"/>
        </pc:sldMkLst>
        <pc:spChg chg="mod">
          <ac:chgData name="Ravi Sundaram" userId="a7df020c0a403423" providerId="LiveId" clId="{A3205A6B-5B88-44CF-B0E8-9B2C4FA1C9B1}" dt="2020-07-10T02:39:15.916" v="26" actId="20577"/>
          <ac:spMkLst>
            <pc:docMk/>
            <pc:sldMk cId="4099122483" sldId="257"/>
            <ac:spMk id="2" creationId="{80797C44-BBD0-4A67-A16E-1796651C5A29}"/>
          </ac:spMkLst>
        </pc:spChg>
      </pc:sldChg>
      <pc:sldChg chg="modSp">
        <pc:chgData name="Ravi Sundaram" userId="a7df020c0a403423" providerId="LiveId" clId="{A3205A6B-5B88-44CF-B0E8-9B2C4FA1C9B1}" dt="2020-07-12T06:11:25.918" v="859" actId="20577"/>
        <pc:sldMkLst>
          <pc:docMk/>
          <pc:sldMk cId="3479009568" sldId="258"/>
        </pc:sldMkLst>
        <pc:spChg chg="mod">
          <ac:chgData name="Ravi Sundaram" userId="a7df020c0a403423" providerId="LiveId" clId="{A3205A6B-5B88-44CF-B0E8-9B2C4FA1C9B1}" dt="2020-07-12T06:11:25.918" v="859" actId="20577"/>
          <ac:spMkLst>
            <pc:docMk/>
            <pc:sldMk cId="3479009568" sldId="258"/>
            <ac:spMk id="3" creationId="{03364FEF-F44A-4071-922A-E51980E95FCC}"/>
          </ac:spMkLst>
        </pc:spChg>
      </pc:sldChg>
      <pc:sldChg chg="modSp add del">
        <pc:chgData name="Ravi Sundaram" userId="a7df020c0a403423" providerId="LiveId" clId="{A3205A6B-5B88-44CF-B0E8-9B2C4FA1C9B1}" dt="2020-07-10T04:25:38.548" v="525" actId="2696"/>
        <pc:sldMkLst>
          <pc:docMk/>
          <pc:sldMk cId="0" sldId="279"/>
        </pc:sldMkLst>
        <pc:spChg chg="mod">
          <ac:chgData name="Ravi Sundaram" userId="a7df020c0a403423" providerId="LiveId" clId="{A3205A6B-5B88-44CF-B0E8-9B2C4FA1C9B1}" dt="2020-07-10T03:57:40.368" v="224" actId="20577"/>
          <ac:spMkLst>
            <pc:docMk/>
            <pc:sldMk cId="0" sldId="279"/>
            <ac:spMk id="84994" creationId="{F38F767E-A31D-4484-8FD3-B8483F9037CD}"/>
          </ac:spMkLst>
        </pc:spChg>
        <pc:spChg chg="mod">
          <ac:chgData name="Ravi Sundaram" userId="a7df020c0a403423" providerId="LiveId" clId="{A3205A6B-5B88-44CF-B0E8-9B2C4FA1C9B1}" dt="2020-07-10T03:57:55.275" v="225" actId="255"/>
          <ac:spMkLst>
            <pc:docMk/>
            <pc:sldMk cId="0" sldId="279"/>
            <ac:spMk id="84995" creationId="{B6436439-292D-4E21-B532-1398341180C8}"/>
          </ac:spMkLst>
        </pc:spChg>
      </pc:sldChg>
      <pc:sldChg chg="modSp add modAnim">
        <pc:chgData name="Ravi Sundaram" userId="a7df020c0a403423" providerId="LiveId" clId="{A3205A6B-5B88-44CF-B0E8-9B2C4FA1C9B1}" dt="2020-07-12T06:09:32.289" v="842"/>
        <pc:sldMkLst>
          <pc:docMk/>
          <pc:sldMk cId="0" sldId="280"/>
        </pc:sldMkLst>
        <pc:spChg chg="mod">
          <ac:chgData name="Ravi Sundaram" userId="a7df020c0a403423" providerId="LiveId" clId="{A3205A6B-5B88-44CF-B0E8-9B2C4FA1C9B1}" dt="2020-07-10T04:09:59.777" v="343" actId="255"/>
          <ac:spMkLst>
            <pc:docMk/>
            <pc:sldMk cId="0" sldId="280"/>
            <ac:spMk id="86019" creationId="{71519342-BB7C-4673-85FC-F667DBB4A7A9}"/>
          </ac:spMkLst>
        </pc:spChg>
      </pc:sldChg>
      <pc:sldChg chg="modSp add">
        <pc:chgData name="Ravi Sundaram" userId="a7df020c0a403423" providerId="LiveId" clId="{A3205A6B-5B88-44CF-B0E8-9B2C4FA1C9B1}" dt="2020-07-10T04:32:36.660" v="558" actId="255"/>
        <pc:sldMkLst>
          <pc:docMk/>
          <pc:sldMk cId="0" sldId="281"/>
        </pc:sldMkLst>
        <pc:spChg chg="mod">
          <ac:chgData name="Ravi Sundaram" userId="a7df020c0a403423" providerId="LiveId" clId="{A3205A6B-5B88-44CF-B0E8-9B2C4FA1C9B1}" dt="2020-07-10T04:32:36.660" v="558" actId="255"/>
          <ac:spMkLst>
            <pc:docMk/>
            <pc:sldMk cId="0" sldId="281"/>
            <ac:spMk id="87043" creationId="{0DF0CBB8-57EA-4CDE-B910-0D4DAB2A9C4B}"/>
          </ac:spMkLst>
        </pc:spChg>
      </pc:sldChg>
      <pc:sldChg chg="modSp add">
        <pc:chgData name="Ravi Sundaram" userId="a7df020c0a403423" providerId="LiveId" clId="{A3205A6B-5B88-44CF-B0E8-9B2C4FA1C9B1}" dt="2020-07-12T06:10:27.651" v="846" actId="207"/>
        <pc:sldMkLst>
          <pc:docMk/>
          <pc:sldMk cId="0" sldId="282"/>
        </pc:sldMkLst>
        <pc:spChg chg="mod">
          <ac:chgData name="Ravi Sundaram" userId="a7df020c0a403423" providerId="LiveId" clId="{A3205A6B-5B88-44CF-B0E8-9B2C4FA1C9B1}" dt="2020-07-12T06:10:19.694" v="845" actId="207"/>
          <ac:spMkLst>
            <pc:docMk/>
            <pc:sldMk cId="0" sldId="282"/>
            <ac:spMk id="88068" creationId="{5C8F5BA4-1CBA-4A01-BB6D-AB46BBEA66CD}"/>
          </ac:spMkLst>
        </pc:spChg>
        <pc:spChg chg="mod">
          <ac:chgData name="Ravi Sundaram" userId="a7df020c0a403423" providerId="LiveId" clId="{A3205A6B-5B88-44CF-B0E8-9B2C4FA1C9B1}" dt="2020-07-12T06:10:27.651" v="846" actId="207"/>
          <ac:spMkLst>
            <pc:docMk/>
            <pc:sldMk cId="0" sldId="282"/>
            <ac:spMk id="88069" creationId="{4514AE18-137D-4C76-9E81-A28708A11ABE}"/>
          </ac:spMkLst>
        </pc:spChg>
      </pc:sldChg>
      <pc:sldChg chg="modSp add">
        <pc:chgData name="Ravi Sundaram" userId="a7df020c0a403423" providerId="LiveId" clId="{A3205A6B-5B88-44CF-B0E8-9B2C4FA1C9B1}" dt="2020-07-12T06:11:16.281" v="850" actId="207"/>
        <pc:sldMkLst>
          <pc:docMk/>
          <pc:sldMk cId="0" sldId="283"/>
        </pc:sldMkLst>
        <pc:spChg chg="mod">
          <ac:chgData name="Ravi Sundaram" userId="a7df020c0a403423" providerId="LiveId" clId="{A3205A6B-5B88-44CF-B0E8-9B2C4FA1C9B1}" dt="2020-07-12T06:11:11.963" v="849" actId="207"/>
          <ac:spMkLst>
            <pc:docMk/>
            <pc:sldMk cId="0" sldId="283"/>
            <ac:spMk id="89092" creationId="{3DE058D1-2E8F-4116-8354-5FCEB77A8179}"/>
          </ac:spMkLst>
        </pc:spChg>
        <pc:spChg chg="mod">
          <ac:chgData name="Ravi Sundaram" userId="a7df020c0a403423" providerId="LiveId" clId="{A3205A6B-5B88-44CF-B0E8-9B2C4FA1C9B1}" dt="2020-07-12T06:11:16.281" v="850" actId="207"/>
          <ac:spMkLst>
            <pc:docMk/>
            <pc:sldMk cId="0" sldId="283"/>
            <ac:spMk id="89093" creationId="{A804AB8C-A02B-4DB0-86E1-31A78FD212D7}"/>
          </ac:spMkLst>
        </pc:spChg>
      </pc:sldChg>
      <pc:sldChg chg="modSp add del">
        <pc:chgData name="Ravi Sundaram" userId="a7df020c0a403423" providerId="LiveId" clId="{A3205A6B-5B88-44CF-B0E8-9B2C4FA1C9B1}" dt="2020-07-10T04:27:54.933" v="538" actId="2696"/>
        <pc:sldMkLst>
          <pc:docMk/>
          <pc:sldMk cId="0" sldId="286"/>
        </pc:sldMkLst>
        <pc:spChg chg="mod">
          <ac:chgData name="Ravi Sundaram" userId="a7df020c0a403423" providerId="LiveId" clId="{A3205A6B-5B88-44CF-B0E8-9B2C4FA1C9B1}" dt="2020-07-10T04:26:38.322" v="530" actId="692"/>
          <ac:spMkLst>
            <pc:docMk/>
            <pc:sldMk cId="0" sldId="286"/>
            <ac:spMk id="92202" creationId="{47691944-1993-4FB6-8738-9F79015B280A}"/>
          </ac:spMkLst>
        </pc:spChg>
      </pc:sldChg>
      <pc:sldChg chg="add del">
        <pc:chgData name="Ravi Sundaram" userId="a7df020c0a403423" providerId="LiveId" clId="{A3205A6B-5B88-44CF-B0E8-9B2C4FA1C9B1}" dt="2020-07-12T06:09:51.135" v="844" actId="2696"/>
        <pc:sldMkLst>
          <pc:docMk/>
          <pc:sldMk cId="0" sldId="287"/>
        </pc:sldMkLst>
      </pc:sldChg>
      <pc:sldChg chg="add del">
        <pc:chgData name="Ravi Sundaram" userId="a7df020c0a403423" providerId="LiveId" clId="{A3205A6B-5B88-44CF-B0E8-9B2C4FA1C9B1}" dt="2020-07-10T04:32:50.217" v="559" actId="2696"/>
        <pc:sldMkLst>
          <pc:docMk/>
          <pc:sldMk cId="0" sldId="288"/>
        </pc:sldMkLst>
      </pc:sldChg>
      <pc:sldChg chg="del">
        <pc:chgData name="Ravi Sundaram" userId="a7df020c0a403423" providerId="LiveId" clId="{A3205A6B-5B88-44CF-B0E8-9B2C4FA1C9B1}" dt="2020-07-10T04:36:44.311" v="653" actId="2696"/>
        <pc:sldMkLst>
          <pc:docMk/>
          <pc:sldMk cId="3455594306" sldId="305"/>
        </pc:sldMkLst>
      </pc:sldChg>
      <pc:sldChg chg="addSp delSp modSp add modAnim">
        <pc:chgData name="Ravi Sundaram" userId="a7df020c0a403423" providerId="LiveId" clId="{A3205A6B-5B88-44CF-B0E8-9B2C4FA1C9B1}" dt="2020-07-12T06:09:26.032" v="841"/>
        <pc:sldMkLst>
          <pc:docMk/>
          <pc:sldMk cId="0" sldId="313"/>
        </pc:sldMkLst>
        <pc:spChg chg="del mod">
          <ac:chgData name="Ravi Sundaram" userId="a7df020c0a403423" providerId="LiveId" clId="{A3205A6B-5B88-44CF-B0E8-9B2C4FA1C9B1}" dt="2020-07-10T04:03:05.972" v="307" actId="478"/>
          <ac:spMkLst>
            <pc:docMk/>
            <pc:sldMk cId="0" sldId="313"/>
            <ac:spMk id="41" creationId="{7E3D0BEF-C97C-4775-B823-356D1ACF0F74}"/>
          </ac:spMkLst>
        </pc:spChg>
        <pc:spChg chg="mod">
          <ac:chgData name="Ravi Sundaram" userId="a7df020c0a403423" providerId="LiveId" clId="{A3205A6B-5B88-44CF-B0E8-9B2C4FA1C9B1}" dt="2020-07-10T04:05:21.482" v="328" actId="20577"/>
          <ac:spMkLst>
            <pc:docMk/>
            <pc:sldMk cId="0" sldId="313"/>
            <ac:spMk id="91140" creationId="{D1CCDA7D-6610-4F94-AEA6-ADB64460B00C}"/>
          </ac:spMkLst>
        </pc:spChg>
        <pc:spChg chg="mod">
          <ac:chgData name="Ravi Sundaram" userId="a7df020c0a403423" providerId="LiveId" clId="{A3205A6B-5B88-44CF-B0E8-9B2C4FA1C9B1}" dt="2020-07-10T04:06:36.678" v="336" actId="255"/>
          <ac:spMkLst>
            <pc:docMk/>
            <pc:sldMk cId="0" sldId="313"/>
            <ac:spMk id="91150" creationId="{85475890-650D-4274-8BA9-2E348603952A}"/>
          </ac:spMkLst>
        </pc:spChg>
        <pc:spChg chg="mod">
          <ac:chgData name="Ravi Sundaram" userId="a7df020c0a403423" providerId="LiveId" clId="{A3205A6B-5B88-44CF-B0E8-9B2C4FA1C9B1}" dt="2020-07-10T04:06:51" v="338" actId="255"/>
          <ac:spMkLst>
            <pc:docMk/>
            <pc:sldMk cId="0" sldId="313"/>
            <ac:spMk id="91151" creationId="{69262BD0-6F5D-41F7-806D-5D4BEEADF968}"/>
          </ac:spMkLst>
        </pc:spChg>
        <pc:spChg chg="mod">
          <ac:chgData name="Ravi Sundaram" userId="a7df020c0a403423" providerId="LiveId" clId="{A3205A6B-5B88-44CF-B0E8-9B2C4FA1C9B1}" dt="2020-07-10T04:06:17.267" v="333" actId="255"/>
          <ac:spMkLst>
            <pc:docMk/>
            <pc:sldMk cId="0" sldId="313"/>
            <ac:spMk id="91152" creationId="{3F548C38-CB87-474A-B6F5-35D142E5C0C2}"/>
          </ac:spMkLst>
        </pc:spChg>
        <pc:spChg chg="mod">
          <ac:chgData name="Ravi Sundaram" userId="a7df020c0a403423" providerId="LiveId" clId="{A3205A6B-5B88-44CF-B0E8-9B2C4FA1C9B1}" dt="2020-07-12T06:07:46.837" v="837" actId="255"/>
          <ac:spMkLst>
            <pc:docMk/>
            <pc:sldMk cId="0" sldId="313"/>
            <ac:spMk id="91154" creationId="{8AC52872-8CD1-4DD1-B678-39F79E2EC9BE}"/>
          </ac:spMkLst>
        </pc:spChg>
        <pc:spChg chg="mod">
          <ac:chgData name="Ravi Sundaram" userId="a7df020c0a403423" providerId="LiveId" clId="{A3205A6B-5B88-44CF-B0E8-9B2C4FA1C9B1}" dt="2020-07-10T04:06:43.583" v="337" actId="255"/>
          <ac:spMkLst>
            <pc:docMk/>
            <pc:sldMk cId="0" sldId="313"/>
            <ac:spMk id="91156" creationId="{3E6CB492-E565-4723-B9FA-23A1E914418A}"/>
          </ac:spMkLst>
        </pc:spChg>
        <pc:spChg chg="mod">
          <ac:chgData name="Ravi Sundaram" userId="a7df020c0a403423" providerId="LiveId" clId="{A3205A6B-5B88-44CF-B0E8-9B2C4FA1C9B1}" dt="2020-07-10T04:07:14.471" v="340" actId="255"/>
          <ac:spMkLst>
            <pc:docMk/>
            <pc:sldMk cId="0" sldId="313"/>
            <ac:spMk id="91161" creationId="{B12C242C-DDB3-44A4-BC9B-35991BD2344E}"/>
          </ac:spMkLst>
        </pc:spChg>
        <pc:spChg chg="mod">
          <ac:chgData name="Ravi Sundaram" userId="a7df020c0a403423" providerId="LiveId" clId="{A3205A6B-5B88-44CF-B0E8-9B2C4FA1C9B1}" dt="2020-07-10T04:06:29.882" v="335" actId="255"/>
          <ac:spMkLst>
            <pc:docMk/>
            <pc:sldMk cId="0" sldId="313"/>
            <ac:spMk id="91162" creationId="{C4122225-42E0-4316-8387-692EFDAE2E06}"/>
          </ac:spMkLst>
        </pc:spChg>
        <pc:spChg chg="mod">
          <ac:chgData name="Ravi Sundaram" userId="a7df020c0a403423" providerId="LiveId" clId="{A3205A6B-5B88-44CF-B0E8-9B2C4FA1C9B1}" dt="2020-07-10T04:06:23.805" v="334" actId="255"/>
          <ac:spMkLst>
            <pc:docMk/>
            <pc:sldMk cId="0" sldId="313"/>
            <ac:spMk id="91163" creationId="{3DBE8A13-08C8-4F8F-86D0-221A1F7A3219}"/>
          </ac:spMkLst>
        </pc:spChg>
        <pc:spChg chg="mod">
          <ac:chgData name="Ravi Sundaram" userId="a7df020c0a403423" providerId="LiveId" clId="{A3205A6B-5B88-44CF-B0E8-9B2C4FA1C9B1}" dt="2020-07-10T04:06:57.103" v="339" actId="255"/>
          <ac:spMkLst>
            <pc:docMk/>
            <pc:sldMk cId="0" sldId="313"/>
            <ac:spMk id="91164" creationId="{F5B3E610-06D1-495D-88B2-6FE6992ACB77}"/>
          </ac:spMkLst>
        </pc:spChg>
        <pc:spChg chg="mod">
          <ac:chgData name="Ravi Sundaram" userId="a7df020c0a403423" providerId="LiveId" clId="{A3205A6B-5B88-44CF-B0E8-9B2C4FA1C9B1}" dt="2020-07-10T04:07:23.909" v="341" actId="255"/>
          <ac:spMkLst>
            <pc:docMk/>
            <pc:sldMk cId="0" sldId="313"/>
            <ac:spMk id="91168" creationId="{B3C91DB1-D5B5-4530-8F30-0EDA80888827}"/>
          </ac:spMkLst>
        </pc:spChg>
        <pc:spChg chg="mod topLvl">
          <ac:chgData name="Ravi Sundaram" userId="a7df020c0a403423" providerId="LiveId" clId="{A3205A6B-5B88-44CF-B0E8-9B2C4FA1C9B1}" dt="2020-07-10T04:03:29.492" v="310" actId="165"/>
          <ac:spMkLst>
            <pc:docMk/>
            <pc:sldMk cId="0" sldId="313"/>
            <ac:spMk id="91171" creationId="{AC77DC59-F127-4267-8613-866348745F38}"/>
          </ac:spMkLst>
        </pc:spChg>
        <pc:spChg chg="mod topLvl">
          <ac:chgData name="Ravi Sundaram" userId="a7df020c0a403423" providerId="LiveId" clId="{A3205A6B-5B88-44CF-B0E8-9B2C4FA1C9B1}" dt="2020-07-10T04:05:06.726" v="315" actId="165"/>
          <ac:spMkLst>
            <pc:docMk/>
            <pc:sldMk cId="0" sldId="313"/>
            <ac:spMk id="91173" creationId="{38316DA9-E67E-40AE-95D8-DE5B7AF682DD}"/>
          </ac:spMkLst>
        </pc:spChg>
        <pc:spChg chg="mod topLvl">
          <ac:chgData name="Ravi Sundaram" userId="a7df020c0a403423" providerId="LiveId" clId="{A3205A6B-5B88-44CF-B0E8-9B2C4FA1C9B1}" dt="2020-07-10T04:05:43.066" v="329" actId="255"/>
          <ac:spMkLst>
            <pc:docMk/>
            <pc:sldMk cId="0" sldId="313"/>
            <ac:spMk id="91174" creationId="{470FF807-BB45-4703-A935-D036CB96CE3E}"/>
          </ac:spMkLst>
        </pc:spChg>
        <pc:spChg chg="mod topLvl">
          <ac:chgData name="Ravi Sundaram" userId="a7df020c0a403423" providerId="LiveId" clId="{A3205A6B-5B88-44CF-B0E8-9B2C4FA1C9B1}" dt="2020-07-10T04:05:54.559" v="330" actId="255"/>
          <ac:spMkLst>
            <pc:docMk/>
            <pc:sldMk cId="0" sldId="313"/>
            <ac:spMk id="91175" creationId="{256F9B19-B16C-4757-A931-33C86C669341}"/>
          </ac:spMkLst>
        </pc:spChg>
        <pc:spChg chg="mod topLvl">
          <ac:chgData name="Ravi Sundaram" userId="a7df020c0a403423" providerId="LiveId" clId="{A3205A6B-5B88-44CF-B0E8-9B2C4FA1C9B1}" dt="2020-07-10T04:06:01.226" v="331" actId="255"/>
          <ac:spMkLst>
            <pc:docMk/>
            <pc:sldMk cId="0" sldId="313"/>
            <ac:spMk id="91176" creationId="{6FB11260-61D6-4DD3-98EA-5E4EF5AF49A2}"/>
          </ac:spMkLst>
        </pc:spChg>
        <pc:spChg chg="mod topLvl">
          <ac:chgData name="Ravi Sundaram" userId="a7df020c0a403423" providerId="LiveId" clId="{A3205A6B-5B88-44CF-B0E8-9B2C4FA1C9B1}" dt="2020-07-10T04:05:06.726" v="315" actId="165"/>
          <ac:spMkLst>
            <pc:docMk/>
            <pc:sldMk cId="0" sldId="313"/>
            <ac:spMk id="91177" creationId="{65E02D0A-22C5-4AB8-91EB-F898C7536E2A}"/>
          </ac:spMkLst>
        </pc:spChg>
        <pc:spChg chg="mod topLvl">
          <ac:chgData name="Ravi Sundaram" userId="a7df020c0a403423" providerId="LiveId" clId="{A3205A6B-5B88-44CF-B0E8-9B2C4FA1C9B1}" dt="2020-07-10T04:05:06.726" v="315" actId="165"/>
          <ac:spMkLst>
            <pc:docMk/>
            <pc:sldMk cId="0" sldId="313"/>
            <ac:spMk id="91178" creationId="{D390F98E-AC18-4C9D-9264-E997ED0F3D65}"/>
          </ac:spMkLst>
        </pc:spChg>
        <pc:spChg chg="mod topLvl">
          <ac:chgData name="Ravi Sundaram" userId="a7df020c0a403423" providerId="LiveId" clId="{A3205A6B-5B88-44CF-B0E8-9B2C4FA1C9B1}" dt="2020-07-10T04:05:06.726" v="315" actId="165"/>
          <ac:spMkLst>
            <pc:docMk/>
            <pc:sldMk cId="0" sldId="313"/>
            <ac:spMk id="91179" creationId="{499A07C9-E487-4205-BE56-094980FA9056}"/>
          </ac:spMkLst>
        </pc:spChg>
        <pc:spChg chg="mod topLvl">
          <ac:chgData name="Ravi Sundaram" userId="a7df020c0a403423" providerId="LiveId" clId="{A3205A6B-5B88-44CF-B0E8-9B2C4FA1C9B1}" dt="2020-07-10T04:06:08.779" v="332" actId="255"/>
          <ac:spMkLst>
            <pc:docMk/>
            <pc:sldMk cId="0" sldId="313"/>
            <ac:spMk id="91180" creationId="{E3C06BDD-3BA9-4308-B082-FAC90557F640}"/>
          </ac:spMkLst>
        </pc:spChg>
        <pc:spChg chg="mod topLvl">
          <ac:chgData name="Ravi Sundaram" userId="a7df020c0a403423" providerId="LiveId" clId="{A3205A6B-5B88-44CF-B0E8-9B2C4FA1C9B1}" dt="2020-07-10T04:03:52.575" v="314" actId="692"/>
          <ac:spMkLst>
            <pc:docMk/>
            <pc:sldMk cId="0" sldId="313"/>
            <ac:spMk id="91184" creationId="{D0922068-ACF5-4275-826B-AFAA4BE786BF}"/>
          </ac:spMkLst>
        </pc:spChg>
        <pc:grpChg chg="del">
          <ac:chgData name="Ravi Sundaram" userId="a7df020c0a403423" providerId="LiveId" clId="{A3205A6B-5B88-44CF-B0E8-9B2C4FA1C9B1}" dt="2020-07-10T04:05:06.726" v="315" actId="165"/>
          <ac:grpSpMkLst>
            <pc:docMk/>
            <pc:sldMk cId="0" sldId="313"/>
            <ac:grpSpMk id="91182" creationId="{B577FB4A-5608-461A-85B0-E684794D379C}"/>
          </ac:grpSpMkLst>
        </pc:grpChg>
        <pc:grpChg chg="add del mod">
          <ac:chgData name="Ravi Sundaram" userId="a7df020c0a403423" providerId="LiveId" clId="{A3205A6B-5B88-44CF-B0E8-9B2C4FA1C9B1}" dt="2020-07-10T04:03:29.492" v="310" actId="165"/>
          <ac:grpSpMkLst>
            <pc:docMk/>
            <pc:sldMk cId="0" sldId="313"/>
            <ac:grpSpMk id="91185" creationId="{DC868EC7-1005-44E2-B383-FDF3716820AF}"/>
          </ac:grpSpMkLst>
        </pc:grpChg>
      </pc:sldChg>
      <pc:sldChg chg="modSp add ord modAnim">
        <pc:chgData name="Ravi Sundaram" userId="a7df020c0a403423" providerId="LiveId" clId="{A3205A6B-5B88-44CF-B0E8-9B2C4FA1C9B1}" dt="2020-07-13T05:59:47.233" v="862"/>
        <pc:sldMkLst>
          <pc:docMk/>
          <pc:sldMk cId="0" sldId="345"/>
        </pc:sldMkLst>
        <pc:spChg chg="mod">
          <ac:chgData name="Ravi Sundaram" userId="a7df020c0a403423" providerId="LiveId" clId="{A3205A6B-5B88-44CF-B0E8-9B2C4FA1C9B1}" dt="2020-07-10T04:32:27.153" v="557" actId="255"/>
          <ac:spMkLst>
            <pc:docMk/>
            <pc:sldMk cId="0" sldId="345"/>
            <ac:spMk id="154627" creationId="{0DDBE1BD-F48C-4371-A503-EF0495395976}"/>
          </ac:spMkLst>
        </pc:spChg>
      </pc:sldChg>
      <pc:sldChg chg="modSp add modAnim">
        <pc:chgData name="Ravi Sundaram" userId="a7df020c0a403423" providerId="LiveId" clId="{A3205A6B-5B88-44CF-B0E8-9B2C4FA1C9B1}" dt="2020-07-12T06:10:56.216" v="848"/>
        <pc:sldMkLst>
          <pc:docMk/>
          <pc:sldMk cId="4014147109" sldId="346"/>
        </pc:sldMkLst>
        <pc:spChg chg="mod">
          <ac:chgData name="Ravi Sundaram" userId="a7df020c0a403423" providerId="LiveId" clId="{A3205A6B-5B88-44CF-B0E8-9B2C4FA1C9B1}" dt="2020-07-10T04:38:58.882" v="834" actId="20577"/>
          <ac:spMkLst>
            <pc:docMk/>
            <pc:sldMk cId="4014147109" sldId="346"/>
            <ac:spMk id="3" creationId="{03364FEF-F44A-4071-922A-E51980E95FCC}"/>
          </ac:spMkLst>
        </pc:spChg>
      </pc:sldChg>
      <pc:sldChg chg="modSp add">
        <pc:chgData name="Ravi Sundaram" userId="a7df020c0a403423" providerId="LiveId" clId="{A3205A6B-5B88-44CF-B0E8-9B2C4FA1C9B1}" dt="2020-07-12T06:06:22.592" v="836" actId="113"/>
        <pc:sldMkLst>
          <pc:docMk/>
          <pc:sldMk cId="2059021238" sldId="347"/>
        </pc:sldMkLst>
        <pc:spChg chg="mod">
          <ac:chgData name="Ravi Sundaram" userId="a7df020c0a403423" providerId="LiveId" clId="{A3205A6B-5B88-44CF-B0E8-9B2C4FA1C9B1}" dt="2020-07-10T03:59:51.390" v="247" actId="20577"/>
          <ac:spMkLst>
            <pc:docMk/>
            <pc:sldMk cId="2059021238" sldId="347"/>
            <ac:spMk id="2" creationId="{5FA1FA58-59B8-4EFD-BF2B-069C457129B2}"/>
          </ac:spMkLst>
        </pc:spChg>
        <pc:spChg chg="mod">
          <ac:chgData name="Ravi Sundaram" userId="a7df020c0a403423" providerId="LiveId" clId="{A3205A6B-5B88-44CF-B0E8-9B2C4FA1C9B1}" dt="2020-07-12T06:06:22.592" v="836" actId="113"/>
          <ac:spMkLst>
            <pc:docMk/>
            <pc:sldMk cId="2059021238" sldId="347"/>
            <ac:spMk id="3" creationId="{03364FEF-F44A-4071-922A-E51980E95FCC}"/>
          </ac:spMkLst>
        </pc:spChg>
      </pc:sldChg>
      <pc:sldChg chg="addSp delSp modSp add del">
        <pc:chgData name="Ravi Sundaram" userId="a7df020c0a403423" providerId="LiveId" clId="{A3205A6B-5B88-44CF-B0E8-9B2C4FA1C9B1}" dt="2020-07-10T04:29:21.297" v="539" actId="2696"/>
        <pc:sldMkLst>
          <pc:docMk/>
          <pc:sldMk cId="615710415" sldId="348"/>
        </pc:sldMkLst>
        <pc:spChg chg="add">
          <ac:chgData name="Ravi Sundaram" userId="a7df020c0a403423" providerId="LiveId" clId="{A3205A6B-5B88-44CF-B0E8-9B2C4FA1C9B1}" dt="2020-07-10T04:26:57.366" v="533"/>
          <ac:spMkLst>
            <pc:docMk/>
            <pc:sldMk cId="615710415" sldId="348"/>
            <ac:spMk id="39" creationId="{1F128065-3ACD-42ED-9129-E5D138A29940}"/>
          </ac:spMkLst>
        </pc:spChg>
        <pc:spChg chg="add">
          <ac:chgData name="Ravi Sundaram" userId="a7df020c0a403423" providerId="LiveId" clId="{A3205A6B-5B88-44CF-B0E8-9B2C4FA1C9B1}" dt="2020-07-10T04:27:21.731" v="534"/>
          <ac:spMkLst>
            <pc:docMk/>
            <pc:sldMk cId="615710415" sldId="348"/>
            <ac:spMk id="40" creationId="{DEB2F705-FD79-4B1F-8431-0C262A42A79A}"/>
          </ac:spMkLst>
        </pc:spChg>
        <pc:spChg chg="add mod">
          <ac:chgData name="Ravi Sundaram" userId="a7df020c0a403423" providerId="LiveId" clId="{A3205A6B-5B88-44CF-B0E8-9B2C4FA1C9B1}" dt="2020-07-10T04:27:37.581" v="536" actId="255"/>
          <ac:spMkLst>
            <pc:docMk/>
            <pc:sldMk cId="615710415" sldId="348"/>
            <ac:spMk id="41" creationId="{D6CE3726-E660-47B1-97B4-4E35DADDEC40}"/>
          </ac:spMkLst>
        </pc:spChg>
        <pc:spChg chg="del">
          <ac:chgData name="Ravi Sundaram" userId="a7df020c0a403423" providerId="LiveId" clId="{A3205A6B-5B88-44CF-B0E8-9B2C4FA1C9B1}" dt="2020-07-10T04:26:56.010" v="532" actId="478"/>
          <ac:spMkLst>
            <pc:docMk/>
            <pc:sldMk cId="615710415" sldId="348"/>
            <ac:spMk id="91171" creationId="{AC77DC59-F127-4267-8613-866348745F38}"/>
          </ac:spMkLst>
        </pc:spChg>
        <pc:spChg chg="del">
          <ac:chgData name="Ravi Sundaram" userId="a7df020c0a403423" providerId="LiveId" clId="{A3205A6B-5B88-44CF-B0E8-9B2C4FA1C9B1}" dt="2020-07-10T04:26:52.192" v="531" actId="478"/>
          <ac:spMkLst>
            <pc:docMk/>
            <pc:sldMk cId="615710415" sldId="348"/>
            <ac:spMk id="91184" creationId="{D0922068-ACF5-4275-826B-AFAA4BE786BF}"/>
          </ac:spMkLst>
        </pc:spChg>
      </pc:sldChg>
      <pc:sldChg chg="modSp add ord modAnim">
        <pc:chgData name="Ravi Sundaram" userId="a7df020c0a403423" providerId="LiveId" clId="{A3205A6B-5B88-44CF-B0E8-9B2C4FA1C9B1}" dt="2020-07-13T05:59:22.389" v="861"/>
        <pc:sldMkLst>
          <pc:docMk/>
          <pc:sldMk cId="1640693443" sldId="349"/>
        </pc:sldMkLst>
        <pc:spChg chg="mod">
          <ac:chgData name="Ravi Sundaram" userId="a7df020c0a403423" providerId="LiveId" clId="{A3205A6B-5B88-44CF-B0E8-9B2C4FA1C9B1}" dt="2020-07-12T06:08:13.622" v="838" actId="255"/>
          <ac:spMkLst>
            <pc:docMk/>
            <pc:sldMk cId="1640693443" sldId="349"/>
            <ac:spMk id="91154" creationId="{8AC52872-8CD1-4DD1-B678-39F79E2EC9BE}"/>
          </ac:spMkLst>
        </pc:spChg>
      </pc:sldChg>
      <pc:sldChg chg="addSp delSp modSp add modAnim">
        <pc:chgData name="Ravi Sundaram" userId="a7df020c0a403423" providerId="LiveId" clId="{A3205A6B-5B88-44CF-B0E8-9B2C4FA1C9B1}" dt="2020-07-12T06:09:06.565" v="839"/>
        <pc:sldMkLst>
          <pc:docMk/>
          <pc:sldMk cId="2315145716" sldId="350"/>
        </pc:sldMkLst>
        <pc:spChg chg="add del mod">
          <ac:chgData name="Ravi Sundaram" userId="a7df020c0a403423" providerId="LiveId" clId="{A3205A6B-5B88-44CF-B0E8-9B2C4FA1C9B1}" dt="2020-07-10T04:30:52.193" v="545" actId="478"/>
          <ac:spMkLst>
            <pc:docMk/>
            <pc:sldMk cId="2315145716" sldId="350"/>
            <ac:spMk id="39" creationId="{1F128065-3ACD-42ED-9129-E5D138A29940}"/>
          </ac:spMkLst>
        </pc:spChg>
        <pc:spChg chg="mod">
          <ac:chgData name="Ravi Sundaram" userId="a7df020c0a403423" providerId="LiveId" clId="{A3205A6B-5B88-44CF-B0E8-9B2C4FA1C9B1}" dt="2020-07-10T04:31:56.572" v="556" actId="20577"/>
          <ac:spMkLst>
            <pc:docMk/>
            <pc:sldMk cId="2315145716" sldId="350"/>
            <ac:spMk id="41" creationId="{D6CE3726-E660-47B1-97B4-4E35DADDEC40}"/>
          </ac:spMkLst>
        </pc:spChg>
        <pc:spChg chg="add mod">
          <ac:chgData name="Ravi Sundaram" userId="a7df020c0a403423" providerId="LiveId" clId="{A3205A6B-5B88-44CF-B0E8-9B2C4FA1C9B1}" dt="2020-07-10T04:31:03.490" v="549" actId="692"/>
          <ac:spMkLst>
            <pc:docMk/>
            <pc:sldMk cId="2315145716" sldId="350"/>
            <ac:spMk id="42" creationId="{903DE41D-D360-484A-8CFF-97CCEB1CBECF}"/>
          </ac:spMkLst>
        </pc:spChg>
      </pc:sldChg>
      <pc:sldChg chg="modSp add ord modAnim">
        <pc:chgData name="Ravi Sundaram" userId="a7df020c0a403423" providerId="LiveId" clId="{A3205A6B-5B88-44CF-B0E8-9B2C4FA1C9B1}" dt="2020-07-13T06:25:55.834" v="864"/>
        <pc:sldMkLst>
          <pc:docMk/>
          <pc:sldMk cId="2856967658" sldId="351"/>
        </pc:sldMkLst>
        <pc:spChg chg="mod">
          <ac:chgData name="Ravi Sundaram" userId="a7df020c0a403423" providerId="LiveId" clId="{A3205A6B-5B88-44CF-B0E8-9B2C4FA1C9B1}" dt="2020-07-10T04:33:50.137" v="576" actId="20577"/>
          <ac:spMkLst>
            <pc:docMk/>
            <pc:sldMk cId="2856967658" sldId="351"/>
            <ac:spMk id="41" creationId="{D6CE3726-E660-47B1-97B4-4E35DADDEC40}"/>
          </ac:spMkLst>
        </pc:spChg>
        <pc:spChg chg="mod">
          <ac:chgData name="Ravi Sundaram" userId="a7df020c0a403423" providerId="LiveId" clId="{A3205A6B-5B88-44CF-B0E8-9B2C4FA1C9B1}" dt="2020-07-10T04:33:21.891" v="561"/>
          <ac:spMkLst>
            <pc:docMk/>
            <pc:sldMk cId="2856967658" sldId="351"/>
            <ac:spMk id="42" creationId="{903DE41D-D360-484A-8CFF-97CCEB1CBECF}"/>
          </ac:spMkLst>
        </pc:spChg>
      </pc:sldChg>
    </pc:docChg>
  </pc:docChgLst>
  <pc:docChgLst>
    <pc:chgData name="Ravi Sundaram" userId="a7df020c0a403423" providerId="LiveId" clId="{B100C61C-D70C-4292-AE06-39CC4ACEB277}"/>
    <pc:docChg chg="delSld modSld">
      <pc:chgData name="Ravi Sundaram" userId="a7df020c0a403423" providerId="LiveId" clId="{B100C61C-D70C-4292-AE06-39CC4ACEB277}" dt="2020-07-10T02:36:54.904" v="69" actId="2696"/>
      <pc:docMkLst>
        <pc:docMk/>
      </pc:docMkLst>
      <pc:sldChg chg="modSp">
        <pc:chgData name="Ravi Sundaram" userId="a7df020c0a403423" providerId="LiveId" clId="{B100C61C-D70C-4292-AE06-39CC4ACEB277}" dt="2020-07-10T02:34:52.528" v="61" actId="20577"/>
        <pc:sldMkLst>
          <pc:docMk/>
          <pc:sldMk cId="4099122483" sldId="257"/>
        </pc:sldMkLst>
        <pc:spChg chg="mod">
          <ac:chgData name="Ravi Sundaram" userId="a7df020c0a403423" providerId="LiveId" clId="{B100C61C-D70C-4292-AE06-39CC4ACEB277}" dt="2020-07-10T02:34:52.528" v="61" actId="20577"/>
          <ac:spMkLst>
            <pc:docMk/>
            <pc:sldMk cId="4099122483" sldId="257"/>
            <ac:spMk id="2" creationId="{80797C44-BBD0-4A67-A16E-1796651C5A29}"/>
          </ac:spMkLst>
        </pc:spChg>
      </pc:sldChg>
      <pc:sldChg chg="del">
        <pc:chgData name="Ravi Sundaram" userId="a7df020c0a403423" providerId="LiveId" clId="{B100C61C-D70C-4292-AE06-39CC4ACEB277}" dt="2020-07-10T02:36:54.747" v="62" actId="2696"/>
        <pc:sldMkLst>
          <pc:docMk/>
          <pc:sldMk cId="2070658356" sldId="259"/>
        </pc:sldMkLst>
      </pc:sldChg>
      <pc:sldChg chg="del">
        <pc:chgData name="Ravi Sundaram" userId="a7df020c0a403423" providerId="LiveId" clId="{B100C61C-D70C-4292-AE06-39CC4ACEB277}" dt="2020-07-10T02:36:54.818" v="63" actId="2696"/>
        <pc:sldMkLst>
          <pc:docMk/>
          <pc:sldMk cId="202630305" sldId="306"/>
        </pc:sldMkLst>
      </pc:sldChg>
      <pc:sldChg chg="del">
        <pc:chgData name="Ravi Sundaram" userId="a7df020c0a403423" providerId="LiveId" clId="{B100C61C-D70C-4292-AE06-39CC4ACEB277}" dt="2020-07-10T02:36:54.830" v="64" actId="2696"/>
        <pc:sldMkLst>
          <pc:docMk/>
          <pc:sldMk cId="2506444983" sldId="307"/>
        </pc:sldMkLst>
      </pc:sldChg>
      <pc:sldChg chg="del">
        <pc:chgData name="Ravi Sundaram" userId="a7df020c0a403423" providerId="LiveId" clId="{B100C61C-D70C-4292-AE06-39CC4ACEB277}" dt="2020-07-10T02:36:54.839" v="65" actId="2696"/>
        <pc:sldMkLst>
          <pc:docMk/>
          <pc:sldMk cId="2965344762" sldId="308"/>
        </pc:sldMkLst>
      </pc:sldChg>
      <pc:sldChg chg="del">
        <pc:chgData name="Ravi Sundaram" userId="a7df020c0a403423" providerId="LiveId" clId="{B100C61C-D70C-4292-AE06-39CC4ACEB277}" dt="2020-07-10T02:36:54.850" v="66" actId="2696"/>
        <pc:sldMkLst>
          <pc:docMk/>
          <pc:sldMk cId="380021759" sldId="309"/>
        </pc:sldMkLst>
      </pc:sldChg>
      <pc:sldChg chg="del">
        <pc:chgData name="Ravi Sundaram" userId="a7df020c0a403423" providerId="LiveId" clId="{B100C61C-D70C-4292-AE06-39CC4ACEB277}" dt="2020-07-10T02:36:54.857" v="67" actId="2696"/>
        <pc:sldMkLst>
          <pc:docMk/>
          <pc:sldMk cId="2211901668" sldId="310"/>
        </pc:sldMkLst>
      </pc:sldChg>
      <pc:sldChg chg="del">
        <pc:chgData name="Ravi Sundaram" userId="a7df020c0a403423" providerId="LiveId" clId="{B100C61C-D70C-4292-AE06-39CC4ACEB277}" dt="2020-07-10T02:36:54.870" v="68" actId="2696"/>
        <pc:sldMkLst>
          <pc:docMk/>
          <pc:sldMk cId="335736984" sldId="311"/>
        </pc:sldMkLst>
      </pc:sldChg>
      <pc:sldChg chg="del">
        <pc:chgData name="Ravi Sundaram" userId="a7df020c0a403423" providerId="LiveId" clId="{B100C61C-D70C-4292-AE06-39CC4ACEB277}" dt="2020-07-10T02:36:54.904" v="69" actId="2696"/>
        <pc:sldMkLst>
          <pc:docMk/>
          <pc:sldMk cId="3625756718" sldId="312"/>
        </pc:sldMkLst>
      </pc:sldChg>
    </pc:docChg>
  </pc:docChgLst>
  <pc:docChgLst>
    <pc:chgData name="Ravi Sundaram" userId="a7df020c0a403423" providerId="LiveId" clId="{19513EB1-AC3E-4F61-84D6-0DA1F241EEF1}"/>
    <pc:docChg chg="custSel delSld modSld">
      <pc:chgData name="Ravi Sundaram" userId="a7df020c0a403423" providerId="LiveId" clId="{19513EB1-AC3E-4F61-84D6-0DA1F241EEF1}" dt="2020-07-09T02:06:53.704" v="950" actId="2696"/>
      <pc:docMkLst>
        <pc:docMk/>
      </pc:docMkLst>
      <pc:sldChg chg="modSp">
        <pc:chgData name="Ravi Sundaram" userId="a7df020c0a403423" providerId="LiveId" clId="{19513EB1-AC3E-4F61-84D6-0DA1F241EEF1}" dt="2020-07-09T00:58:29.773" v="303" actId="20577"/>
        <pc:sldMkLst>
          <pc:docMk/>
          <pc:sldMk cId="4099122483" sldId="257"/>
        </pc:sldMkLst>
        <pc:spChg chg="mod">
          <ac:chgData name="Ravi Sundaram" userId="a7df020c0a403423" providerId="LiveId" clId="{19513EB1-AC3E-4F61-84D6-0DA1F241EEF1}" dt="2020-07-09T00:58:29.773" v="303" actId="20577"/>
          <ac:spMkLst>
            <pc:docMk/>
            <pc:sldMk cId="4099122483" sldId="257"/>
            <ac:spMk id="2" creationId="{80797C44-BBD0-4A67-A16E-1796651C5A29}"/>
          </ac:spMkLst>
        </pc:spChg>
        <pc:spChg chg="mod">
          <ac:chgData name="Ravi Sundaram" userId="a7df020c0a403423" providerId="LiveId" clId="{19513EB1-AC3E-4F61-84D6-0DA1F241EEF1}" dt="2020-07-06T06:00:55.560" v="175" actId="115"/>
          <ac:spMkLst>
            <pc:docMk/>
            <pc:sldMk cId="4099122483" sldId="257"/>
            <ac:spMk id="3" creationId="{0058199E-2156-4542-B134-D3536A98A899}"/>
          </ac:spMkLst>
        </pc:spChg>
      </pc:sldChg>
      <pc:sldChg chg="modSp">
        <pc:chgData name="Ravi Sundaram" userId="a7df020c0a403423" providerId="LiveId" clId="{19513EB1-AC3E-4F61-84D6-0DA1F241EEF1}" dt="2020-07-06T06:01:51.527" v="289" actId="20577"/>
        <pc:sldMkLst>
          <pc:docMk/>
          <pc:sldMk cId="3479009568" sldId="258"/>
        </pc:sldMkLst>
        <pc:spChg chg="mod">
          <ac:chgData name="Ravi Sundaram" userId="a7df020c0a403423" providerId="LiveId" clId="{19513EB1-AC3E-4F61-84D6-0DA1F241EEF1}" dt="2020-07-06T06:01:09.725" v="181" actId="20577"/>
          <ac:spMkLst>
            <pc:docMk/>
            <pc:sldMk cId="3479009568" sldId="258"/>
            <ac:spMk id="2" creationId="{5FA1FA58-59B8-4EFD-BF2B-069C457129B2}"/>
          </ac:spMkLst>
        </pc:spChg>
        <pc:spChg chg="mod">
          <ac:chgData name="Ravi Sundaram" userId="a7df020c0a403423" providerId="LiveId" clId="{19513EB1-AC3E-4F61-84D6-0DA1F241EEF1}" dt="2020-07-06T06:01:51.527" v="289" actId="20577"/>
          <ac:spMkLst>
            <pc:docMk/>
            <pc:sldMk cId="3479009568" sldId="258"/>
            <ac:spMk id="3" creationId="{03364FEF-F44A-4071-922A-E51980E95FCC}"/>
          </ac:spMkLst>
        </pc:spChg>
      </pc:sldChg>
      <pc:sldChg chg="del">
        <pc:chgData name="Ravi Sundaram" userId="a7df020c0a403423" providerId="LiveId" clId="{19513EB1-AC3E-4F61-84D6-0DA1F241EEF1}" dt="2020-07-06T05:58:14.600" v="103" actId="2696"/>
        <pc:sldMkLst>
          <pc:docMk/>
          <pc:sldMk cId="2070658356" sldId="259"/>
        </pc:sldMkLst>
      </pc:sldChg>
      <pc:sldChg chg="del">
        <pc:chgData name="Ravi Sundaram" userId="a7df020c0a403423" providerId="LiveId" clId="{19513EB1-AC3E-4F61-84D6-0DA1F241EEF1}" dt="2020-07-06T05:58:14.740" v="115" actId="2696"/>
        <pc:sldMkLst>
          <pc:docMk/>
          <pc:sldMk cId="585050186" sldId="260"/>
        </pc:sldMkLst>
      </pc:sldChg>
      <pc:sldChg chg="del">
        <pc:chgData name="Ravi Sundaram" userId="a7df020c0a403423" providerId="LiveId" clId="{19513EB1-AC3E-4F61-84D6-0DA1F241EEF1}" dt="2020-07-06T05:58:14.613" v="104" actId="2696"/>
        <pc:sldMkLst>
          <pc:docMk/>
          <pc:sldMk cId="3133888890" sldId="275"/>
        </pc:sldMkLst>
      </pc:sldChg>
      <pc:sldChg chg="del">
        <pc:chgData name="Ravi Sundaram" userId="a7df020c0a403423" providerId="LiveId" clId="{19513EB1-AC3E-4F61-84D6-0DA1F241EEF1}" dt="2020-07-06T05:58:14.624" v="105" actId="2696"/>
        <pc:sldMkLst>
          <pc:docMk/>
          <pc:sldMk cId="4279951466" sldId="276"/>
        </pc:sldMkLst>
      </pc:sldChg>
      <pc:sldChg chg="del">
        <pc:chgData name="Ravi Sundaram" userId="a7df020c0a403423" providerId="LiveId" clId="{19513EB1-AC3E-4F61-84D6-0DA1F241EEF1}" dt="2020-07-06T05:58:14.644" v="107" actId="2696"/>
        <pc:sldMkLst>
          <pc:docMk/>
          <pc:sldMk cId="827947371" sldId="277"/>
        </pc:sldMkLst>
      </pc:sldChg>
      <pc:sldChg chg="del">
        <pc:chgData name="Ravi Sundaram" userId="a7df020c0a403423" providerId="LiveId" clId="{19513EB1-AC3E-4F61-84D6-0DA1F241EEF1}" dt="2020-07-06T05:58:14.654" v="108" actId="2696"/>
        <pc:sldMkLst>
          <pc:docMk/>
          <pc:sldMk cId="1122615267" sldId="278"/>
        </pc:sldMkLst>
      </pc:sldChg>
      <pc:sldChg chg="del">
        <pc:chgData name="Ravi Sundaram" userId="a7df020c0a403423" providerId="LiveId" clId="{19513EB1-AC3E-4F61-84D6-0DA1F241EEF1}" dt="2020-07-06T05:58:14.664" v="109" actId="2696"/>
        <pc:sldMkLst>
          <pc:docMk/>
          <pc:sldMk cId="505879623" sldId="279"/>
        </pc:sldMkLst>
      </pc:sldChg>
      <pc:sldChg chg="del">
        <pc:chgData name="Ravi Sundaram" userId="a7df020c0a403423" providerId="LiveId" clId="{19513EB1-AC3E-4F61-84D6-0DA1F241EEF1}" dt="2020-07-06T05:58:14.675" v="110" actId="2696"/>
        <pc:sldMkLst>
          <pc:docMk/>
          <pc:sldMk cId="853875631" sldId="280"/>
        </pc:sldMkLst>
      </pc:sldChg>
      <pc:sldChg chg="del">
        <pc:chgData name="Ravi Sundaram" userId="a7df020c0a403423" providerId="LiveId" clId="{19513EB1-AC3E-4F61-84D6-0DA1F241EEF1}" dt="2020-07-06T05:58:14.634" v="106" actId="2696"/>
        <pc:sldMkLst>
          <pc:docMk/>
          <pc:sldMk cId="4033978330" sldId="281"/>
        </pc:sldMkLst>
      </pc:sldChg>
      <pc:sldChg chg="del">
        <pc:chgData name="Ravi Sundaram" userId="a7df020c0a403423" providerId="LiveId" clId="{19513EB1-AC3E-4F61-84D6-0DA1F241EEF1}" dt="2020-07-06T05:58:14.683" v="111" actId="2696"/>
        <pc:sldMkLst>
          <pc:docMk/>
          <pc:sldMk cId="2642526880" sldId="282"/>
        </pc:sldMkLst>
      </pc:sldChg>
      <pc:sldChg chg="del">
        <pc:chgData name="Ravi Sundaram" userId="a7df020c0a403423" providerId="LiveId" clId="{19513EB1-AC3E-4F61-84D6-0DA1F241EEF1}" dt="2020-07-06T05:58:14.694" v="112" actId="2696"/>
        <pc:sldMkLst>
          <pc:docMk/>
          <pc:sldMk cId="3660344932" sldId="283"/>
        </pc:sldMkLst>
      </pc:sldChg>
      <pc:sldChg chg="del">
        <pc:chgData name="Ravi Sundaram" userId="a7df020c0a403423" providerId="LiveId" clId="{19513EB1-AC3E-4F61-84D6-0DA1F241EEF1}" dt="2020-07-06T05:58:14.727" v="114" actId="2696"/>
        <pc:sldMkLst>
          <pc:docMk/>
          <pc:sldMk cId="3159837357" sldId="284"/>
        </pc:sldMkLst>
      </pc:sldChg>
      <pc:sldChg chg="del">
        <pc:chgData name="Ravi Sundaram" userId="a7df020c0a403423" providerId="LiveId" clId="{19513EB1-AC3E-4F61-84D6-0DA1F241EEF1}" dt="2020-07-06T05:58:14.706" v="113" actId="2696"/>
        <pc:sldMkLst>
          <pc:docMk/>
          <pc:sldMk cId="3661700666" sldId="285"/>
        </pc:sldMkLst>
      </pc:sldChg>
      <pc:sldChg chg="del">
        <pc:chgData name="Ravi Sundaram" userId="a7df020c0a403423" providerId="LiveId" clId="{19513EB1-AC3E-4F61-84D6-0DA1F241EEF1}" dt="2020-07-06T05:58:14.748" v="116" actId="2696"/>
        <pc:sldMkLst>
          <pc:docMk/>
          <pc:sldMk cId="4011775224" sldId="286"/>
        </pc:sldMkLst>
      </pc:sldChg>
      <pc:sldChg chg="del">
        <pc:chgData name="Ravi Sundaram" userId="a7df020c0a403423" providerId="LiveId" clId="{19513EB1-AC3E-4F61-84D6-0DA1F241EEF1}" dt="2020-07-06T05:58:14.765" v="117" actId="2696"/>
        <pc:sldMkLst>
          <pc:docMk/>
          <pc:sldMk cId="0" sldId="287"/>
        </pc:sldMkLst>
      </pc:sldChg>
      <pc:sldChg chg="del">
        <pc:chgData name="Ravi Sundaram" userId="a7df020c0a403423" providerId="LiveId" clId="{19513EB1-AC3E-4F61-84D6-0DA1F241EEF1}" dt="2020-07-06T05:58:14.791" v="118" actId="2696"/>
        <pc:sldMkLst>
          <pc:docMk/>
          <pc:sldMk cId="0" sldId="288"/>
        </pc:sldMkLst>
      </pc:sldChg>
      <pc:sldChg chg="del">
        <pc:chgData name="Ravi Sundaram" userId="a7df020c0a403423" providerId="LiveId" clId="{19513EB1-AC3E-4F61-84D6-0DA1F241EEF1}" dt="2020-07-06T05:58:14.809" v="119" actId="2696"/>
        <pc:sldMkLst>
          <pc:docMk/>
          <pc:sldMk cId="0" sldId="289"/>
        </pc:sldMkLst>
      </pc:sldChg>
      <pc:sldChg chg="del">
        <pc:chgData name="Ravi Sundaram" userId="a7df020c0a403423" providerId="LiveId" clId="{19513EB1-AC3E-4F61-84D6-0DA1F241EEF1}" dt="2020-07-06T05:58:14.818" v="121" actId="2696"/>
        <pc:sldMkLst>
          <pc:docMk/>
          <pc:sldMk cId="1548377129" sldId="290"/>
        </pc:sldMkLst>
      </pc:sldChg>
      <pc:sldChg chg="modSp del modNotesTx">
        <pc:chgData name="Ravi Sundaram" userId="a7df020c0a403423" providerId="LiveId" clId="{19513EB1-AC3E-4F61-84D6-0DA1F241EEF1}" dt="2020-07-09T02:06:51.123" v="949" actId="2696"/>
        <pc:sldMkLst>
          <pc:docMk/>
          <pc:sldMk cId="1873237354" sldId="291"/>
        </pc:sldMkLst>
        <pc:spChg chg="mod">
          <ac:chgData name="Ravi Sundaram" userId="a7df020c0a403423" providerId="LiveId" clId="{19513EB1-AC3E-4F61-84D6-0DA1F241EEF1}" dt="2020-07-09T01:50:18.851" v="738" actId="20577"/>
          <ac:spMkLst>
            <pc:docMk/>
            <pc:sldMk cId="1873237354" sldId="291"/>
            <ac:spMk id="3" creationId="{1C4EFA41-EDF3-4D89-812E-85BCE7B8A73E}"/>
          </ac:spMkLst>
        </pc:spChg>
      </pc:sldChg>
      <pc:sldChg chg="modSp">
        <pc:chgData name="Ravi Sundaram" userId="a7df020c0a403423" providerId="LiveId" clId="{19513EB1-AC3E-4F61-84D6-0DA1F241EEF1}" dt="2020-07-09T01:46:36.426" v="590" actId="20577"/>
        <pc:sldMkLst>
          <pc:docMk/>
          <pc:sldMk cId="2522838261" sldId="292"/>
        </pc:sldMkLst>
        <pc:spChg chg="mod">
          <ac:chgData name="Ravi Sundaram" userId="a7df020c0a403423" providerId="LiveId" clId="{19513EB1-AC3E-4F61-84D6-0DA1F241EEF1}" dt="2020-07-09T01:46:36.426" v="590" actId="20577"/>
          <ac:spMkLst>
            <pc:docMk/>
            <pc:sldMk cId="2522838261" sldId="292"/>
            <ac:spMk id="3" creationId="{2D4E71CA-3D64-48C3-A1BF-F506485AB5D0}"/>
          </ac:spMkLst>
        </pc:spChg>
      </pc:sldChg>
      <pc:sldChg chg="modSp">
        <pc:chgData name="Ravi Sundaram" userId="a7df020c0a403423" providerId="LiveId" clId="{19513EB1-AC3E-4F61-84D6-0DA1F241EEF1}" dt="2020-07-09T01:46:50.138" v="621" actId="20577"/>
        <pc:sldMkLst>
          <pc:docMk/>
          <pc:sldMk cId="2602221767" sldId="293"/>
        </pc:sldMkLst>
        <pc:spChg chg="mod">
          <ac:chgData name="Ravi Sundaram" userId="a7df020c0a403423" providerId="LiveId" clId="{19513EB1-AC3E-4F61-84D6-0DA1F241EEF1}" dt="2020-07-09T01:46:50.138" v="621" actId="20577"/>
          <ac:spMkLst>
            <pc:docMk/>
            <pc:sldMk cId="2602221767" sldId="293"/>
            <ac:spMk id="3" creationId="{2D4E71CA-3D64-48C3-A1BF-F506485AB5D0}"/>
          </ac:spMkLst>
        </pc:spChg>
      </pc:sldChg>
      <pc:sldChg chg="modSp">
        <pc:chgData name="Ravi Sundaram" userId="a7df020c0a403423" providerId="LiveId" clId="{19513EB1-AC3E-4F61-84D6-0DA1F241EEF1}" dt="2020-07-09T01:43:27.747" v="409" actId="20577"/>
        <pc:sldMkLst>
          <pc:docMk/>
          <pc:sldMk cId="2876685785" sldId="298"/>
        </pc:sldMkLst>
        <pc:spChg chg="mod">
          <ac:chgData name="Ravi Sundaram" userId="a7df020c0a403423" providerId="LiveId" clId="{19513EB1-AC3E-4F61-84D6-0DA1F241EEF1}" dt="2020-07-09T01:43:27.747" v="409" actId="20577"/>
          <ac:spMkLst>
            <pc:docMk/>
            <pc:sldMk cId="2876685785" sldId="298"/>
            <ac:spMk id="3" creationId="{2D4E71CA-3D64-48C3-A1BF-F506485AB5D0}"/>
          </ac:spMkLst>
        </pc:spChg>
      </pc:sldChg>
      <pc:sldChg chg="modSp">
        <pc:chgData name="Ravi Sundaram" userId="a7df020c0a403423" providerId="LiveId" clId="{19513EB1-AC3E-4F61-84D6-0DA1F241EEF1}" dt="2020-07-09T01:47:54.766" v="642" actId="12"/>
        <pc:sldMkLst>
          <pc:docMk/>
          <pc:sldMk cId="2572948063" sldId="301"/>
        </pc:sldMkLst>
        <pc:spChg chg="mod">
          <ac:chgData name="Ravi Sundaram" userId="a7df020c0a403423" providerId="LiveId" clId="{19513EB1-AC3E-4F61-84D6-0DA1F241EEF1}" dt="2020-07-09T01:47:54.766" v="642" actId="12"/>
          <ac:spMkLst>
            <pc:docMk/>
            <pc:sldMk cId="2572948063" sldId="301"/>
            <ac:spMk id="3" creationId="{2D4E71CA-3D64-48C3-A1BF-F506485AB5D0}"/>
          </ac:spMkLst>
        </pc:spChg>
      </pc:sldChg>
      <pc:sldChg chg="modSp">
        <pc:chgData name="Ravi Sundaram" userId="a7df020c0a403423" providerId="LiveId" clId="{19513EB1-AC3E-4F61-84D6-0DA1F241EEF1}" dt="2020-07-09T02:05:09.318" v="903" actId="20577"/>
        <pc:sldMkLst>
          <pc:docMk/>
          <pc:sldMk cId="1309514103" sldId="302"/>
        </pc:sldMkLst>
        <pc:spChg chg="mod">
          <ac:chgData name="Ravi Sundaram" userId="a7df020c0a403423" providerId="LiveId" clId="{19513EB1-AC3E-4F61-84D6-0DA1F241EEF1}" dt="2020-07-09T02:05:09.318" v="903" actId="20577"/>
          <ac:spMkLst>
            <pc:docMk/>
            <pc:sldMk cId="1309514103" sldId="302"/>
            <ac:spMk id="3" creationId="{2D4E71CA-3D64-48C3-A1BF-F506485AB5D0}"/>
          </ac:spMkLst>
        </pc:spChg>
      </pc:sldChg>
      <pc:sldChg chg="modSp del">
        <pc:chgData name="Ravi Sundaram" userId="a7df020c0a403423" providerId="LiveId" clId="{19513EB1-AC3E-4F61-84D6-0DA1F241EEF1}" dt="2020-07-09T02:06:53.704" v="950" actId="2696"/>
        <pc:sldMkLst>
          <pc:docMk/>
          <pc:sldMk cId="78219466" sldId="303"/>
        </pc:sldMkLst>
        <pc:spChg chg="mod">
          <ac:chgData name="Ravi Sundaram" userId="a7df020c0a403423" providerId="LiveId" clId="{19513EB1-AC3E-4F61-84D6-0DA1F241EEF1}" dt="2020-07-09T01:50:32.986" v="739" actId="20577"/>
          <ac:spMkLst>
            <pc:docMk/>
            <pc:sldMk cId="78219466" sldId="303"/>
            <ac:spMk id="3" creationId="{1C4EFA41-EDF3-4D89-812E-85BCE7B8A73E}"/>
          </ac:spMkLst>
        </pc:spChg>
      </pc:sldChg>
      <pc:sldChg chg="modSp">
        <pc:chgData name="Ravi Sundaram" userId="a7df020c0a403423" providerId="LiveId" clId="{19513EB1-AC3E-4F61-84D6-0DA1F241EEF1}" dt="2020-07-09T02:06:04.739" v="947" actId="20577"/>
        <pc:sldMkLst>
          <pc:docMk/>
          <pc:sldMk cId="1768516238" sldId="304"/>
        </pc:sldMkLst>
        <pc:spChg chg="mod">
          <ac:chgData name="Ravi Sundaram" userId="a7df020c0a403423" providerId="LiveId" clId="{19513EB1-AC3E-4F61-84D6-0DA1F241EEF1}" dt="2020-07-09T02:05:38.263" v="945" actId="20577"/>
          <ac:spMkLst>
            <pc:docMk/>
            <pc:sldMk cId="1768516238" sldId="304"/>
            <ac:spMk id="2" creationId="{04F1C0EF-92F3-4DD3-9656-EC5DA238C7DD}"/>
          </ac:spMkLst>
        </pc:spChg>
        <pc:spChg chg="mod">
          <ac:chgData name="Ravi Sundaram" userId="a7df020c0a403423" providerId="LiveId" clId="{19513EB1-AC3E-4F61-84D6-0DA1F241EEF1}" dt="2020-07-09T02:06:04.739" v="947" actId="20577"/>
          <ac:spMkLst>
            <pc:docMk/>
            <pc:sldMk cId="1768516238" sldId="304"/>
            <ac:spMk id="3" creationId="{1C4EFA41-EDF3-4D89-812E-85BCE7B8A73E}"/>
          </ac:spMkLst>
        </pc:spChg>
      </pc:sldChg>
      <pc:sldMasterChg chg="delSldLayout">
        <pc:chgData name="Ravi Sundaram" userId="a7df020c0a403423" providerId="LiveId" clId="{19513EB1-AC3E-4F61-84D6-0DA1F241EEF1}" dt="2020-07-06T05:58:14.810" v="120" actId="2696"/>
        <pc:sldMasterMkLst>
          <pc:docMk/>
          <pc:sldMasterMk cId="2006853913" sldId="2147483648"/>
        </pc:sldMasterMkLst>
        <pc:sldLayoutChg chg="del">
          <pc:chgData name="Ravi Sundaram" userId="a7df020c0a403423" providerId="LiveId" clId="{19513EB1-AC3E-4F61-84D6-0DA1F241EEF1}" dt="2020-07-06T05:58:14.810" v="120" actId="2696"/>
          <pc:sldLayoutMkLst>
            <pc:docMk/>
            <pc:sldMasterMk cId="2006853913" sldId="2147483648"/>
            <pc:sldLayoutMk cId="1015555657" sldId="2147483662"/>
          </pc:sldLayoutMkLst>
        </pc:sldLayoutChg>
      </pc:sldMasterChg>
    </pc:docChg>
  </pc:docChgLst>
  <pc:docChgLst>
    <pc:chgData name="Ravi Sundaram" userId="a7df020c0a403423" providerId="LiveId" clId="{89CDD561-2D2A-4236-96CF-EA8770D2715A}"/>
    <pc:docChg chg="custSel addSld delSld modSld">
      <pc:chgData name="Ravi Sundaram" userId="a7df020c0a403423" providerId="LiveId" clId="{89CDD561-2D2A-4236-96CF-EA8770D2715A}" dt="2020-08-31T02:34:25.341" v="1148"/>
      <pc:docMkLst>
        <pc:docMk/>
      </pc:docMkLst>
      <pc:sldChg chg="modSp">
        <pc:chgData name="Ravi Sundaram" userId="a7df020c0a403423" providerId="LiveId" clId="{89CDD561-2D2A-4236-96CF-EA8770D2715A}" dt="2020-08-28T05:21:36.846" v="42" actId="20577"/>
        <pc:sldMkLst>
          <pc:docMk/>
          <pc:sldMk cId="4099122483" sldId="257"/>
        </pc:sldMkLst>
        <pc:spChg chg="mod">
          <ac:chgData name="Ravi Sundaram" userId="a7df020c0a403423" providerId="LiveId" clId="{89CDD561-2D2A-4236-96CF-EA8770D2715A}" dt="2020-08-28T05:21:36.846" v="42" actId="20577"/>
          <ac:spMkLst>
            <pc:docMk/>
            <pc:sldMk cId="4099122483" sldId="257"/>
            <ac:spMk id="2" creationId="{80797C44-BBD0-4A67-A16E-1796651C5A29}"/>
          </ac:spMkLst>
        </pc:spChg>
      </pc:sldChg>
      <pc:sldChg chg="addSp delSp modSp">
        <pc:chgData name="Ravi Sundaram" userId="a7df020c0a403423" providerId="LiveId" clId="{89CDD561-2D2A-4236-96CF-EA8770D2715A}" dt="2020-08-31T01:57:30.102" v="274" actId="20577"/>
        <pc:sldMkLst>
          <pc:docMk/>
          <pc:sldMk cId="3479009568" sldId="258"/>
        </pc:sldMkLst>
        <pc:spChg chg="mod">
          <ac:chgData name="Ravi Sundaram" userId="a7df020c0a403423" providerId="LiveId" clId="{89CDD561-2D2A-4236-96CF-EA8770D2715A}" dt="2020-08-31T01:57:30.102" v="274" actId="20577"/>
          <ac:spMkLst>
            <pc:docMk/>
            <pc:sldMk cId="3479009568" sldId="258"/>
            <ac:spMk id="3" creationId="{03364FEF-F44A-4071-922A-E51980E95FCC}"/>
          </ac:spMkLst>
        </pc:spChg>
        <pc:spChg chg="add del">
          <ac:chgData name="Ravi Sundaram" userId="a7df020c0a403423" providerId="LiveId" clId="{89CDD561-2D2A-4236-96CF-EA8770D2715A}" dt="2020-08-28T05:22:45.186" v="55"/>
          <ac:spMkLst>
            <pc:docMk/>
            <pc:sldMk cId="3479009568" sldId="258"/>
            <ac:spMk id="4" creationId="{8303FC9B-8AE0-4130-9262-D741FC9108B5}"/>
          </ac:spMkLst>
        </pc:spChg>
      </pc:sldChg>
      <pc:sldChg chg="del">
        <pc:chgData name="Ravi Sundaram" userId="a7df020c0a403423" providerId="LiveId" clId="{89CDD561-2D2A-4236-96CF-EA8770D2715A}" dt="2020-08-28T05:21:49.010" v="46" actId="2696"/>
        <pc:sldMkLst>
          <pc:docMk/>
          <pc:sldMk cId="0" sldId="280"/>
        </pc:sldMkLst>
      </pc:sldChg>
      <pc:sldChg chg="del">
        <pc:chgData name="Ravi Sundaram" userId="a7df020c0a403423" providerId="LiveId" clId="{89CDD561-2D2A-4236-96CF-EA8770D2715A}" dt="2020-08-28T05:21:49.121" v="50" actId="2696"/>
        <pc:sldMkLst>
          <pc:docMk/>
          <pc:sldMk cId="0" sldId="281"/>
        </pc:sldMkLst>
      </pc:sldChg>
      <pc:sldChg chg="del">
        <pc:chgData name="Ravi Sundaram" userId="a7df020c0a403423" providerId="LiveId" clId="{89CDD561-2D2A-4236-96CF-EA8770D2715A}" dt="2020-08-28T05:21:49.153" v="51" actId="2696"/>
        <pc:sldMkLst>
          <pc:docMk/>
          <pc:sldMk cId="0" sldId="282"/>
        </pc:sldMkLst>
      </pc:sldChg>
      <pc:sldChg chg="del">
        <pc:chgData name="Ravi Sundaram" userId="a7df020c0a403423" providerId="LiveId" clId="{89CDD561-2D2A-4236-96CF-EA8770D2715A}" dt="2020-08-28T05:21:49.167" v="52" actId="2696"/>
        <pc:sldMkLst>
          <pc:docMk/>
          <pc:sldMk cId="0" sldId="283"/>
        </pc:sldMkLst>
      </pc:sldChg>
      <pc:sldChg chg="del">
        <pc:chgData name="Ravi Sundaram" userId="a7df020c0a403423" providerId="LiveId" clId="{89CDD561-2D2A-4236-96CF-EA8770D2715A}" dt="2020-08-28T05:21:48.945" v="44" actId="2696"/>
        <pc:sldMkLst>
          <pc:docMk/>
          <pc:sldMk cId="0" sldId="313"/>
        </pc:sldMkLst>
      </pc:sldChg>
      <pc:sldChg chg="del">
        <pc:chgData name="Ravi Sundaram" userId="a7df020c0a403423" providerId="LiveId" clId="{89CDD561-2D2A-4236-96CF-EA8770D2715A}" dt="2020-08-28T05:21:49.064" v="48" actId="2696"/>
        <pc:sldMkLst>
          <pc:docMk/>
          <pc:sldMk cId="0" sldId="345"/>
        </pc:sldMkLst>
      </pc:sldChg>
      <pc:sldChg chg="modSp">
        <pc:chgData name="Ravi Sundaram" userId="a7df020c0a403423" providerId="LiveId" clId="{89CDD561-2D2A-4236-96CF-EA8770D2715A}" dt="2020-08-31T02:17:58.654" v="1103" actId="1076"/>
        <pc:sldMkLst>
          <pc:docMk/>
          <pc:sldMk cId="4014147109" sldId="346"/>
        </pc:sldMkLst>
        <pc:spChg chg="mod">
          <ac:chgData name="Ravi Sundaram" userId="a7df020c0a403423" providerId="LiveId" clId="{89CDD561-2D2A-4236-96CF-EA8770D2715A}" dt="2020-08-31T02:17:58.654" v="1103" actId="1076"/>
          <ac:spMkLst>
            <pc:docMk/>
            <pc:sldMk cId="4014147109" sldId="346"/>
            <ac:spMk id="3" creationId="{03364FEF-F44A-4071-922A-E51980E95FCC}"/>
          </ac:spMkLst>
        </pc:spChg>
      </pc:sldChg>
      <pc:sldChg chg="del">
        <pc:chgData name="Ravi Sundaram" userId="a7df020c0a403423" providerId="LiveId" clId="{89CDD561-2D2A-4236-96CF-EA8770D2715A}" dt="2020-08-28T05:21:48.910" v="43" actId="2696"/>
        <pc:sldMkLst>
          <pc:docMk/>
          <pc:sldMk cId="2059021238" sldId="347"/>
        </pc:sldMkLst>
      </pc:sldChg>
      <pc:sldChg chg="del">
        <pc:chgData name="Ravi Sundaram" userId="a7df020c0a403423" providerId="LiveId" clId="{89CDD561-2D2A-4236-96CF-EA8770D2715A}" dt="2020-08-28T05:21:48.976" v="45" actId="2696"/>
        <pc:sldMkLst>
          <pc:docMk/>
          <pc:sldMk cId="1640693443" sldId="349"/>
        </pc:sldMkLst>
      </pc:sldChg>
      <pc:sldChg chg="del">
        <pc:chgData name="Ravi Sundaram" userId="a7df020c0a403423" providerId="LiveId" clId="{89CDD561-2D2A-4236-96CF-EA8770D2715A}" dt="2020-08-28T05:21:49.032" v="47" actId="2696"/>
        <pc:sldMkLst>
          <pc:docMk/>
          <pc:sldMk cId="2315145716" sldId="350"/>
        </pc:sldMkLst>
      </pc:sldChg>
      <pc:sldChg chg="del">
        <pc:chgData name="Ravi Sundaram" userId="a7df020c0a403423" providerId="LiveId" clId="{89CDD561-2D2A-4236-96CF-EA8770D2715A}" dt="2020-08-28T05:21:49.093" v="49" actId="2696"/>
        <pc:sldMkLst>
          <pc:docMk/>
          <pc:sldMk cId="2856967658" sldId="351"/>
        </pc:sldMkLst>
      </pc:sldChg>
      <pc:sldChg chg="delSp modSp add modAnim">
        <pc:chgData name="Ravi Sundaram" userId="a7df020c0a403423" providerId="LiveId" clId="{89CDD561-2D2A-4236-96CF-EA8770D2715A}" dt="2020-08-31T02:08:07.611" v="581"/>
        <pc:sldMkLst>
          <pc:docMk/>
          <pc:sldMk cId="0" sldId="468"/>
        </pc:sldMkLst>
        <pc:spChg chg="del">
          <ac:chgData name="Ravi Sundaram" userId="a7df020c0a403423" providerId="LiveId" clId="{89CDD561-2D2A-4236-96CF-EA8770D2715A}" dt="2020-08-31T00:54:47.605" v="157" actId="478"/>
          <ac:spMkLst>
            <pc:docMk/>
            <pc:sldMk cId="0" sldId="468"/>
            <ac:spMk id="73" creationId="{7D7EFEB1-7BA5-40D8-BFFF-BA4837E5928F}"/>
          </ac:spMkLst>
        </pc:spChg>
        <pc:spChg chg="mod">
          <ac:chgData name="Ravi Sundaram" userId="a7df020c0a403423" providerId="LiveId" clId="{89CDD561-2D2A-4236-96CF-EA8770D2715A}" dt="2020-08-31T00:55:09.002" v="158" actId="1076"/>
          <ac:spMkLst>
            <pc:docMk/>
            <pc:sldMk cId="0" sldId="468"/>
            <ac:spMk id="581634" creationId="{AF388609-D129-44F9-817F-7BC4C691DE11}"/>
          </ac:spMkLst>
        </pc:spChg>
        <pc:spChg chg="mod">
          <ac:chgData name="Ravi Sundaram" userId="a7df020c0a403423" providerId="LiveId" clId="{89CDD561-2D2A-4236-96CF-EA8770D2715A}" dt="2020-08-31T02:01:03.308" v="528" actId="27636"/>
          <ac:spMkLst>
            <pc:docMk/>
            <pc:sldMk cId="0" sldId="468"/>
            <ac:spMk id="581635" creationId="{6232ED83-6680-4F91-97A4-56953717FAF3}"/>
          </ac:spMkLst>
        </pc:spChg>
        <pc:spChg chg="del mod">
          <ac:chgData name="Ravi Sundaram" userId="a7df020c0a403423" providerId="LiveId" clId="{89CDD561-2D2A-4236-96CF-EA8770D2715A}" dt="2020-08-31T02:00:55.665" v="525" actId="478"/>
          <ac:spMkLst>
            <pc:docMk/>
            <pc:sldMk cId="0" sldId="468"/>
            <ac:spMk id="581704" creationId="{E7AC55E8-0813-422A-A543-FC85E0F8E2CF}"/>
          </ac:spMkLst>
        </pc:spChg>
        <pc:spChg chg="del mod">
          <ac:chgData name="Ravi Sundaram" userId="a7df020c0a403423" providerId="LiveId" clId="{89CDD561-2D2A-4236-96CF-EA8770D2715A}" dt="2020-08-31T02:00:58.164" v="526" actId="478"/>
          <ac:spMkLst>
            <pc:docMk/>
            <pc:sldMk cId="0" sldId="468"/>
            <ac:spMk id="581705" creationId="{10C99F9A-F700-42A6-8D83-177C1B88BC28}"/>
          </ac:spMkLst>
        </pc:spChg>
      </pc:sldChg>
      <pc:sldChg chg="delSp modSp add modAnim">
        <pc:chgData name="Ravi Sundaram" userId="a7df020c0a403423" providerId="LiveId" clId="{89CDD561-2D2A-4236-96CF-EA8770D2715A}" dt="2020-08-31T02:08:20.042" v="583"/>
        <pc:sldMkLst>
          <pc:docMk/>
          <pc:sldMk cId="0" sldId="469"/>
        </pc:sldMkLst>
        <pc:spChg chg="del">
          <ac:chgData name="Ravi Sundaram" userId="a7df020c0a403423" providerId="LiveId" clId="{89CDD561-2D2A-4236-96CF-EA8770D2715A}" dt="2020-08-31T00:54:40.042" v="156" actId="478"/>
          <ac:spMkLst>
            <pc:docMk/>
            <pc:sldMk cId="0" sldId="469"/>
            <ac:spMk id="4" creationId="{C804089A-7CA2-4A5F-B641-E4329942C75D}"/>
          </ac:spMkLst>
        </pc:spChg>
        <pc:spChg chg="mod">
          <ac:chgData name="Ravi Sundaram" userId="a7df020c0a403423" providerId="LiveId" clId="{89CDD561-2D2A-4236-96CF-EA8770D2715A}" dt="2020-08-31T00:52:46.117" v="138" actId="1076"/>
          <ac:spMkLst>
            <pc:docMk/>
            <pc:sldMk cId="0" sldId="469"/>
            <ac:spMk id="583682" creationId="{78188F00-488D-4864-B835-55DA8F7F1CF2}"/>
          </ac:spMkLst>
        </pc:spChg>
        <pc:spChg chg="mod">
          <ac:chgData name="Ravi Sundaram" userId="a7df020c0a403423" providerId="LiveId" clId="{89CDD561-2D2A-4236-96CF-EA8770D2715A}" dt="2020-08-31T00:57:06.547" v="179" actId="1076"/>
          <ac:spMkLst>
            <pc:docMk/>
            <pc:sldMk cId="0" sldId="469"/>
            <ac:spMk id="583683" creationId="{B9E6BC1F-6C36-4791-96EF-23BCC78CC4E2}"/>
          </ac:spMkLst>
        </pc:spChg>
      </pc:sldChg>
      <pc:sldChg chg="delSp modSp add modAnim">
        <pc:chgData name="Ravi Sundaram" userId="a7df020c0a403423" providerId="LiveId" clId="{89CDD561-2D2A-4236-96CF-EA8770D2715A}" dt="2020-08-31T02:08:44.610" v="585"/>
        <pc:sldMkLst>
          <pc:docMk/>
          <pc:sldMk cId="0" sldId="511"/>
        </pc:sldMkLst>
        <pc:spChg chg="del">
          <ac:chgData name="Ravi Sundaram" userId="a7df020c0a403423" providerId="LiveId" clId="{89CDD561-2D2A-4236-96CF-EA8770D2715A}" dt="2020-08-31T01:52:35.651" v="242" actId="478"/>
          <ac:spMkLst>
            <pc:docMk/>
            <pc:sldMk cId="0" sldId="511"/>
            <ac:spMk id="4" creationId="{CB446445-115F-4071-9E43-C1423891ACF8}"/>
          </ac:spMkLst>
        </pc:spChg>
        <pc:spChg chg="mod">
          <ac:chgData name="Ravi Sundaram" userId="a7df020c0a403423" providerId="LiveId" clId="{89CDD561-2D2A-4236-96CF-EA8770D2715A}" dt="2020-08-31T02:02:17.992" v="542" actId="20577"/>
          <ac:spMkLst>
            <pc:docMk/>
            <pc:sldMk cId="0" sldId="511"/>
            <ac:spMk id="681987" creationId="{A13B90FD-CAB5-47E5-8EAB-585622B22E10}"/>
          </ac:spMkLst>
        </pc:spChg>
      </pc:sldChg>
      <pc:sldChg chg="addSp delSp modSp add modAnim">
        <pc:chgData name="Ravi Sundaram" userId="a7df020c0a403423" providerId="LiveId" clId="{89CDD561-2D2A-4236-96CF-EA8770D2715A}" dt="2020-08-31T02:34:25.341" v="1148"/>
        <pc:sldMkLst>
          <pc:docMk/>
          <pc:sldMk cId="0" sldId="512"/>
        </pc:sldMkLst>
        <pc:spChg chg="del">
          <ac:chgData name="Ravi Sundaram" userId="a7df020c0a403423" providerId="LiveId" clId="{89CDD561-2D2A-4236-96CF-EA8770D2715A}" dt="2020-08-31T01:52:26.984" v="241" actId="478"/>
          <ac:spMkLst>
            <pc:docMk/>
            <pc:sldMk cId="0" sldId="512"/>
            <ac:spMk id="49" creationId="{505591F1-97E7-424E-8DD8-5D19E85B3F6F}"/>
          </ac:spMkLst>
        </pc:spChg>
        <pc:spChg chg="add mod">
          <ac:chgData name="Ravi Sundaram" userId="a7df020c0a403423" providerId="LiveId" clId="{89CDD561-2D2A-4236-96CF-EA8770D2715A}" dt="2020-08-31T02:34:13.338" v="1147" actId="14100"/>
          <ac:spMkLst>
            <pc:docMk/>
            <pc:sldMk cId="0" sldId="512"/>
            <ac:spMk id="50" creationId="{27FCC14F-4F83-4082-AA4F-AB4FA94901FA}"/>
          </ac:spMkLst>
        </pc:spChg>
        <pc:spChg chg="mod">
          <ac:chgData name="Ravi Sundaram" userId="a7df020c0a403423" providerId="LiveId" clId="{89CDD561-2D2A-4236-96CF-EA8770D2715A}" dt="2020-08-31T02:02:54.837" v="543" actId="1076"/>
          <ac:spMkLst>
            <pc:docMk/>
            <pc:sldMk cId="0" sldId="512"/>
            <ac:spMk id="683010" creationId="{DBB3ABAB-8369-4D1B-8EBA-2C019F9F876C}"/>
          </ac:spMkLst>
        </pc:spChg>
        <pc:spChg chg="mod">
          <ac:chgData name="Ravi Sundaram" userId="a7df020c0a403423" providerId="LiveId" clId="{89CDD561-2D2A-4236-96CF-EA8770D2715A}" dt="2020-08-31T02:33:41.145" v="1144" actId="14100"/>
          <ac:spMkLst>
            <pc:docMk/>
            <pc:sldMk cId="0" sldId="512"/>
            <ac:spMk id="683011" creationId="{267AE286-A294-4ED2-B38E-2074854D138F}"/>
          </ac:spMkLst>
        </pc:spChg>
        <pc:spChg chg="mod">
          <ac:chgData name="Ravi Sundaram" userId="a7df020c0a403423" providerId="LiveId" clId="{89CDD561-2D2A-4236-96CF-EA8770D2715A}" dt="2020-08-31T02:05:29.701" v="551" actId="1076"/>
          <ac:spMkLst>
            <pc:docMk/>
            <pc:sldMk cId="0" sldId="512"/>
            <ac:spMk id="683014" creationId="{FB788A0E-1E90-4B90-92B1-668C33D932CC}"/>
          </ac:spMkLst>
        </pc:spChg>
        <pc:spChg chg="mod">
          <ac:chgData name="Ravi Sundaram" userId="a7df020c0a403423" providerId="LiveId" clId="{89CDD561-2D2A-4236-96CF-EA8770D2715A}" dt="2020-08-31T02:05:29.701" v="551" actId="1076"/>
          <ac:spMkLst>
            <pc:docMk/>
            <pc:sldMk cId="0" sldId="512"/>
            <ac:spMk id="683015" creationId="{CD1F0A1E-7928-46A8-8C68-56D67EBFC9A8}"/>
          </ac:spMkLst>
        </pc:spChg>
        <pc:spChg chg="mod">
          <ac:chgData name="Ravi Sundaram" userId="a7df020c0a403423" providerId="LiveId" clId="{89CDD561-2D2A-4236-96CF-EA8770D2715A}" dt="2020-08-31T02:05:29.701" v="551" actId="1076"/>
          <ac:spMkLst>
            <pc:docMk/>
            <pc:sldMk cId="0" sldId="512"/>
            <ac:spMk id="683016" creationId="{8A1EB734-F765-41C9-84A2-69E5941FBE19}"/>
          </ac:spMkLst>
        </pc:spChg>
        <pc:spChg chg="mod">
          <ac:chgData name="Ravi Sundaram" userId="a7df020c0a403423" providerId="LiveId" clId="{89CDD561-2D2A-4236-96CF-EA8770D2715A}" dt="2020-08-31T02:05:29.701" v="551" actId="1076"/>
          <ac:spMkLst>
            <pc:docMk/>
            <pc:sldMk cId="0" sldId="512"/>
            <ac:spMk id="683017" creationId="{A088A77B-76F9-41AB-A4A7-353471F96E2D}"/>
          </ac:spMkLst>
        </pc:spChg>
        <pc:spChg chg="mod">
          <ac:chgData name="Ravi Sundaram" userId="a7df020c0a403423" providerId="LiveId" clId="{89CDD561-2D2A-4236-96CF-EA8770D2715A}" dt="2020-08-31T02:05:29.701" v="551" actId="1076"/>
          <ac:spMkLst>
            <pc:docMk/>
            <pc:sldMk cId="0" sldId="512"/>
            <ac:spMk id="683018" creationId="{B226D87D-6616-4A79-9B15-A10AD874E912}"/>
          </ac:spMkLst>
        </pc:spChg>
        <pc:spChg chg="mod">
          <ac:chgData name="Ravi Sundaram" userId="a7df020c0a403423" providerId="LiveId" clId="{89CDD561-2D2A-4236-96CF-EA8770D2715A}" dt="2020-08-31T02:05:29.701" v="551" actId="1076"/>
          <ac:spMkLst>
            <pc:docMk/>
            <pc:sldMk cId="0" sldId="512"/>
            <ac:spMk id="683019" creationId="{27668D2A-7587-4A33-B9E4-DAA7330BB2F4}"/>
          </ac:spMkLst>
        </pc:spChg>
        <pc:spChg chg="mod">
          <ac:chgData name="Ravi Sundaram" userId="a7df020c0a403423" providerId="LiveId" clId="{89CDD561-2D2A-4236-96CF-EA8770D2715A}" dt="2020-08-31T02:05:29.701" v="551" actId="1076"/>
          <ac:spMkLst>
            <pc:docMk/>
            <pc:sldMk cId="0" sldId="512"/>
            <ac:spMk id="683020" creationId="{6B0B6A4F-EE54-4139-8E0F-929E307CAE01}"/>
          </ac:spMkLst>
        </pc:spChg>
        <pc:spChg chg="mod">
          <ac:chgData name="Ravi Sundaram" userId="a7df020c0a403423" providerId="LiveId" clId="{89CDD561-2D2A-4236-96CF-EA8770D2715A}" dt="2020-08-31T02:05:29.701" v="551" actId="1076"/>
          <ac:spMkLst>
            <pc:docMk/>
            <pc:sldMk cId="0" sldId="512"/>
            <ac:spMk id="683021" creationId="{C93F968C-DF0C-4678-BF15-9053C07DE12E}"/>
          </ac:spMkLst>
        </pc:spChg>
        <pc:spChg chg="mod">
          <ac:chgData name="Ravi Sundaram" userId="a7df020c0a403423" providerId="LiveId" clId="{89CDD561-2D2A-4236-96CF-EA8770D2715A}" dt="2020-08-31T02:05:29.701" v="551" actId="1076"/>
          <ac:spMkLst>
            <pc:docMk/>
            <pc:sldMk cId="0" sldId="512"/>
            <ac:spMk id="683030" creationId="{4F907139-B641-4CE6-ABCB-BC988DD019B8}"/>
          </ac:spMkLst>
        </pc:spChg>
        <pc:spChg chg="mod">
          <ac:chgData name="Ravi Sundaram" userId="a7df020c0a403423" providerId="LiveId" clId="{89CDD561-2D2A-4236-96CF-EA8770D2715A}" dt="2020-08-31T02:05:29.701" v="551" actId="1076"/>
          <ac:spMkLst>
            <pc:docMk/>
            <pc:sldMk cId="0" sldId="512"/>
            <ac:spMk id="683033" creationId="{62722E8D-001C-4615-B0BA-42D660E4A27E}"/>
          </ac:spMkLst>
        </pc:spChg>
        <pc:spChg chg="mod">
          <ac:chgData name="Ravi Sundaram" userId="a7df020c0a403423" providerId="LiveId" clId="{89CDD561-2D2A-4236-96CF-EA8770D2715A}" dt="2020-08-31T02:05:29.701" v="551" actId="1076"/>
          <ac:spMkLst>
            <pc:docMk/>
            <pc:sldMk cId="0" sldId="512"/>
            <ac:spMk id="683034" creationId="{7DF23DD2-02B3-4549-A723-A823EDABCD77}"/>
          </ac:spMkLst>
        </pc:spChg>
        <pc:spChg chg="mod">
          <ac:chgData name="Ravi Sundaram" userId="a7df020c0a403423" providerId="LiveId" clId="{89CDD561-2D2A-4236-96CF-EA8770D2715A}" dt="2020-08-31T02:05:29.701" v="551" actId="1076"/>
          <ac:spMkLst>
            <pc:docMk/>
            <pc:sldMk cId="0" sldId="512"/>
            <ac:spMk id="683035" creationId="{8E3E5E5A-7548-417D-8485-F1C7EC4B878F}"/>
          </ac:spMkLst>
        </pc:spChg>
        <pc:spChg chg="mod">
          <ac:chgData name="Ravi Sundaram" userId="a7df020c0a403423" providerId="LiveId" clId="{89CDD561-2D2A-4236-96CF-EA8770D2715A}" dt="2020-08-31T02:05:29.701" v="551" actId="1076"/>
          <ac:spMkLst>
            <pc:docMk/>
            <pc:sldMk cId="0" sldId="512"/>
            <ac:spMk id="683036" creationId="{6BA9849E-8AB6-4FB7-952A-C0FD120D3E7C}"/>
          </ac:spMkLst>
        </pc:spChg>
        <pc:spChg chg="mod">
          <ac:chgData name="Ravi Sundaram" userId="a7df020c0a403423" providerId="LiveId" clId="{89CDD561-2D2A-4236-96CF-EA8770D2715A}" dt="2020-08-31T02:05:29.701" v="551" actId="1076"/>
          <ac:spMkLst>
            <pc:docMk/>
            <pc:sldMk cId="0" sldId="512"/>
            <ac:spMk id="683037" creationId="{2D3C0A1A-9602-47DB-8C87-8C2972818B49}"/>
          </ac:spMkLst>
        </pc:spChg>
        <pc:spChg chg="mod">
          <ac:chgData name="Ravi Sundaram" userId="a7df020c0a403423" providerId="LiveId" clId="{89CDD561-2D2A-4236-96CF-EA8770D2715A}" dt="2020-08-31T02:05:29.701" v="551" actId="1076"/>
          <ac:spMkLst>
            <pc:docMk/>
            <pc:sldMk cId="0" sldId="512"/>
            <ac:spMk id="683038" creationId="{B021C081-E0E9-4CD5-9DF0-BCF406CA523E}"/>
          </ac:spMkLst>
        </pc:spChg>
        <pc:spChg chg="mod">
          <ac:chgData name="Ravi Sundaram" userId="a7df020c0a403423" providerId="LiveId" clId="{89CDD561-2D2A-4236-96CF-EA8770D2715A}" dt="2020-08-31T02:05:29.701" v="551" actId="1076"/>
          <ac:spMkLst>
            <pc:docMk/>
            <pc:sldMk cId="0" sldId="512"/>
            <ac:spMk id="683039" creationId="{A71E54DC-ED9D-408F-9EF8-221762D55E6A}"/>
          </ac:spMkLst>
        </pc:spChg>
        <pc:spChg chg="mod">
          <ac:chgData name="Ravi Sundaram" userId="a7df020c0a403423" providerId="LiveId" clId="{89CDD561-2D2A-4236-96CF-EA8770D2715A}" dt="2020-08-31T02:05:29.701" v="551" actId="1076"/>
          <ac:spMkLst>
            <pc:docMk/>
            <pc:sldMk cId="0" sldId="512"/>
            <ac:spMk id="683040" creationId="{70EEFC2D-3911-484F-B79E-5B2EC50003D1}"/>
          </ac:spMkLst>
        </pc:spChg>
        <pc:spChg chg="mod">
          <ac:chgData name="Ravi Sundaram" userId="a7df020c0a403423" providerId="LiveId" clId="{89CDD561-2D2A-4236-96CF-EA8770D2715A}" dt="2020-08-31T02:05:29.701" v="551" actId="1076"/>
          <ac:spMkLst>
            <pc:docMk/>
            <pc:sldMk cId="0" sldId="512"/>
            <ac:spMk id="683041" creationId="{AEB48AEF-CDCB-4885-AF76-75744FC5BD32}"/>
          </ac:spMkLst>
        </pc:spChg>
        <pc:spChg chg="mod">
          <ac:chgData name="Ravi Sundaram" userId="a7df020c0a403423" providerId="LiveId" clId="{89CDD561-2D2A-4236-96CF-EA8770D2715A}" dt="2020-08-31T02:05:29.701" v="551" actId="1076"/>
          <ac:spMkLst>
            <pc:docMk/>
            <pc:sldMk cId="0" sldId="512"/>
            <ac:spMk id="683042" creationId="{F62E4C72-B5F6-4537-85DB-81184F9A22C9}"/>
          </ac:spMkLst>
        </pc:spChg>
        <pc:spChg chg="mod">
          <ac:chgData name="Ravi Sundaram" userId="a7df020c0a403423" providerId="LiveId" clId="{89CDD561-2D2A-4236-96CF-EA8770D2715A}" dt="2020-08-31T02:05:29.701" v="551" actId="1076"/>
          <ac:spMkLst>
            <pc:docMk/>
            <pc:sldMk cId="0" sldId="512"/>
            <ac:spMk id="683043" creationId="{BCA6CD71-989D-4284-987A-A22B3A20ED6D}"/>
          </ac:spMkLst>
        </pc:spChg>
        <pc:spChg chg="mod">
          <ac:chgData name="Ravi Sundaram" userId="a7df020c0a403423" providerId="LiveId" clId="{89CDD561-2D2A-4236-96CF-EA8770D2715A}" dt="2020-08-31T02:05:29.701" v="551" actId="1076"/>
          <ac:spMkLst>
            <pc:docMk/>
            <pc:sldMk cId="0" sldId="512"/>
            <ac:spMk id="683054" creationId="{E3694FB7-F0BC-45AA-B459-13D570DFB358}"/>
          </ac:spMkLst>
        </pc:spChg>
        <pc:spChg chg="mod">
          <ac:chgData name="Ravi Sundaram" userId="a7df020c0a403423" providerId="LiveId" clId="{89CDD561-2D2A-4236-96CF-EA8770D2715A}" dt="2020-08-31T02:05:29.701" v="551" actId="1076"/>
          <ac:spMkLst>
            <pc:docMk/>
            <pc:sldMk cId="0" sldId="512"/>
            <ac:spMk id="683055" creationId="{E65B22F1-9213-45C2-9507-53FC6F69EA45}"/>
          </ac:spMkLst>
        </pc:spChg>
        <pc:spChg chg="mod">
          <ac:chgData name="Ravi Sundaram" userId="a7df020c0a403423" providerId="LiveId" clId="{89CDD561-2D2A-4236-96CF-EA8770D2715A}" dt="2020-08-31T02:05:29.701" v="551" actId="1076"/>
          <ac:spMkLst>
            <pc:docMk/>
            <pc:sldMk cId="0" sldId="512"/>
            <ac:spMk id="683057" creationId="{E72FE59A-6B56-4B2F-80C3-3D56522B61D4}"/>
          </ac:spMkLst>
        </pc:spChg>
        <pc:spChg chg="mod">
          <ac:chgData name="Ravi Sundaram" userId="a7df020c0a403423" providerId="LiveId" clId="{89CDD561-2D2A-4236-96CF-EA8770D2715A}" dt="2020-08-31T02:05:29.701" v="551" actId="1076"/>
          <ac:spMkLst>
            <pc:docMk/>
            <pc:sldMk cId="0" sldId="512"/>
            <ac:spMk id="683058" creationId="{A505CB6F-82CC-45AB-98E1-FE7F75C8FD4E}"/>
          </ac:spMkLst>
        </pc:spChg>
        <pc:cxnChg chg="mod">
          <ac:chgData name="Ravi Sundaram" userId="a7df020c0a403423" providerId="LiveId" clId="{89CDD561-2D2A-4236-96CF-EA8770D2715A}" dt="2020-08-31T02:05:29.701" v="551" actId="1076"/>
          <ac:cxnSpMkLst>
            <pc:docMk/>
            <pc:sldMk cId="0" sldId="512"/>
            <ac:cxnSpMk id="683022" creationId="{020AB20C-3197-48B6-9AF3-44D600E39562}"/>
          </ac:cxnSpMkLst>
        </pc:cxnChg>
        <pc:cxnChg chg="mod">
          <ac:chgData name="Ravi Sundaram" userId="a7df020c0a403423" providerId="LiveId" clId="{89CDD561-2D2A-4236-96CF-EA8770D2715A}" dt="2020-08-31T02:05:29.701" v="551" actId="1076"/>
          <ac:cxnSpMkLst>
            <pc:docMk/>
            <pc:sldMk cId="0" sldId="512"/>
            <ac:cxnSpMk id="683024" creationId="{A47693BA-B7FB-4763-8851-422AF6CE8851}"/>
          </ac:cxnSpMkLst>
        </pc:cxnChg>
        <pc:cxnChg chg="mod">
          <ac:chgData name="Ravi Sundaram" userId="a7df020c0a403423" providerId="LiveId" clId="{89CDD561-2D2A-4236-96CF-EA8770D2715A}" dt="2020-08-31T02:05:29.701" v="551" actId="1076"/>
          <ac:cxnSpMkLst>
            <pc:docMk/>
            <pc:sldMk cId="0" sldId="512"/>
            <ac:cxnSpMk id="683027" creationId="{2AB602D3-13D8-4A3D-85DB-2180D2BCCE94}"/>
          </ac:cxnSpMkLst>
        </pc:cxnChg>
        <pc:cxnChg chg="mod">
          <ac:chgData name="Ravi Sundaram" userId="a7df020c0a403423" providerId="LiveId" clId="{89CDD561-2D2A-4236-96CF-EA8770D2715A}" dt="2020-08-31T02:05:29.701" v="551" actId="1076"/>
          <ac:cxnSpMkLst>
            <pc:docMk/>
            <pc:sldMk cId="0" sldId="512"/>
            <ac:cxnSpMk id="683028" creationId="{DCAB4B60-C53B-4D18-83BF-3DEB23B97F0D}"/>
          </ac:cxnSpMkLst>
        </pc:cxnChg>
        <pc:cxnChg chg="mod">
          <ac:chgData name="Ravi Sundaram" userId="a7df020c0a403423" providerId="LiveId" clId="{89CDD561-2D2A-4236-96CF-EA8770D2715A}" dt="2020-08-31T02:05:29.701" v="551" actId="1076"/>
          <ac:cxnSpMkLst>
            <pc:docMk/>
            <pc:sldMk cId="0" sldId="512"/>
            <ac:cxnSpMk id="683029" creationId="{5CD453D5-705F-4D74-BE92-ADCC1DD23061}"/>
          </ac:cxnSpMkLst>
        </pc:cxnChg>
        <pc:cxnChg chg="mod">
          <ac:chgData name="Ravi Sundaram" userId="a7df020c0a403423" providerId="LiveId" clId="{89CDD561-2D2A-4236-96CF-EA8770D2715A}" dt="2020-08-31T02:05:29.701" v="551" actId="1076"/>
          <ac:cxnSpMkLst>
            <pc:docMk/>
            <pc:sldMk cId="0" sldId="512"/>
            <ac:cxnSpMk id="683050" creationId="{7C7C3B26-5AA9-43F6-82DF-01628BB9D486}"/>
          </ac:cxnSpMkLst>
        </pc:cxnChg>
        <pc:cxnChg chg="mod">
          <ac:chgData name="Ravi Sundaram" userId="a7df020c0a403423" providerId="LiveId" clId="{89CDD561-2D2A-4236-96CF-EA8770D2715A}" dt="2020-08-31T02:05:29.701" v="551" actId="1076"/>
          <ac:cxnSpMkLst>
            <pc:docMk/>
            <pc:sldMk cId="0" sldId="512"/>
            <ac:cxnSpMk id="683051" creationId="{3ADB7D71-783F-42A4-9185-06383BAEEC69}"/>
          </ac:cxnSpMkLst>
        </pc:cxnChg>
        <pc:cxnChg chg="mod">
          <ac:chgData name="Ravi Sundaram" userId="a7df020c0a403423" providerId="LiveId" clId="{89CDD561-2D2A-4236-96CF-EA8770D2715A}" dt="2020-08-31T02:05:29.701" v="551" actId="1076"/>
          <ac:cxnSpMkLst>
            <pc:docMk/>
            <pc:sldMk cId="0" sldId="512"/>
            <ac:cxnSpMk id="683056" creationId="{C698C020-AC09-404A-86C7-5DFFAA03665A}"/>
          </ac:cxnSpMkLst>
        </pc:cxnChg>
        <pc:cxnChg chg="mod">
          <ac:chgData name="Ravi Sundaram" userId="a7df020c0a403423" providerId="LiveId" clId="{89CDD561-2D2A-4236-96CF-EA8770D2715A}" dt="2020-08-31T02:05:29.701" v="551" actId="1076"/>
          <ac:cxnSpMkLst>
            <pc:docMk/>
            <pc:sldMk cId="0" sldId="512"/>
            <ac:cxnSpMk id="683059" creationId="{C36EAD51-34DB-43FC-9A1E-146DC0DB08C3}"/>
          </ac:cxnSpMkLst>
        </pc:cxnChg>
        <pc:cxnChg chg="mod">
          <ac:chgData name="Ravi Sundaram" userId="a7df020c0a403423" providerId="LiveId" clId="{89CDD561-2D2A-4236-96CF-EA8770D2715A}" dt="2020-08-31T02:05:29.701" v="551" actId="1076"/>
          <ac:cxnSpMkLst>
            <pc:docMk/>
            <pc:sldMk cId="0" sldId="512"/>
            <ac:cxnSpMk id="683060" creationId="{B6EA4322-33DC-452B-8C95-3D30479D58D7}"/>
          </ac:cxnSpMkLst>
        </pc:cxnChg>
        <pc:cxnChg chg="mod">
          <ac:chgData name="Ravi Sundaram" userId="a7df020c0a403423" providerId="LiveId" clId="{89CDD561-2D2A-4236-96CF-EA8770D2715A}" dt="2020-08-31T02:05:29.701" v="551" actId="1076"/>
          <ac:cxnSpMkLst>
            <pc:docMk/>
            <pc:sldMk cId="0" sldId="512"/>
            <ac:cxnSpMk id="683061" creationId="{F7B94508-FEB7-458A-9143-C2CFA3AAFFB9}"/>
          </ac:cxnSpMkLst>
        </pc:cxnChg>
        <pc:cxnChg chg="mod">
          <ac:chgData name="Ravi Sundaram" userId="a7df020c0a403423" providerId="LiveId" clId="{89CDD561-2D2A-4236-96CF-EA8770D2715A}" dt="2020-08-31T02:05:29.701" v="551" actId="1076"/>
          <ac:cxnSpMkLst>
            <pc:docMk/>
            <pc:sldMk cId="0" sldId="512"/>
            <ac:cxnSpMk id="683062" creationId="{13216C3A-5947-47D2-9608-3B61C416A893}"/>
          </ac:cxnSpMkLst>
        </pc:cxnChg>
        <pc:cxnChg chg="mod">
          <ac:chgData name="Ravi Sundaram" userId="a7df020c0a403423" providerId="LiveId" clId="{89CDD561-2D2A-4236-96CF-EA8770D2715A}" dt="2020-08-31T02:05:29.701" v="551" actId="1076"/>
          <ac:cxnSpMkLst>
            <pc:docMk/>
            <pc:sldMk cId="0" sldId="512"/>
            <ac:cxnSpMk id="683063" creationId="{83571909-9862-49B2-A857-66C11423266D}"/>
          </ac:cxnSpMkLst>
        </pc:cxnChg>
        <pc:cxnChg chg="mod">
          <ac:chgData name="Ravi Sundaram" userId="a7df020c0a403423" providerId="LiveId" clId="{89CDD561-2D2A-4236-96CF-EA8770D2715A}" dt="2020-08-31T02:05:29.701" v="551" actId="1076"/>
          <ac:cxnSpMkLst>
            <pc:docMk/>
            <pc:sldMk cId="0" sldId="512"/>
            <ac:cxnSpMk id="683064" creationId="{40577DA9-6227-4455-A7F8-18AA4B6CDC64}"/>
          </ac:cxnSpMkLst>
        </pc:cxnChg>
        <pc:cxnChg chg="mod">
          <ac:chgData name="Ravi Sundaram" userId="a7df020c0a403423" providerId="LiveId" clId="{89CDD561-2D2A-4236-96CF-EA8770D2715A}" dt="2020-08-31T02:05:29.701" v="551" actId="1076"/>
          <ac:cxnSpMkLst>
            <pc:docMk/>
            <pc:sldMk cId="0" sldId="512"/>
            <ac:cxnSpMk id="683065" creationId="{F1CB8D7C-E93D-48B4-86E3-51A3C9DF9290}"/>
          </ac:cxnSpMkLst>
        </pc:cxnChg>
        <pc:cxnChg chg="mod">
          <ac:chgData name="Ravi Sundaram" userId="a7df020c0a403423" providerId="LiveId" clId="{89CDD561-2D2A-4236-96CF-EA8770D2715A}" dt="2020-08-31T02:05:29.701" v="551" actId="1076"/>
          <ac:cxnSpMkLst>
            <pc:docMk/>
            <pc:sldMk cId="0" sldId="512"/>
            <ac:cxnSpMk id="683066" creationId="{5E3535EC-C793-4AD6-873E-4B5B49B9BD2D}"/>
          </ac:cxnSpMkLst>
        </pc:cxnChg>
        <pc:cxnChg chg="mod">
          <ac:chgData name="Ravi Sundaram" userId="a7df020c0a403423" providerId="LiveId" clId="{89CDD561-2D2A-4236-96CF-EA8770D2715A}" dt="2020-08-31T02:05:29.701" v="551" actId="1076"/>
          <ac:cxnSpMkLst>
            <pc:docMk/>
            <pc:sldMk cId="0" sldId="512"/>
            <ac:cxnSpMk id="683067" creationId="{3E2C0D25-1324-44DF-B803-D4C28FBE97E9}"/>
          </ac:cxnSpMkLst>
        </pc:cxnChg>
        <pc:cxnChg chg="mod">
          <ac:chgData name="Ravi Sundaram" userId="a7df020c0a403423" providerId="LiveId" clId="{89CDD561-2D2A-4236-96CF-EA8770D2715A}" dt="2020-08-31T02:05:29.701" v="551" actId="1076"/>
          <ac:cxnSpMkLst>
            <pc:docMk/>
            <pc:sldMk cId="0" sldId="512"/>
            <ac:cxnSpMk id="683068" creationId="{0E8BC0B8-D1F9-4FD4-B20E-55FD47CEE039}"/>
          </ac:cxnSpMkLst>
        </pc:cxnChg>
        <pc:cxnChg chg="mod">
          <ac:chgData name="Ravi Sundaram" userId="a7df020c0a403423" providerId="LiveId" clId="{89CDD561-2D2A-4236-96CF-EA8770D2715A}" dt="2020-08-31T02:05:29.701" v="551" actId="1076"/>
          <ac:cxnSpMkLst>
            <pc:docMk/>
            <pc:sldMk cId="0" sldId="512"/>
            <ac:cxnSpMk id="683069" creationId="{F1257A43-34DD-4235-B8AD-F28D9146FAE5}"/>
          </ac:cxnSpMkLst>
        </pc:cxnChg>
        <pc:cxnChg chg="mod">
          <ac:chgData name="Ravi Sundaram" userId="a7df020c0a403423" providerId="LiveId" clId="{89CDD561-2D2A-4236-96CF-EA8770D2715A}" dt="2020-08-31T02:05:29.701" v="551" actId="1076"/>
          <ac:cxnSpMkLst>
            <pc:docMk/>
            <pc:sldMk cId="0" sldId="512"/>
            <ac:cxnSpMk id="683070" creationId="{C3CE2110-7858-4437-865C-8B1DE6AA0D3E}"/>
          </ac:cxnSpMkLst>
        </pc:cxnChg>
        <pc:cxnChg chg="mod">
          <ac:chgData name="Ravi Sundaram" userId="a7df020c0a403423" providerId="LiveId" clId="{89CDD561-2D2A-4236-96CF-EA8770D2715A}" dt="2020-08-31T02:05:29.701" v="551" actId="1076"/>
          <ac:cxnSpMkLst>
            <pc:docMk/>
            <pc:sldMk cId="0" sldId="512"/>
            <ac:cxnSpMk id="683071" creationId="{DD760F1B-63C0-4AEA-A6FB-64D0FAF85E79}"/>
          </ac:cxnSpMkLst>
        </pc:cxnChg>
      </pc:sldChg>
      <pc:sldChg chg="delSp modSp add modAnim">
        <pc:chgData name="Ravi Sundaram" userId="a7df020c0a403423" providerId="LiveId" clId="{89CDD561-2D2A-4236-96CF-EA8770D2715A}" dt="2020-08-31T02:13:37.762" v="608"/>
        <pc:sldMkLst>
          <pc:docMk/>
          <pc:sldMk cId="0" sldId="518"/>
        </pc:sldMkLst>
        <pc:spChg chg="del">
          <ac:chgData name="Ravi Sundaram" userId="a7df020c0a403423" providerId="LiveId" clId="{89CDD561-2D2A-4236-96CF-EA8770D2715A}" dt="2020-08-31T01:52:19.169" v="240" actId="478"/>
          <ac:spMkLst>
            <pc:docMk/>
            <pc:sldMk cId="0" sldId="518"/>
            <ac:spMk id="4" creationId="{AB0E8411-2907-4E61-952E-84CB23BAEC77}"/>
          </ac:spMkLst>
        </pc:spChg>
        <pc:spChg chg="mod">
          <ac:chgData name="Ravi Sundaram" userId="a7df020c0a403423" providerId="LiveId" clId="{89CDD561-2D2A-4236-96CF-EA8770D2715A}" dt="2020-08-31T02:13:25.234" v="601" actId="27636"/>
          <ac:spMkLst>
            <pc:docMk/>
            <pc:sldMk cId="0" sldId="518"/>
            <ac:spMk id="698371" creationId="{5CD2186E-61C1-421A-B040-A6D8961C5533}"/>
          </ac:spMkLst>
        </pc:spChg>
      </pc:sldChg>
      <pc:sldMasterChg chg="delSldLayout">
        <pc:chgData name="Ravi Sundaram" userId="a7df020c0a403423" providerId="LiveId" clId="{89CDD561-2D2A-4236-96CF-EA8770D2715A}" dt="2020-08-28T05:21:49.168" v="53" actId="2696"/>
        <pc:sldMasterMkLst>
          <pc:docMk/>
          <pc:sldMasterMk cId="2006853913" sldId="2147483648"/>
        </pc:sldMasterMkLst>
        <pc:sldLayoutChg chg="del">
          <pc:chgData name="Ravi Sundaram" userId="a7df020c0a403423" providerId="LiveId" clId="{89CDD561-2D2A-4236-96CF-EA8770D2715A}" dt="2020-08-28T05:21:49.168" v="53" actId="2696"/>
          <pc:sldLayoutMkLst>
            <pc:docMk/>
            <pc:sldMasterMk cId="2006853913" sldId="2147483648"/>
            <pc:sldLayoutMk cId="3908071040" sldId="2147483662"/>
          </pc:sldLayoutMkLst>
        </pc:sldLayoutChg>
      </pc:sldMasterChg>
    </pc:docChg>
  </pc:docChgLst>
  <pc:docChgLst>
    <pc:chgData name="Ravi Sundaram" userId="a7df020c0a403423" providerId="LiveId" clId="{080751A1-5FB8-48F9-AC91-3A4745451AF4}"/>
    <pc:docChg chg="custSel addSld delSld modSld">
      <pc:chgData name="Ravi Sundaram" userId="a7df020c0a403423" providerId="LiveId" clId="{080751A1-5FB8-48F9-AC91-3A4745451AF4}" dt="2020-07-10T02:17:48.113" v="1423" actId="20577"/>
      <pc:docMkLst>
        <pc:docMk/>
      </pc:docMkLst>
      <pc:sldChg chg="modSp">
        <pc:chgData name="Ravi Sundaram" userId="a7df020c0a403423" providerId="LiveId" clId="{080751A1-5FB8-48F9-AC91-3A4745451AF4}" dt="2020-07-09T22:33:02.526" v="75" actId="20577"/>
        <pc:sldMkLst>
          <pc:docMk/>
          <pc:sldMk cId="4099122483" sldId="257"/>
        </pc:sldMkLst>
        <pc:spChg chg="mod">
          <ac:chgData name="Ravi Sundaram" userId="a7df020c0a403423" providerId="LiveId" clId="{080751A1-5FB8-48F9-AC91-3A4745451AF4}" dt="2020-07-09T22:33:02.526" v="75" actId="20577"/>
          <ac:spMkLst>
            <pc:docMk/>
            <pc:sldMk cId="4099122483" sldId="257"/>
            <ac:spMk id="2" creationId="{80797C44-BBD0-4A67-A16E-1796651C5A29}"/>
          </ac:spMkLst>
        </pc:spChg>
      </pc:sldChg>
      <pc:sldChg chg="modSp">
        <pc:chgData name="Ravi Sundaram" userId="a7df020c0a403423" providerId="LiveId" clId="{080751A1-5FB8-48F9-AC91-3A4745451AF4}" dt="2020-07-10T00:31:01.275" v="97" actId="20577"/>
        <pc:sldMkLst>
          <pc:docMk/>
          <pc:sldMk cId="3479009568" sldId="258"/>
        </pc:sldMkLst>
        <pc:spChg chg="mod">
          <ac:chgData name="Ravi Sundaram" userId="a7df020c0a403423" providerId="LiveId" clId="{080751A1-5FB8-48F9-AC91-3A4745451AF4}" dt="2020-07-10T00:31:01.275" v="97" actId="20577"/>
          <ac:spMkLst>
            <pc:docMk/>
            <pc:sldMk cId="3479009568" sldId="258"/>
            <ac:spMk id="3" creationId="{03364FEF-F44A-4071-922A-E51980E95FCC}"/>
          </ac:spMkLst>
        </pc:spChg>
      </pc:sldChg>
      <pc:sldChg chg="modSp add">
        <pc:chgData name="Ravi Sundaram" userId="a7df020c0a403423" providerId="LiveId" clId="{080751A1-5FB8-48F9-AC91-3A4745451AF4}" dt="2020-07-10T00:32:24.356" v="111" actId="20577"/>
        <pc:sldMkLst>
          <pc:docMk/>
          <pc:sldMk cId="2070658356" sldId="259"/>
        </pc:sldMkLst>
        <pc:spChg chg="mod">
          <ac:chgData name="Ravi Sundaram" userId="a7df020c0a403423" providerId="LiveId" clId="{080751A1-5FB8-48F9-AC91-3A4745451AF4}" dt="2020-07-10T00:32:24.356" v="111" actId="20577"/>
          <ac:spMkLst>
            <pc:docMk/>
            <pc:sldMk cId="2070658356" sldId="259"/>
            <ac:spMk id="3" creationId="{1C4EFA41-EDF3-4D89-812E-85BCE7B8A73E}"/>
          </ac:spMkLst>
        </pc:spChg>
      </pc:sldChg>
      <pc:sldChg chg="del">
        <pc:chgData name="Ravi Sundaram" userId="a7df020c0a403423" providerId="LiveId" clId="{080751A1-5FB8-48F9-AC91-3A4745451AF4}" dt="2020-07-10T00:26:22.715" v="81" actId="2696"/>
        <pc:sldMkLst>
          <pc:docMk/>
          <pc:sldMk cId="2522838261" sldId="292"/>
        </pc:sldMkLst>
      </pc:sldChg>
      <pc:sldChg chg="del">
        <pc:chgData name="Ravi Sundaram" userId="a7df020c0a403423" providerId="LiveId" clId="{080751A1-5FB8-48F9-AC91-3A4745451AF4}" dt="2020-07-10T00:26:22.728" v="82" actId="2696"/>
        <pc:sldMkLst>
          <pc:docMk/>
          <pc:sldMk cId="2602221767" sldId="293"/>
        </pc:sldMkLst>
      </pc:sldChg>
      <pc:sldChg chg="del">
        <pc:chgData name="Ravi Sundaram" userId="a7df020c0a403423" providerId="LiveId" clId="{080751A1-5FB8-48F9-AC91-3A4745451AF4}" dt="2020-07-10T00:26:22.668" v="77" actId="2696"/>
        <pc:sldMkLst>
          <pc:docMk/>
          <pc:sldMk cId="4249748749" sldId="294"/>
        </pc:sldMkLst>
      </pc:sldChg>
      <pc:sldChg chg="del">
        <pc:chgData name="Ravi Sundaram" userId="a7df020c0a403423" providerId="LiveId" clId="{080751A1-5FB8-48F9-AC91-3A4745451AF4}" dt="2020-07-10T00:26:22.683" v="78" actId="2696"/>
        <pc:sldMkLst>
          <pc:docMk/>
          <pc:sldMk cId="3777554877" sldId="295"/>
        </pc:sldMkLst>
      </pc:sldChg>
      <pc:sldChg chg="del">
        <pc:chgData name="Ravi Sundaram" userId="a7df020c0a403423" providerId="LiveId" clId="{080751A1-5FB8-48F9-AC91-3A4745451AF4}" dt="2020-07-10T00:26:22.694" v="79" actId="2696"/>
        <pc:sldMkLst>
          <pc:docMk/>
          <pc:sldMk cId="3801658020" sldId="296"/>
        </pc:sldMkLst>
      </pc:sldChg>
      <pc:sldChg chg="del">
        <pc:chgData name="Ravi Sundaram" userId="a7df020c0a403423" providerId="LiveId" clId="{080751A1-5FB8-48F9-AC91-3A4745451AF4}" dt="2020-07-10T00:26:22.705" v="80" actId="2696"/>
        <pc:sldMkLst>
          <pc:docMk/>
          <pc:sldMk cId="2780867210" sldId="297"/>
        </pc:sldMkLst>
      </pc:sldChg>
      <pc:sldChg chg="del">
        <pc:chgData name="Ravi Sundaram" userId="a7df020c0a403423" providerId="LiveId" clId="{080751A1-5FB8-48F9-AC91-3A4745451AF4}" dt="2020-07-10T00:26:22.739" v="83" actId="2696"/>
        <pc:sldMkLst>
          <pc:docMk/>
          <pc:sldMk cId="2876685785" sldId="298"/>
        </pc:sldMkLst>
      </pc:sldChg>
      <pc:sldChg chg="del">
        <pc:chgData name="Ravi Sundaram" userId="a7df020c0a403423" providerId="LiveId" clId="{080751A1-5FB8-48F9-AC91-3A4745451AF4}" dt="2020-07-10T00:26:22.757" v="84" actId="2696"/>
        <pc:sldMkLst>
          <pc:docMk/>
          <pc:sldMk cId="3039323288" sldId="300"/>
        </pc:sldMkLst>
      </pc:sldChg>
      <pc:sldChg chg="del">
        <pc:chgData name="Ravi Sundaram" userId="a7df020c0a403423" providerId="LiveId" clId="{080751A1-5FB8-48F9-AC91-3A4745451AF4}" dt="2020-07-10T00:26:22.770" v="85" actId="2696"/>
        <pc:sldMkLst>
          <pc:docMk/>
          <pc:sldMk cId="2572948063" sldId="301"/>
        </pc:sldMkLst>
      </pc:sldChg>
      <pc:sldChg chg="del">
        <pc:chgData name="Ravi Sundaram" userId="a7df020c0a403423" providerId="LiveId" clId="{080751A1-5FB8-48F9-AC91-3A4745451AF4}" dt="2020-07-10T00:26:22.781" v="86" actId="2696"/>
        <pc:sldMkLst>
          <pc:docMk/>
          <pc:sldMk cId="1309514103" sldId="302"/>
        </pc:sldMkLst>
      </pc:sldChg>
      <pc:sldChg chg="del">
        <pc:chgData name="Ravi Sundaram" userId="a7df020c0a403423" providerId="LiveId" clId="{080751A1-5FB8-48F9-AC91-3A4745451AF4}" dt="2020-07-10T00:26:22.795" v="87" actId="2696"/>
        <pc:sldMkLst>
          <pc:docMk/>
          <pc:sldMk cId="1768516238" sldId="304"/>
        </pc:sldMkLst>
      </pc:sldChg>
      <pc:sldChg chg="modSp add">
        <pc:chgData name="Ravi Sundaram" userId="a7df020c0a403423" providerId="LiveId" clId="{080751A1-5FB8-48F9-AC91-3A4745451AF4}" dt="2020-07-10T01:27:57.173" v="130" actId="20577"/>
        <pc:sldMkLst>
          <pc:docMk/>
          <pc:sldMk cId="3455594306" sldId="305"/>
        </pc:sldMkLst>
        <pc:spChg chg="mod">
          <ac:chgData name="Ravi Sundaram" userId="a7df020c0a403423" providerId="LiveId" clId="{080751A1-5FB8-48F9-AC91-3A4745451AF4}" dt="2020-07-10T01:27:57.173" v="130" actId="20577"/>
          <ac:spMkLst>
            <pc:docMk/>
            <pc:sldMk cId="3455594306" sldId="305"/>
            <ac:spMk id="3" creationId="{1C4EFA41-EDF3-4D89-812E-85BCE7B8A73E}"/>
          </ac:spMkLst>
        </pc:spChg>
      </pc:sldChg>
      <pc:sldChg chg="modSp add">
        <pc:chgData name="Ravi Sundaram" userId="a7df020c0a403423" providerId="LiveId" clId="{080751A1-5FB8-48F9-AC91-3A4745451AF4}" dt="2020-07-10T01:33:19.811" v="283" actId="20577"/>
        <pc:sldMkLst>
          <pc:docMk/>
          <pc:sldMk cId="202630305" sldId="306"/>
        </pc:sldMkLst>
        <pc:spChg chg="mod">
          <ac:chgData name="Ravi Sundaram" userId="a7df020c0a403423" providerId="LiveId" clId="{080751A1-5FB8-48F9-AC91-3A4745451AF4}" dt="2020-07-10T01:28:50.439" v="174" actId="20577"/>
          <ac:spMkLst>
            <pc:docMk/>
            <pc:sldMk cId="202630305" sldId="306"/>
            <ac:spMk id="2" creationId="{04F1C0EF-92F3-4DD3-9656-EC5DA238C7DD}"/>
          </ac:spMkLst>
        </pc:spChg>
        <pc:spChg chg="mod">
          <ac:chgData name="Ravi Sundaram" userId="a7df020c0a403423" providerId="LiveId" clId="{080751A1-5FB8-48F9-AC91-3A4745451AF4}" dt="2020-07-10T01:33:19.811" v="283" actId="20577"/>
          <ac:spMkLst>
            <pc:docMk/>
            <pc:sldMk cId="202630305" sldId="306"/>
            <ac:spMk id="3" creationId="{1C4EFA41-EDF3-4D89-812E-85BCE7B8A73E}"/>
          </ac:spMkLst>
        </pc:spChg>
      </pc:sldChg>
      <pc:sldChg chg="modSp add">
        <pc:chgData name="Ravi Sundaram" userId="a7df020c0a403423" providerId="LiveId" clId="{080751A1-5FB8-48F9-AC91-3A4745451AF4}" dt="2020-07-10T01:42:41.342" v="651" actId="947"/>
        <pc:sldMkLst>
          <pc:docMk/>
          <pc:sldMk cId="2506444983" sldId="307"/>
        </pc:sldMkLst>
        <pc:spChg chg="mod">
          <ac:chgData name="Ravi Sundaram" userId="a7df020c0a403423" providerId="LiveId" clId="{080751A1-5FB8-48F9-AC91-3A4745451AF4}" dt="2020-07-10T01:34:39.549" v="293" actId="20577"/>
          <ac:spMkLst>
            <pc:docMk/>
            <pc:sldMk cId="2506444983" sldId="307"/>
            <ac:spMk id="2" creationId="{04F1C0EF-92F3-4DD3-9656-EC5DA238C7DD}"/>
          </ac:spMkLst>
        </pc:spChg>
        <pc:spChg chg="mod">
          <ac:chgData name="Ravi Sundaram" userId="a7df020c0a403423" providerId="LiveId" clId="{080751A1-5FB8-48F9-AC91-3A4745451AF4}" dt="2020-07-10T01:42:41.342" v="651" actId="947"/>
          <ac:spMkLst>
            <pc:docMk/>
            <pc:sldMk cId="2506444983" sldId="307"/>
            <ac:spMk id="3" creationId="{1C4EFA41-EDF3-4D89-812E-85BCE7B8A73E}"/>
          </ac:spMkLst>
        </pc:spChg>
      </pc:sldChg>
      <pc:sldChg chg="addSp delSp modSp add">
        <pc:chgData name="Ravi Sundaram" userId="a7df020c0a403423" providerId="LiveId" clId="{080751A1-5FB8-48F9-AC91-3A4745451AF4}" dt="2020-07-10T01:57:25.952" v="910" actId="207"/>
        <pc:sldMkLst>
          <pc:docMk/>
          <pc:sldMk cId="2965344762" sldId="308"/>
        </pc:sldMkLst>
        <pc:spChg chg="mod">
          <ac:chgData name="Ravi Sundaram" userId="a7df020c0a403423" providerId="LiveId" clId="{080751A1-5FB8-48F9-AC91-3A4745451AF4}" dt="2020-07-10T01:44:24.868" v="678" actId="20577"/>
          <ac:spMkLst>
            <pc:docMk/>
            <pc:sldMk cId="2965344762" sldId="308"/>
            <ac:spMk id="2" creationId="{04F1C0EF-92F3-4DD3-9656-EC5DA238C7DD}"/>
          </ac:spMkLst>
        </pc:spChg>
        <pc:spChg chg="mod">
          <ac:chgData name="Ravi Sundaram" userId="a7df020c0a403423" providerId="LiveId" clId="{080751A1-5FB8-48F9-AC91-3A4745451AF4}" dt="2020-07-10T01:50:32.570" v="824" actId="14100"/>
          <ac:spMkLst>
            <pc:docMk/>
            <pc:sldMk cId="2965344762" sldId="308"/>
            <ac:spMk id="3" creationId="{1C4EFA41-EDF3-4D89-812E-85BCE7B8A73E}"/>
          </ac:spMkLst>
        </pc:spChg>
        <pc:spChg chg="add mod">
          <ac:chgData name="Ravi Sundaram" userId="a7df020c0a403423" providerId="LiveId" clId="{080751A1-5FB8-48F9-AC91-3A4745451AF4}" dt="2020-07-10T01:52:31.317" v="853" actId="1076"/>
          <ac:spMkLst>
            <pc:docMk/>
            <pc:sldMk cId="2965344762" sldId="308"/>
            <ac:spMk id="11" creationId="{C417491F-09B5-49C5-9CD7-6D0A7A92FB16}"/>
          </ac:spMkLst>
        </pc:spChg>
        <pc:spChg chg="add mod">
          <ac:chgData name="Ravi Sundaram" userId="a7df020c0a403423" providerId="LiveId" clId="{080751A1-5FB8-48F9-AC91-3A4745451AF4}" dt="2020-07-10T01:52:41.867" v="860" actId="20577"/>
          <ac:spMkLst>
            <pc:docMk/>
            <pc:sldMk cId="2965344762" sldId="308"/>
            <ac:spMk id="12" creationId="{4114CE50-24C8-4310-9911-3ECE23DD922C}"/>
          </ac:spMkLst>
        </pc:spChg>
        <pc:spChg chg="add mod">
          <ac:chgData name="Ravi Sundaram" userId="a7df020c0a403423" providerId="LiveId" clId="{080751A1-5FB8-48F9-AC91-3A4745451AF4}" dt="2020-07-10T01:54:55.034" v="888" actId="207"/>
          <ac:spMkLst>
            <pc:docMk/>
            <pc:sldMk cId="2965344762" sldId="308"/>
            <ac:spMk id="19" creationId="{8531D519-CD89-4045-98F1-02F7315AC5DD}"/>
          </ac:spMkLst>
        </pc:spChg>
        <pc:spChg chg="add mod">
          <ac:chgData name="Ravi Sundaram" userId="a7df020c0a403423" providerId="LiveId" clId="{080751A1-5FB8-48F9-AC91-3A4745451AF4}" dt="2020-07-10T01:57:25.952" v="910" actId="207"/>
          <ac:spMkLst>
            <pc:docMk/>
            <pc:sldMk cId="2965344762" sldId="308"/>
            <ac:spMk id="33" creationId="{96492979-318C-471B-B380-05549DB7EB3E}"/>
          </ac:spMkLst>
        </pc:spChg>
        <pc:cxnChg chg="add del mod">
          <ac:chgData name="Ravi Sundaram" userId="a7df020c0a403423" providerId="LiveId" clId="{080751A1-5FB8-48F9-AC91-3A4745451AF4}" dt="2020-07-10T01:53:41.819" v="864" actId="478"/>
          <ac:cxnSpMkLst>
            <pc:docMk/>
            <pc:sldMk cId="2965344762" sldId="308"/>
            <ac:cxnSpMk id="5" creationId="{0BFD1F8E-2263-4E5A-A295-9886D4F52E18}"/>
          </ac:cxnSpMkLst>
        </pc:cxnChg>
        <pc:cxnChg chg="add mod">
          <ac:chgData name="Ravi Sundaram" userId="a7df020c0a403423" providerId="LiveId" clId="{080751A1-5FB8-48F9-AC91-3A4745451AF4}" dt="2020-07-10T01:51:23.542" v="829" actId="692"/>
          <ac:cxnSpMkLst>
            <pc:docMk/>
            <pc:sldMk cId="2965344762" sldId="308"/>
            <ac:cxnSpMk id="7" creationId="{12AED8AD-5C1D-4CF7-B491-390E8D07A10B}"/>
          </ac:cxnSpMkLst>
        </pc:cxnChg>
        <pc:cxnChg chg="add del mod">
          <ac:chgData name="Ravi Sundaram" userId="a7df020c0a403423" providerId="LiveId" clId="{080751A1-5FB8-48F9-AC91-3A4745451AF4}" dt="2020-07-10T01:53:29.769" v="862" actId="478"/>
          <ac:cxnSpMkLst>
            <pc:docMk/>
            <pc:sldMk cId="2965344762" sldId="308"/>
            <ac:cxnSpMk id="8" creationId="{5932A7FC-57E3-4307-8AF4-ED89A1CF9B12}"/>
          </ac:cxnSpMkLst>
        </pc:cxnChg>
        <pc:cxnChg chg="add mod">
          <ac:chgData name="Ravi Sundaram" userId="a7df020c0a403423" providerId="LiveId" clId="{080751A1-5FB8-48F9-AC91-3A4745451AF4}" dt="2020-07-10T01:54:11.175" v="870" actId="692"/>
          <ac:cxnSpMkLst>
            <pc:docMk/>
            <pc:sldMk cId="2965344762" sldId="308"/>
            <ac:cxnSpMk id="14" creationId="{3982F9A8-E514-4834-8FDB-28D55DA760DF}"/>
          </ac:cxnSpMkLst>
        </pc:cxnChg>
        <pc:cxnChg chg="add mod">
          <ac:chgData name="Ravi Sundaram" userId="a7df020c0a403423" providerId="LiveId" clId="{080751A1-5FB8-48F9-AC91-3A4745451AF4}" dt="2020-07-10T01:53:57.434" v="867" actId="14100"/>
          <ac:cxnSpMkLst>
            <pc:docMk/>
            <pc:sldMk cId="2965344762" sldId="308"/>
            <ac:cxnSpMk id="15" creationId="{3476262C-D58B-4E6B-982B-4EAC1FE3EB8F}"/>
          </ac:cxnSpMkLst>
        </pc:cxnChg>
        <pc:cxnChg chg="add del">
          <ac:chgData name="Ravi Sundaram" userId="a7df020c0a403423" providerId="LiveId" clId="{080751A1-5FB8-48F9-AC91-3A4745451AF4}" dt="2020-07-10T01:54:23.458" v="872"/>
          <ac:cxnSpMkLst>
            <pc:docMk/>
            <pc:sldMk cId="2965344762" sldId="308"/>
            <ac:cxnSpMk id="18" creationId="{70C28DF8-6103-45D2-9F37-B49A6F23D200}"/>
          </ac:cxnSpMkLst>
        </pc:cxnChg>
        <pc:cxnChg chg="add mod">
          <ac:chgData name="Ravi Sundaram" userId="a7df020c0a403423" providerId="LiveId" clId="{080751A1-5FB8-48F9-AC91-3A4745451AF4}" dt="2020-07-10T01:55:54.161" v="892" actId="692"/>
          <ac:cxnSpMkLst>
            <pc:docMk/>
            <pc:sldMk cId="2965344762" sldId="308"/>
            <ac:cxnSpMk id="21" creationId="{841375BF-A7E1-4A7D-95BB-D4945A3CDA31}"/>
          </ac:cxnSpMkLst>
        </pc:cxnChg>
        <pc:cxnChg chg="add mod">
          <ac:chgData name="Ravi Sundaram" userId="a7df020c0a403423" providerId="LiveId" clId="{080751A1-5FB8-48F9-AC91-3A4745451AF4}" dt="2020-07-10T01:56:24.112" v="896" actId="14100"/>
          <ac:cxnSpMkLst>
            <pc:docMk/>
            <pc:sldMk cId="2965344762" sldId="308"/>
            <ac:cxnSpMk id="22" creationId="{D22E35DE-8273-4AAE-9B80-948145B11870}"/>
          </ac:cxnSpMkLst>
        </pc:cxnChg>
        <pc:cxnChg chg="add mod">
          <ac:chgData name="Ravi Sundaram" userId="a7df020c0a403423" providerId="LiveId" clId="{080751A1-5FB8-48F9-AC91-3A4745451AF4}" dt="2020-07-10T01:56:38.527" v="899" actId="14100"/>
          <ac:cxnSpMkLst>
            <pc:docMk/>
            <pc:sldMk cId="2965344762" sldId="308"/>
            <ac:cxnSpMk id="26" creationId="{D67E2CB7-97AF-4A79-ACAE-1F9D8BF98F40}"/>
          </ac:cxnSpMkLst>
        </pc:cxnChg>
        <pc:cxnChg chg="add mod">
          <ac:chgData name="Ravi Sundaram" userId="a7df020c0a403423" providerId="LiveId" clId="{080751A1-5FB8-48F9-AC91-3A4745451AF4}" dt="2020-07-10T01:57:02.920" v="905" actId="14100"/>
          <ac:cxnSpMkLst>
            <pc:docMk/>
            <pc:sldMk cId="2965344762" sldId="308"/>
            <ac:cxnSpMk id="28" creationId="{570512CB-5015-42E2-8357-05DBB471F8A4}"/>
          </ac:cxnSpMkLst>
        </pc:cxnChg>
      </pc:sldChg>
      <pc:sldChg chg="modSp add">
        <pc:chgData name="Ravi Sundaram" userId="a7df020c0a403423" providerId="LiveId" clId="{080751A1-5FB8-48F9-AC91-3A4745451AF4}" dt="2020-07-10T02:06:53.457" v="1213" actId="20577"/>
        <pc:sldMkLst>
          <pc:docMk/>
          <pc:sldMk cId="380021759" sldId="309"/>
        </pc:sldMkLst>
        <pc:spChg chg="mod">
          <ac:chgData name="Ravi Sundaram" userId="a7df020c0a403423" providerId="LiveId" clId="{080751A1-5FB8-48F9-AC91-3A4745451AF4}" dt="2020-07-10T01:59:51.186" v="973" actId="20577"/>
          <ac:spMkLst>
            <pc:docMk/>
            <pc:sldMk cId="380021759" sldId="309"/>
            <ac:spMk id="2" creationId="{04F1C0EF-92F3-4DD3-9656-EC5DA238C7DD}"/>
          </ac:spMkLst>
        </pc:spChg>
        <pc:spChg chg="mod">
          <ac:chgData name="Ravi Sundaram" userId="a7df020c0a403423" providerId="LiveId" clId="{080751A1-5FB8-48F9-AC91-3A4745451AF4}" dt="2020-07-10T02:06:53.457" v="1213" actId="20577"/>
          <ac:spMkLst>
            <pc:docMk/>
            <pc:sldMk cId="380021759" sldId="309"/>
            <ac:spMk id="3" creationId="{1C4EFA41-EDF3-4D89-812E-85BCE7B8A73E}"/>
          </ac:spMkLst>
        </pc:spChg>
      </pc:sldChg>
      <pc:sldChg chg="modSp add">
        <pc:chgData name="Ravi Sundaram" userId="a7df020c0a403423" providerId="LiveId" clId="{080751A1-5FB8-48F9-AC91-3A4745451AF4}" dt="2020-07-10T02:11:04.160" v="1261" actId="20577"/>
        <pc:sldMkLst>
          <pc:docMk/>
          <pc:sldMk cId="2211901668" sldId="310"/>
        </pc:sldMkLst>
        <pc:spChg chg="mod">
          <ac:chgData name="Ravi Sundaram" userId="a7df020c0a403423" providerId="LiveId" clId="{080751A1-5FB8-48F9-AC91-3A4745451AF4}" dt="2020-07-10T02:05:14.123" v="1164" actId="20577"/>
          <ac:spMkLst>
            <pc:docMk/>
            <pc:sldMk cId="2211901668" sldId="310"/>
            <ac:spMk id="2" creationId="{04F1C0EF-92F3-4DD3-9656-EC5DA238C7DD}"/>
          </ac:spMkLst>
        </pc:spChg>
        <pc:spChg chg="mod">
          <ac:chgData name="Ravi Sundaram" userId="a7df020c0a403423" providerId="LiveId" clId="{080751A1-5FB8-48F9-AC91-3A4745451AF4}" dt="2020-07-10T02:11:04.160" v="1261" actId="20577"/>
          <ac:spMkLst>
            <pc:docMk/>
            <pc:sldMk cId="2211901668" sldId="310"/>
            <ac:spMk id="3" creationId="{1C4EFA41-EDF3-4D89-812E-85BCE7B8A73E}"/>
          </ac:spMkLst>
        </pc:spChg>
      </pc:sldChg>
      <pc:sldChg chg="modSp add">
        <pc:chgData name="Ravi Sundaram" userId="a7df020c0a403423" providerId="LiveId" clId="{080751A1-5FB8-48F9-AC91-3A4745451AF4}" dt="2020-07-10T02:14:09.254" v="1380" actId="20577"/>
        <pc:sldMkLst>
          <pc:docMk/>
          <pc:sldMk cId="335736984" sldId="311"/>
        </pc:sldMkLst>
        <pc:spChg chg="mod">
          <ac:chgData name="Ravi Sundaram" userId="a7df020c0a403423" providerId="LiveId" clId="{080751A1-5FB8-48F9-AC91-3A4745451AF4}" dt="2020-07-10T02:12:02.354" v="1299" actId="20577"/>
          <ac:spMkLst>
            <pc:docMk/>
            <pc:sldMk cId="335736984" sldId="311"/>
            <ac:spMk id="2" creationId="{04F1C0EF-92F3-4DD3-9656-EC5DA238C7DD}"/>
          </ac:spMkLst>
        </pc:spChg>
        <pc:spChg chg="mod">
          <ac:chgData name="Ravi Sundaram" userId="a7df020c0a403423" providerId="LiveId" clId="{080751A1-5FB8-48F9-AC91-3A4745451AF4}" dt="2020-07-10T02:14:09.254" v="1380" actId="20577"/>
          <ac:spMkLst>
            <pc:docMk/>
            <pc:sldMk cId="335736984" sldId="311"/>
            <ac:spMk id="3" creationId="{1C4EFA41-EDF3-4D89-812E-85BCE7B8A73E}"/>
          </ac:spMkLst>
        </pc:spChg>
      </pc:sldChg>
      <pc:sldChg chg="modSp add">
        <pc:chgData name="Ravi Sundaram" userId="a7df020c0a403423" providerId="LiveId" clId="{080751A1-5FB8-48F9-AC91-3A4745451AF4}" dt="2020-07-10T02:17:48.113" v="1423" actId="20577"/>
        <pc:sldMkLst>
          <pc:docMk/>
          <pc:sldMk cId="3625756718" sldId="312"/>
        </pc:sldMkLst>
        <pc:spChg chg="mod">
          <ac:chgData name="Ravi Sundaram" userId="a7df020c0a403423" providerId="LiveId" clId="{080751A1-5FB8-48F9-AC91-3A4745451AF4}" dt="2020-07-10T02:15:18.774" v="1390" actId="20577"/>
          <ac:spMkLst>
            <pc:docMk/>
            <pc:sldMk cId="3625756718" sldId="312"/>
            <ac:spMk id="2" creationId="{04F1C0EF-92F3-4DD3-9656-EC5DA238C7DD}"/>
          </ac:spMkLst>
        </pc:spChg>
        <pc:spChg chg="mod">
          <ac:chgData name="Ravi Sundaram" userId="a7df020c0a403423" providerId="LiveId" clId="{080751A1-5FB8-48F9-AC91-3A4745451AF4}" dt="2020-07-10T02:17:48.113" v="1423" actId="20577"/>
          <ac:spMkLst>
            <pc:docMk/>
            <pc:sldMk cId="3625756718" sldId="312"/>
            <ac:spMk id="3" creationId="{1C4EFA41-EDF3-4D89-812E-85BCE7B8A73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B73B14-E03D-4C36-A9A9-DDF34C9C76C4}" type="datetimeFigureOut">
              <a:rPr lang="en-US" smtClean="0"/>
              <a:t>18-Sep-20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2575FB-1220-46CE-B9EB-2DF038F4E3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296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658" name="Rectangle 2">
            <a:extLst>
              <a:ext uri="{FF2B5EF4-FFF2-40B4-BE49-F238E27FC236}">
                <a16:creationId xmlns:a16="http://schemas.microsoft.com/office/drawing/2014/main" id="{1844029D-7A38-4EA3-BFE3-1F63F166012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2659" name="Rectangle 3">
            <a:extLst>
              <a:ext uri="{FF2B5EF4-FFF2-40B4-BE49-F238E27FC236}">
                <a16:creationId xmlns:a16="http://schemas.microsoft.com/office/drawing/2014/main" id="{CB852016-286D-4380-ACB4-F535CCD233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Cayley (1821-1895) was one of great mathematicians of 19</a:t>
            </a:r>
            <a:r>
              <a:rPr lang="en-US" altLang="en-US" baseline="30000"/>
              <a:t>th</a:t>
            </a:r>
            <a:r>
              <a:rPr lang="en-US" altLang="en-US"/>
              <a:t> century, but his 1889 paper did not contain a rigorous proof of Cayley's Theorem.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706" name="Rectangle 2">
            <a:extLst>
              <a:ext uri="{FF2B5EF4-FFF2-40B4-BE49-F238E27FC236}">
                <a16:creationId xmlns:a16="http://schemas.microsoft.com/office/drawing/2014/main" id="{1360E556-048F-470B-96DE-1B59BCACD90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4707" name="Rectangle 3">
            <a:extLst>
              <a:ext uri="{FF2B5EF4-FFF2-40B4-BE49-F238E27FC236}">
                <a16:creationId xmlns:a16="http://schemas.microsoft.com/office/drawing/2014/main" id="{488D8325-DB96-4475-BE58-3E849967FB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Applications: http://www1.ics.uci.edu/~eppstein/gina/mst.html, Ahuja, Magnanti, Orlin Section 13.2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346" name="Rectangle 2">
            <a:extLst>
              <a:ext uri="{FF2B5EF4-FFF2-40B4-BE49-F238E27FC236}">
                <a16:creationId xmlns:a16="http://schemas.microsoft.com/office/drawing/2014/main" id="{F224E216-8959-45E8-829D-F4A333700E1F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ln/>
        </p:spPr>
      </p:sp>
      <p:sp>
        <p:nvSpPr>
          <p:cNvPr id="697347" name="Rectangle 3">
            <a:extLst>
              <a:ext uri="{FF2B5EF4-FFF2-40B4-BE49-F238E27FC236}">
                <a16:creationId xmlns:a16="http://schemas.microsoft.com/office/drawing/2014/main" id="{9D2198AD-0A3B-4DC5-8183-FCB3E197B4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Note: simplifying assumption guarantees that MST in unique so it make sense to refer to "the MST"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394" name="Rectangle 2">
            <a:extLst>
              <a:ext uri="{FF2B5EF4-FFF2-40B4-BE49-F238E27FC236}">
                <a16:creationId xmlns:a16="http://schemas.microsoft.com/office/drawing/2014/main" id="{5FB4B6E9-8AA7-44B5-BBE8-143DBEB8F62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295525" y="527050"/>
            <a:ext cx="4678363" cy="26320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99395" name="Rectangle 3">
            <a:extLst>
              <a:ext uri="{FF2B5EF4-FFF2-40B4-BE49-F238E27FC236}">
                <a16:creationId xmlns:a16="http://schemas.microsoft.com/office/drawing/2014/main" id="{518ECA39-DAD8-44F5-B40E-350F6FB7A1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238250" y="3333750"/>
            <a:ext cx="6792913" cy="31591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altLang="en-US" dirty="0"/>
              <a:t>Idea for O(m log </a:t>
            </a:r>
            <a:r>
              <a:rPr lang="en-US" altLang="en-US" dirty="0" err="1"/>
              <a:t>log</a:t>
            </a:r>
            <a:r>
              <a:rPr lang="en-US" altLang="en-US" dirty="0"/>
              <a:t> n): combine </a:t>
            </a:r>
            <a:r>
              <a:rPr lang="en-US" altLang="en-US" dirty="0" err="1"/>
              <a:t>Boruvka</a:t>
            </a:r>
            <a:r>
              <a:rPr lang="en-US" altLang="en-US" dirty="0"/>
              <a:t> + Prim.  </a:t>
            </a:r>
            <a:r>
              <a:rPr lang="en-US" altLang="en-US" dirty="0">
                <a:solidFill>
                  <a:schemeClr val="hlink"/>
                </a:solidFill>
              </a:rPr>
              <a:t>(see CLR 24-2)</a:t>
            </a:r>
          </a:p>
          <a:p>
            <a:r>
              <a:rPr lang="en-US" altLang="en-US" dirty="0"/>
              <a:t>Chazelle: soft heaps, lower bound tight over arbitrary semi-group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7B66A-B261-4E9B-B884-0E08F3996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A6F6A9-CB80-4838-9194-C1D4806501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48C919-F7DB-4D92-8230-BE2600AD5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18-Sep-20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702EAE-90CF-42E4-9D14-B51C620FC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472B40-2763-4320-95FD-79EAF4930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2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65F9D-EB46-464A-9C1F-36F52A033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9E2D95-61E5-4BA6-A5CA-989CDDC25D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A30BF0-DEA8-4F87-8199-C96828545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18-Sep-20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A42B86-28A3-44DB-9CFB-1A1C0FF4A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D0C2B3-6C04-46A0-8FA7-0063446F2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988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22C2D-7AD7-4039-949A-2027C8F80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7EFC05-C3D5-426B-A838-A7F0C52618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E9E0A-1F89-4190-BC9C-B9E9F0997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18-Sep-20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8B166D-848F-4CB8-8A44-D60A37F50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ED63A5-CC65-4162-9521-BA95ECD3D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002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54BD8-C0A3-43A7-9732-BA4FD6FF9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5813D-6C9D-4545-AA01-E0C57C9098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9235D6-133C-4A12-BD8B-3A15F48D5E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4C587C-1331-44D1-83D3-0B8854C24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18-Sep-20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23FC86-6C1E-499F-AB30-D19B24A0A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652A89-22C3-45AD-BCD2-6FF037FC3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811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F58E2-82E8-4BD5-A304-4EF171821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701953-3B7F-4B14-9B3B-0BA693B2F1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C8E5DE-211A-4124-9442-641AEE501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484F4D-9B29-47E3-8C8A-D2DF81EC0E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4DC0E2-E01E-4DBE-A2D7-E8BD341921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33BCC3-372E-4D85-A683-9274F59CF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18-Sep-20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1154E9-9F74-429E-86F9-69DD81D59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7C6BB3-2072-4777-B179-8FB5A8F78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950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A94A6-5DF6-47C6-B60B-99F61A5FF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81011E-25AB-4FB9-A747-F1E58849D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18-Sep-20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4F2190-B682-4144-983C-080CBD314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9E53F1-0E9A-4302-B4D8-60A31EE14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930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80136C-067E-49CF-BEFB-07DCD05CC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18-Sep-20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DB2C96-B1E3-42ED-8203-CA1BD4250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033A53-F566-47F1-8F54-EB975B360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508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45B4A-0671-47E5-83D9-49994E714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B3781-23BB-4681-AA1A-3F931A427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38D9E8-D8B4-462F-9876-EE4339BB1C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8E83D1-9453-43F1-8018-1094AF33D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18-Sep-20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67543E-4DA3-46F9-B662-BC517F2B4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256846-A283-4D1C-B6E2-BA550C209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539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F9D4D-C3DE-4F73-A1E1-0879EC663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351224-56BF-4517-B358-05EEB2CCBA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559471-0385-4433-8AFE-F7A59EC032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76818A-4939-449E-A64E-08F4AE8EE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18-Sep-20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108150-FC02-4AE2-ADA5-62EEC4241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2A9674-8609-4504-A853-B14F9D05C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610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C15A7-2E0C-4D10-A18E-6D4C8C5BF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D9F29E-B286-4821-873A-4EEBDDA907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CEC13E-20DD-4FA1-84FA-0DC0C2686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18-Sep-20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5F46F0-D564-4E7F-94CB-C728ED71A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C677A7-30EC-4454-BE13-EDADC1B54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299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538BB8-1524-4263-8145-DD7BF0F6D7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2F6161-598E-41A1-94D4-0CB9C5F320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ABBA5-CB02-4CF4-834F-78CD0EE3F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18-Sep-20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605DEC-DA76-449C-95DA-37378675A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FDEDC1-4F32-4D8B-9B85-B93C062C2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9046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0F615-C80C-4577-B8C0-60EF203ED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3CD97-97A8-4B3D-BCFA-4F23FDA8F7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A63E9-8815-42F1-8F7E-8D0C3C0A3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0D9C8-F031-4208-B5FA-65A96CC7B6FA}" type="datetimeFigureOut">
              <a:rPr lang="en-US" smtClean="0"/>
              <a:t>18-Sep-20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BCAB7F-DC4A-450A-8EC8-53CB35CFB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23FE77-9520-40B4-AF8F-7D8D9CC06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9BE43-225A-480C-9C42-2CD467CB48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062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C83CAB-A5A6-4427-9403-D15078A23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D33D35-FFB0-41EC-B656-BBA19813B4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2EF149-9FF9-44EA-A48F-86A3F23EEC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D7C2BA-BD82-4009-A526-3CB63542CE01}" type="datetimeFigureOut">
              <a:rPr lang="en-US" smtClean="0"/>
              <a:t>18-Sep-20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F134C8-0AC4-4373-84B9-4926B6707B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86F41-206B-4D3D-BD01-1955F6F685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875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0244C0-42D6-467E-A100-0E78E1276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997938-D6DE-4603-956D-AFF345DF40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2ADE1D-8F0D-48D6-B74C-332A21BE56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0D9C8-F031-4208-B5FA-65A96CC7B6FA}" type="datetimeFigureOut">
              <a:rPr lang="en-US" smtClean="0"/>
              <a:t>18-Sep-20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FDDDC5-B42E-4025-9BA1-A73D4D3EF6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247E8-581C-41DA-849A-F588F08214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C9BE43-225A-480C-9C42-2CD467CB48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853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97C44-BBD0-4A67-A16E-1796651C5A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2819" y="1204598"/>
            <a:ext cx="9144000" cy="3843765"/>
          </a:xfrm>
        </p:spPr>
        <p:txBody>
          <a:bodyPr>
            <a:noAutofit/>
          </a:bodyPr>
          <a:lstStyle/>
          <a:p>
            <a:r>
              <a:rPr lang="en-US" sz="4000" u="sng" dirty="0"/>
              <a:t>CS5800 – ALGORITHMS</a:t>
            </a:r>
            <a:br>
              <a:rPr lang="en-US" sz="4000" dirty="0"/>
            </a:br>
            <a:br>
              <a:rPr lang="en-US" sz="4000" dirty="0"/>
            </a:br>
            <a:r>
              <a:rPr lang="en-US" sz="4000" dirty="0"/>
              <a:t>MODULE 7. GREEDY ALGORITHMS - II</a:t>
            </a:r>
            <a:br>
              <a:rPr lang="en-US" sz="4000" dirty="0"/>
            </a:br>
            <a:br>
              <a:rPr lang="en-US" sz="4000" dirty="0"/>
            </a:br>
            <a:r>
              <a:rPr lang="en-US" sz="4000" dirty="0"/>
              <a:t>Lesson 1: MST- Basics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58199E-2156-4542-B134-D3536A98A8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52819" y="5688991"/>
            <a:ext cx="9144000" cy="477733"/>
          </a:xfrm>
        </p:spPr>
        <p:txBody>
          <a:bodyPr/>
          <a:lstStyle/>
          <a:p>
            <a:r>
              <a:rPr lang="en-US" u="sng" dirty="0"/>
              <a:t>Ravi Sundaram</a:t>
            </a:r>
          </a:p>
        </p:txBody>
      </p:sp>
    </p:spTree>
    <p:extLst>
      <p:ext uri="{BB962C8B-B14F-4D97-AF65-F5344CB8AC3E}">
        <p14:creationId xmlns:p14="http://schemas.microsoft.com/office/powerpoint/2010/main" val="4099122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1FA58-59B8-4EFD-BF2B-069C45712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64FEF-F44A-4071-922A-E51980E95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Problem</a:t>
            </a:r>
          </a:p>
          <a:p>
            <a:r>
              <a:rPr lang="en-US" dirty="0"/>
              <a:t>Applications</a:t>
            </a:r>
          </a:p>
          <a:p>
            <a:r>
              <a:rPr lang="en-US" dirty="0"/>
              <a:t>Greedy Algorithms</a:t>
            </a:r>
          </a:p>
          <a:p>
            <a:r>
              <a:rPr lang="en-US" dirty="0"/>
              <a:t>Key properties</a:t>
            </a:r>
          </a:p>
          <a:p>
            <a:r>
              <a:rPr lang="en-US" dirty="0"/>
              <a:t>State of the art</a:t>
            </a:r>
          </a:p>
          <a:p>
            <a:r>
              <a:rPr lang="en-US" dirty="0"/>
              <a:t>Summary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479009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634" name="Rectangle 2">
            <a:extLst>
              <a:ext uri="{FF2B5EF4-FFF2-40B4-BE49-F238E27FC236}">
                <a16:creationId xmlns:a16="http://schemas.microsoft.com/office/drawing/2014/main" id="{AF388609-D129-44F9-817F-7BC4C691DE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663" y="-13386"/>
            <a:ext cx="10515600" cy="1325563"/>
          </a:xfrm>
        </p:spPr>
        <p:txBody>
          <a:bodyPr/>
          <a:lstStyle/>
          <a:p>
            <a:r>
              <a:rPr lang="en-US" altLang="en-US" dirty="0"/>
              <a:t>Minimum Spanning Tree</a:t>
            </a:r>
          </a:p>
        </p:txBody>
      </p:sp>
      <p:sp>
        <p:nvSpPr>
          <p:cNvPr id="581635" name="Rectangle 3">
            <a:extLst>
              <a:ext uri="{FF2B5EF4-FFF2-40B4-BE49-F238E27FC236}">
                <a16:creationId xmlns:a16="http://schemas.microsoft.com/office/drawing/2014/main" id="{6232ED83-6680-4F91-97A4-56953717FA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312177"/>
            <a:ext cx="9400890" cy="5712823"/>
          </a:xfrm>
          <a:ln/>
          <a:extLs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40000" lnSpcReduction="20000"/>
          </a:bodyPr>
          <a:lstStyle/>
          <a:p>
            <a:r>
              <a:rPr lang="en-US" altLang="en-US" sz="6000" dirty="0"/>
              <a:t>Minimum spanning tree.  </a:t>
            </a:r>
            <a:r>
              <a:rPr lang="en-US" altLang="en-US" sz="6000" dirty="0">
                <a:solidFill>
                  <a:schemeClr val="tx1"/>
                </a:solidFill>
              </a:rPr>
              <a:t>Given a connected graph G = (V, E) with real-valued edge weights </a:t>
            </a:r>
            <a:r>
              <a:rPr lang="en-US" altLang="en-US" sz="6000" dirty="0" err="1">
                <a:solidFill>
                  <a:schemeClr val="tx1"/>
                </a:solidFill>
              </a:rPr>
              <a:t>c</a:t>
            </a:r>
            <a:r>
              <a:rPr lang="en-US" altLang="en-US" sz="6000" baseline="-25000" dirty="0" err="1">
                <a:solidFill>
                  <a:schemeClr val="tx1"/>
                </a:solidFill>
              </a:rPr>
              <a:t>e</a:t>
            </a:r>
            <a:r>
              <a:rPr lang="en-US" altLang="en-US" sz="6000" dirty="0">
                <a:solidFill>
                  <a:schemeClr val="tx1"/>
                </a:solidFill>
              </a:rPr>
              <a:t>, an MST is a subset of the edges T </a:t>
            </a:r>
            <a:r>
              <a:rPr lang="en-US" altLang="en-US" sz="6000" dirty="0">
                <a:solidFill>
                  <a:schemeClr val="tx1"/>
                </a:solidFill>
                <a:sym typeface="Symbol" panose="05050102010706020507" pitchFamily="18" charset="2"/>
              </a:rPr>
              <a:t> E </a:t>
            </a:r>
            <a:r>
              <a:rPr lang="en-US" altLang="en-US" sz="6000" dirty="0">
                <a:solidFill>
                  <a:schemeClr val="tx1"/>
                </a:solidFill>
              </a:rPr>
              <a:t>such that T is a spanning tree whose sum of edge weights is minimized.</a:t>
            </a:r>
          </a:p>
          <a:p>
            <a:endParaRPr lang="en-US" altLang="en-US" sz="4400" dirty="0">
              <a:solidFill>
                <a:schemeClr val="tx1"/>
              </a:solidFill>
            </a:endParaRPr>
          </a:p>
          <a:p>
            <a:endParaRPr lang="en-US" altLang="en-US" sz="4400" dirty="0"/>
          </a:p>
          <a:p>
            <a:endParaRPr lang="en-US" altLang="en-US" sz="4400" dirty="0"/>
          </a:p>
          <a:p>
            <a:endParaRPr lang="en-US" altLang="en-US" sz="4400" dirty="0"/>
          </a:p>
          <a:p>
            <a:endParaRPr lang="en-US" altLang="en-US" sz="4400" dirty="0"/>
          </a:p>
          <a:p>
            <a:endParaRPr lang="en-US" altLang="en-US" sz="4400" dirty="0"/>
          </a:p>
          <a:p>
            <a:endParaRPr lang="en-US" altLang="en-US" sz="4400" dirty="0"/>
          </a:p>
          <a:p>
            <a:endParaRPr lang="en-US" altLang="en-US" sz="4400" dirty="0"/>
          </a:p>
          <a:p>
            <a:endParaRPr lang="en-US" altLang="en-US" sz="4400" dirty="0"/>
          </a:p>
          <a:p>
            <a:pPr marL="457200" lvl="1" indent="-342900"/>
            <a:endParaRPr lang="en-US" altLang="en-US" sz="4400" dirty="0">
              <a:solidFill>
                <a:srgbClr val="003399"/>
              </a:solidFill>
            </a:endParaRPr>
          </a:p>
          <a:p>
            <a:pPr marL="457200" lvl="1" indent="-342900"/>
            <a:endParaRPr lang="en-US" altLang="en-US" sz="4400" dirty="0">
              <a:solidFill>
                <a:srgbClr val="003399"/>
              </a:solidFill>
            </a:endParaRPr>
          </a:p>
          <a:p>
            <a:r>
              <a:rPr lang="en-US" altLang="en-US" sz="6000" dirty="0"/>
              <a:t>How many trees does a complete graph have?</a:t>
            </a:r>
          </a:p>
          <a:p>
            <a:pPr lvl="1"/>
            <a:r>
              <a:rPr lang="el-GR" altLang="en-US" sz="5600" dirty="0">
                <a:latin typeface="Cambria" panose="02040503050406030204" pitchFamily="18" charset="0"/>
                <a:ea typeface="Cambria" panose="02040503050406030204" pitchFamily="18" charset="0"/>
              </a:rPr>
              <a:t>Ω</a:t>
            </a:r>
            <a:r>
              <a:rPr lang="en-US" altLang="en-US" sz="5600" dirty="0">
                <a:latin typeface="Cambria" panose="02040503050406030204" pitchFamily="18" charset="0"/>
                <a:ea typeface="Cambria" panose="02040503050406030204" pitchFamily="18" charset="0"/>
              </a:rPr>
              <a:t>(n!) is e</a:t>
            </a:r>
            <a:r>
              <a:rPr lang="en-US" altLang="en-US" sz="5600" dirty="0"/>
              <a:t>asy to see, but actually </a:t>
            </a:r>
          </a:p>
          <a:p>
            <a:pPr lvl="1"/>
            <a:r>
              <a:rPr lang="en-US" altLang="en-US" sz="5600" dirty="0">
                <a:solidFill>
                  <a:schemeClr val="tx1"/>
                </a:solidFill>
              </a:rPr>
              <a:t>n</a:t>
            </a:r>
            <a:r>
              <a:rPr lang="en-US" altLang="en-US" sz="5600" baseline="30000" dirty="0">
                <a:solidFill>
                  <a:schemeClr val="tx1"/>
                </a:solidFill>
              </a:rPr>
              <a:t>n-2</a:t>
            </a:r>
            <a:r>
              <a:rPr lang="en-US" altLang="en-US" sz="5600" dirty="0">
                <a:solidFill>
                  <a:schemeClr val="tx1"/>
                </a:solidFill>
              </a:rPr>
              <a:t> spanning trees of </a:t>
            </a:r>
            <a:r>
              <a:rPr lang="en-US" altLang="en-US" sz="5600" dirty="0" err="1">
                <a:solidFill>
                  <a:schemeClr val="tx1"/>
                </a:solidFill>
              </a:rPr>
              <a:t>K</a:t>
            </a:r>
            <a:r>
              <a:rPr lang="en-US" altLang="en-US" sz="5600" baseline="-25000" dirty="0" err="1">
                <a:solidFill>
                  <a:schemeClr val="tx1"/>
                </a:solidFill>
              </a:rPr>
              <a:t>n</a:t>
            </a:r>
            <a:r>
              <a:rPr lang="en-US" altLang="en-US" sz="5600" dirty="0">
                <a:solidFill>
                  <a:schemeClr val="tx1"/>
                </a:solidFill>
              </a:rPr>
              <a:t> – Cayley’s theorem</a:t>
            </a:r>
          </a:p>
          <a:p>
            <a:pPr lvl="1"/>
            <a:r>
              <a:rPr lang="en-US" altLang="en-US" sz="5600" dirty="0"/>
              <a:t>Hence can’t solve by brute force.</a:t>
            </a:r>
            <a:endParaRPr lang="en-US" altLang="en-US" sz="5600" dirty="0">
              <a:solidFill>
                <a:schemeClr val="tx1"/>
              </a:solidFill>
            </a:endParaRPr>
          </a:p>
          <a:p>
            <a:pPr marL="457200" lvl="1" indent="-342900"/>
            <a:endParaRPr lang="en-US" altLang="en-US" dirty="0"/>
          </a:p>
        </p:txBody>
      </p:sp>
      <p:sp>
        <p:nvSpPr>
          <p:cNvPr id="581636" name="Oval 4">
            <a:extLst>
              <a:ext uri="{FF2B5EF4-FFF2-40B4-BE49-F238E27FC236}">
                <a16:creationId xmlns:a16="http://schemas.microsoft.com/office/drawing/2014/main" id="{FED440FD-E0F3-4B7F-8B37-20D8FA12AB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33601" y="2789238"/>
            <a:ext cx="182563" cy="182562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lang="en-US" altLang="en-US" sz="1400"/>
          </a:p>
        </p:txBody>
      </p:sp>
      <p:sp>
        <p:nvSpPr>
          <p:cNvPr id="581637" name="Oval 5">
            <a:extLst>
              <a:ext uri="{FF2B5EF4-FFF2-40B4-BE49-F238E27FC236}">
                <a16:creationId xmlns:a16="http://schemas.microsoft.com/office/drawing/2014/main" id="{F4566926-D6A9-45C0-94C0-C383E704EB0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735638" y="2544763"/>
            <a:ext cx="182562" cy="182562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lang="en-US" altLang="en-US" sz="1400"/>
          </a:p>
        </p:txBody>
      </p:sp>
      <p:sp>
        <p:nvSpPr>
          <p:cNvPr id="581638" name="Oval 6">
            <a:extLst>
              <a:ext uri="{FF2B5EF4-FFF2-40B4-BE49-F238E27FC236}">
                <a16:creationId xmlns:a16="http://schemas.microsoft.com/office/drawing/2014/main" id="{BC6C5080-C08B-4A9F-AC57-2B4F51B044E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80051" y="4181476"/>
            <a:ext cx="182563" cy="182563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lang="en-US" altLang="en-US" sz="1400"/>
          </a:p>
        </p:txBody>
      </p:sp>
      <p:sp>
        <p:nvSpPr>
          <p:cNvPr id="581639" name="Oval 7">
            <a:extLst>
              <a:ext uri="{FF2B5EF4-FFF2-40B4-BE49-F238E27FC236}">
                <a16:creationId xmlns:a16="http://schemas.microsoft.com/office/drawing/2014/main" id="{E28DED1C-0726-4E0B-BB79-3E965553AD0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27351" y="2544763"/>
            <a:ext cx="182563" cy="182562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lang="en-US" altLang="en-US" sz="1400"/>
          </a:p>
        </p:txBody>
      </p:sp>
      <p:sp>
        <p:nvSpPr>
          <p:cNvPr id="581640" name="Oval 8">
            <a:extLst>
              <a:ext uri="{FF2B5EF4-FFF2-40B4-BE49-F238E27FC236}">
                <a16:creationId xmlns:a16="http://schemas.microsoft.com/office/drawing/2014/main" id="{354A3D52-0AB1-42E6-BCDF-821F0A236F0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33713" y="3244851"/>
            <a:ext cx="182562" cy="182563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lang="en-US" altLang="en-US" sz="1400"/>
          </a:p>
        </p:txBody>
      </p:sp>
      <p:sp>
        <p:nvSpPr>
          <p:cNvPr id="581641" name="Oval 9">
            <a:extLst>
              <a:ext uri="{FF2B5EF4-FFF2-40B4-BE49-F238E27FC236}">
                <a16:creationId xmlns:a16="http://schemas.microsoft.com/office/drawing/2014/main" id="{FE1BF586-444C-477B-B499-8341B604685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17813" y="4157663"/>
            <a:ext cx="182562" cy="182562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lang="en-US" altLang="en-US" sz="1400"/>
          </a:p>
        </p:txBody>
      </p:sp>
      <p:sp>
        <p:nvSpPr>
          <p:cNvPr id="581642" name="Oval 10">
            <a:extLst>
              <a:ext uri="{FF2B5EF4-FFF2-40B4-BE49-F238E27FC236}">
                <a16:creationId xmlns:a16="http://schemas.microsoft.com/office/drawing/2014/main" id="{C5446791-77D2-446A-9FC7-D771803C6BC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111751" y="3419475"/>
            <a:ext cx="182563" cy="18415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lang="en-US" altLang="en-US" sz="1400"/>
          </a:p>
        </p:txBody>
      </p:sp>
      <p:sp>
        <p:nvSpPr>
          <p:cNvPr id="581643" name="Oval 11">
            <a:extLst>
              <a:ext uri="{FF2B5EF4-FFF2-40B4-BE49-F238E27FC236}">
                <a16:creationId xmlns:a16="http://schemas.microsoft.com/office/drawing/2014/main" id="{59AFD747-430E-4A27-9DBF-586E9ADA67D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81438" y="3625851"/>
            <a:ext cx="182562" cy="182563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lang="en-US" altLang="en-US" sz="1400"/>
          </a:p>
        </p:txBody>
      </p:sp>
      <p:cxnSp>
        <p:nvCxnSpPr>
          <p:cNvPr id="581644" name="AutoShape 12">
            <a:extLst>
              <a:ext uri="{FF2B5EF4-FFF2-40B4-BE49-F238E27FC236}">
                <a16:creationId xmlns:a16="http://schemas.microsoft.com/office/drawing/2014/main" id="{B035833E-E768-46A2-9902-1F0E5B42862A}"/>
              </a:ext>
            </a:extLst>
          </p:cNvPr>
          <p:cNvCxnSpPr>
            <a:cxnSpLocks noChangeShapeType="1"/>
            <a:stCxn id="581636" idx="7"/>
            <a:endCxn id="581639" idx="2"/>
          </p:cNvCxnSpPr>
          <p:nvPr/>
        </p:nvCxnSpPr>
        <p:spPr bwMode="auto">
          <a:xfrm flipV="1">
            <a:off x="2289176" y="2636839"/>
            <a:ext cx="638175" cy="179387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81645" name="AutoShape 13">
            <a:extLst>
              <a:ext uri="{FF2B5EF4-FFF2-40B4-BE49-F238E27FC236}">
                <a16:creationId xmlns:a16="http://schemas.microsoft.com/office/drawing/2014/main" id="{FA528872-50A2-4D1E-9899-0086CB0E00AE}"/>
              </a:ext>
            </a:extLst>
          </p:cNvPr>
          <p:cNvCxnSpPr>
            <a:cxnSpLocks noChangeShapeType="1"/>
            <a:stCxn id="581636" idx="5"/>
            <a:endCxn id="581640" idx="2"/>
          </p:cNvCxnSpPr>
          <p:nvPr/>
        </p:nvCxnSpPr>
        <p:spPr bwMode="auto">
          <a:xfrm>
            <a:off x="2289175" y="2944813"/>
            <a:ext cx="744538" cy="392112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81646" name="AutoShape 14">
            <a:extLst>
              <a:ext uri="{FF2B5EF4-FFF2-40B4-BE49-F238E27FC236}">
                <a16:creationId xmlns:a16="http://schemas.microsoft.com/office/drawing/2014/main" id="{D59FEECC-1D89-4DF9-881F-079D35B85B4F}"/>
              </a:ext>
            </a:extLst>
          </p:cNvPr>
          <p:cNvCxnSpPr>
            <a:cxnSpLocks noChangeShapeType="1"/>
            <a:stCxn id="581636" idx="4"/>
            <a:endCxn id="581641" idx="0"/>
          </p:cNvCxnSpPr>
          <p:nvPr/>
        </p:nvCxnSpPr>
        <p:spPr bwMode="auto">
          <a:xfrm>
            <a:off x="2225676" y="2971801"/>
            <a:ext cx="684213" cy="1185863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81647" name="AutoShape 15">
            <a:extLst>
              <a:ext uri="{FF2B5EF4-FFF2-40B4-BE49-F238E27FC236}">
                <a16:creationId xmlns:a16="http://schemas.microsoft.com/office/drawing/2014/main" id="{24546D80-A87A-4B8D-809F-0511A58C70E2}"/>
              </a:ext>
            </a:extLst>
          </p:cNvPr>
          <p:cNvCxnSpPr>
            <a:cxnSpLocks noChangeShapeType="1"/>
            <a:stCxn id="581640" idx="6"/>
            <a:endCxn id="581637" idx="2"/>
          </p:cNvCxnSpPr>
          <p:nvPr/>
        </p:nvCxnSpPr>
        <p:spPr bwMode="auto">
          <a:xfrm flipV="1">
            <a:off x="3216276" y="2636839"/>
            <a:ext cx="2519363" cy="700087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81648" name="AutoShape 16">
            <a:extLst>
              <a:ext uri="{FF2B5EF4-FFF2-40B4-BE49-F238E27FC236}">
                <a16:creationId xmlns:a16="http://schemas.microsoft.com/office/drawing/2014/main" id="{BAE3B60C-5D1D-4100-9169-31F6FA4A1635}"/>
              </a:ext>
            </a:extLst>
          </p:cNvPr>
          <p:cNvCxnSpPr>
            <a:cxnSpLocks noChangeShapeType="1"/>
            <a:stCxn id="581642" idx="7"/>
            <a:endCxn id="581637" idx="4"/>
          </p:cNvCxnSpPr>
          <p:nvPr/>
        </p:nvCxnSpPr>
        <p:spPr bwMode="auto">
          <a:xfrm flipV="1">
            <a:off x="5267325" y="2727325"/>
            <a:ext cx="560388" cy="719138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81649" name="AutoShape 17">
            <a:extLst>
              <a:ext uri="{FF2B5EF4-FFF2-40B4-BE49-F238E27FC236}">
                <a16:creationId xmlns:a16="http://schemas.microsoft.com/office/drawing/2014/main" id="{9AFD23DA-F707-48D5-9D97-FE47D67D533D}"/>
              </a:ext>
            </a:extLst>
          </p:cNvPr>
          <p:cNvCxnSpPr>
            <a:cxnSpLocks noChangeShapeType="1"/>
            <a:stCxn id="581640" idx="5"/>
            <a:endCxn id="581643" idx="1"/>
          </p:cNvCxnSpPr>
          <p:nvPr/>
        </p:nvCxnSpPr>
        <p:spPr bwMode="auto">
          <a:xfrm>
            <a:off x="3189289" y="3400426"/>
            <a:ext cx="719137" cy="252413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81650" name="AutoShape 18">
            <a:extLst>
              <a:ext uri="{FF2B5EF4-FFF2-40B4-BE49-F238E27FC236}">
                <a16:creationId xmlns:a16="http://schemas.microsoft.com/office/drawing/2014/main" id="{D3BE4729-17BE-4536-97E3-EEB8E1A5061C}"/>
              </a:ext>
            </a:extLst>
          </p:cNvPr>
          <p:cNvCxnSpPr>
            <a:cxnSpLocks noChangeShapeType="1"/>
            <a:stCxn id="581643" idx="5"/>
            <a:endCxn id="581638" idx="2"/>
          </p:cNvCxnSpPr>
          <p:nvPr/>
        </p:nvCxnSpPr>
        <p:spPr bwMode="auto">
          <a:xfrm>
            <a:off x="4037014" y="3781426"/>
            <a:ext cx="1443037" cy="492125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81651" name="AutoShape 19">
            <a:extLst>
              <a:ext uri="{FF2B5EF4-FFF2-40B4-BE49-F238E27FC236}">
                <a16:creationId xmlns:a16="http://schemas.microsoft.com/office/drawing/2014/main" id="{B218CC89-A607-4D13-A444-847BBC4DF3E3}"/>
              </a:ext>
            </a:extLst>
          </p:cNvPr>
          <p:cNvCxnSpPr>
            <a:cxnSpLocks noChangeShapeType="1"/>
            <a:stCxn id="581643" idx="6"/>
            <a:endCxn id="581642" idx="2"/>
          </p:cNvCxnSpPr>
          <p:nvPr/>
        </p:nvCxnSpPr>
        <p:spPr bwMode="auto">
          <a:xfrm flipV="1">
            <a:off x="4064000" y="3511551"/>
            <a:ext cx="1047750" cy="206375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81652" name="AutoShape 20">
            <a:extLst>
              <a:ext uri="{FF2B5EF4-FFF2-40B4-BE49-F238E27FC236}">
                <a16:creationId xmlns:a16="http://schemas.microsoft.com/office/drawing/2014/main" id="{63052137-2A18-4F35-B2E5-A5F7BF73E364}"/>
              </a:ext>
            </a:extLst>
          </p:cNvPr>
          <p:cNvCxnSpPr>
            <a:cxnSpLocks noChangeShapeType="1"/>
            <a:stCxn id="581642" idx="5"/>
            <a:endCxn id="581638" idx="0"/>
          </p:cNvCxnSpPr>
          <p:nvPr/>
        </p:nvCxnSpPr>
        <p:spPr bwMode="auto">
          <a:xfrm>
            <a:off x="5267325" y="3576639"/>
            <a:ext cx="304800" cy="604837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81653" name="AutoShape 21">
            <a:extLst>
              <a:ext uri="{FF2B5EF4-FFF2-40B4-BE49-F238E27FC236}">
                <a16:creationId xmlns:a16="http://schemas.microsoft.com/office/drawing/2014/main" id="{0D08687A-5BBA-4C57-AA96-E9A79852FEE5}"/>
              </a:ext>
            </a:extLst>
          </p:cNvPr>
          <p:cNvCxnSpPr>
            <a:cxnSpLocks noChangeShapeType="1"/>
            <a:stCxn id="581637" idx="3"/>
            <a:endCxn id="581643" idx="7"/>
          </p:cNvCxnSpPr>
          <p:nvPr/>
        </p:nvCxnSpPr>
        <p:spPr bwMode="auto">
          <a:xfrm flipH="1">
            <a:off x="4037013" y="2700338"/>
            <a:ext cx="1725612" cy="952500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81654" name="AutoShape 22">
            <a:extLst>
              <a:ext uri="{FF2B5EF4-FFF2-40B4-BE49-F238E27FC236}">
                <a16:creationId xmlns:a16="http://schemas.microsoft.com/office/drawing/2014/main" id="{E232BE21-A81F-4556-80F2-3728C4F6D114}"/>
              </a:ext>
            </a:extLst>
          </p:cNvPr>
          <p:cNvCxnSpPr>
            <a:cxnSpLocks noChangeShapeType="1"/>
            <a:stCxn id="581640" idx="4"/>
            <a:endCxn id="581641" idx="7"/>
          </p:cNvCxnSpPr>
          <p:nvPr/>
        </p:nvCxnSpPr>
        <p:spPr bwMode="auto">
          <a:xfrm flipH="1">
            <a:off x="2973388" y="3427414"/>
            <a:ext cx="152400" cy="757237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81655" name="AutoShape 23">
            <a:extLst>
              <a:ext uri="{FF2B5EF4-FFF2-40B4-BE49-F238E27FC236}">
                <a16:creationId xmlns:a16="http://schemas.microsoft.com/office/drawing/2014/main" id="{FDD10DAD-FF40-4E2C-9BC1-D3C61504D993}"/>
              </a:ext>
            </a:extLst>
          </p:cNvPr>
          <p:cNvCxnSpPr>
            <a:cxnSpLocks noChangeShapeType="1"/>
            <a:stCxn id="581641" idx="6"/>
            <a:endCxn id="581643" idx="3"/>
          </p:cNvCxnSpPr>
          <p:nvPr/>
        </p:nvCxnSpPr>
        <p:spPr bwMode="auto">
          <a:xfrm flipV="1">
            <a:off x="3000375" y="3781426"/>
            <a:ext cx="908050" cy="468313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81656" name="AutoShape 24">
            <a:extLst>
              <a:ext uri="{FF2B5EF4-FFF2-40B4-BE49-F238E27FC236}">
                <a16:creationId xmlns:a16="http://schemas.microsoft.com/office/drawing/2014/main" id="{8B53771D-CA12-4797-BDC9-1F3EAF670670}"/>
              </a:ext>
            </a:extLst>
          </p:cNvPr>
          <p:cNvCxnSpPr>
            <a:cxnSpLocks noChangeShapeType="1"/>
            <a:stCxn id="581639" idx="6"/>
            <a:endCxn id="581637" idx="1"/>
          </p:cNvCxnSpPr>
          <p:nvPr/>
        </p:nvCxnSpPr>
        <p:spPr bwMode="auto">
          <a:xfrm flipV="1">
            <a:off x="3109913" y="2571750"/>
            <a:ext cx="2652712" cy="65088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81657" name="AutoShape 25">
            <a:extLst>
              <a:ext uri="{FF2B5EF4-FFF2-40B4-BE49-F238E27FC236}">
                <a16:creationId xmlns:a16="http://schemas.microsoft.com/office/drawing/2014/main" id="{2BD472E3-9240-4C54-811E-FFC53EDEC785}"/>
              </a:ext>
            </a:extLst>
          </p:cNvPr>
          <p:cNvCxnSpPr>
            <a:cxnSpLocks noChangeShapeType="1"/>
            <a:stCxn id="581641" idx="6"/>
            <a:endCxn id="581638" idx="3"/>
          </p:cNvCxnSpPr>
          <p:nvPr/>
        </p:nvCxnSpPr>
        <p:spPr bwMode="auto">
          <a:xfrm>
            <a:off x="3000376" y="4249738"/>
            <a:ext cx="2506663" cy="87312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581658" name="Text Box 26">
            <a:extLst>
              <a:ext uri="{FF2B5EF4-FFF2-40B4-BE49-F238E27FC236}">
                <a16:creationId xmlns:a16="http://schemas.microsoft.com/office/drawing/2014/main" id="{5C303268-9765-4746-9B1A-05B7B199BA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38525" y="3440113"/>
            <a:ext cx="21748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200"/>
              <a:t> 5</a:t>
            </a:r>
          </a:p>
        </p:txBody>
      </p:sp>
      <p:sp>
        <p:nvSpPr>
          <p:cNvPr id="581659" name="Text Box 27">
            <a:extLst>
              <a:ext uri="{FF2B5EF4-FFF2-40B4-BE49-F238E27FC236}">
                <a16:creationId xmlns:a16="http://schemas.microsoft.com/office/drawing/2014/main" id="{D964ED44-D2B2-4097-8EC6-49E0BF7B6D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0176" y="2978150"/>
            <a:ext cx="277813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200"/>
              <a:t>23</a:t>
            </a:r>
          </a:p>
        </p:txBody>
      </p:sp>
      <p:sp>
        <p:nvSpPr>
          <p:cNvPr id="581660" name="Text Box 28">
            <a:extLst>
              <a:ext uri="{FF2B5EF4-FFF2-40B4-BE49-F238E27FC236}">
                <a16:creationId xmlns:a16="http://schemas.microsoft.com/office/drawing/2014/main" id="{095A3D5E-86B9-4DCA-B91F-1E7686F0FB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3968750"/>
            <a:ext cx="254000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200"/>
              <a:t>10 </a:t>
            </a:r>
          </a:p>
        </p:txBody>
      </p:sp>
      <p:sp>
        <p:nvSpPr>
          <p:cNvPr id="581661" name="Text Box 29">
            <a:extLst>
              <a:ext uri="{FF2B5EF4-FFF2-40B4-BE49-F238E27FC236}">
                <a16:creationId xmlns:a16="http://schemas.microsoft.com/office/drawing/2014/main" id="{212FD036-A57C-49D1-AB93-AA095609B1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1763" y="4219575"/>
            <a:ext cx="266700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200"/>
              <a:t>21</a:t>
            </a:r>
          </a:p>
        </p:txBody>
      </p:sp>
      <p:sp>
        <p:nvSpPr>
          <p:cNvPr id="581662" name="Text Box 30">
            <a:extLst>
              <a:ext uri="{FF2B5EF4-FFF2-40B4-BE49-F238E27FC236}">
                <a16:creationId xmlns:a16="http://schemas.microsoft.com/office/drawing/2014/main" id="{F935806F-4874-408B-8DF2-E911C5C02E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0400" y="3921125"/>
            <a:ext cx="21748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200"/>
              <a:t> 14</a:t>
            </a:r>
          </a:p>
        </p:txBody>
      </p:sp>
      <p:sp>
        <p:nvSpPr>
          <p:cNvPr id="581663" name="Text Box 31">
            <a:extLst>
              <a:ext uri="{FF2B5EF4-FFF2-40B4-BE49-F238E27FC236}">
                <a16:creationId xmlns:a16="http://schemas.microsoft.com/office/drawing/2014/main" id="{D62E24C7-07E4-4613-AFFB-FDAB2395C5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0663" y="2552700"/>
            <a:ext cx="277812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200"/>
              <a:t>24</a:t>
            </a:r>
          </a:p>
        </p:txBody>
      </p:sp>
      <p:sp>
        <p:nvSpPr>
          <p:cNvPr id="581664" name="Text Box 32">
            <a:extLst>
              <a:ext uri="{FF2B5EF4-FFF2-40B4-BE49-F238E27FC236}">
                <a16:creationId xmlns:a16="http://schemas.microsoft.com/office/drawing/2014/main" id="{71214E72-F79A-4767-AFEB-A2BC2DD8DA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3581400"/>
            <a:ext cx="21748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200"/>
              <a:t> 16</a:t>
            </a:r>
          </a:p>
        </p:txBody>
      </p:sp>
      <p:sp>
        <p:nvSpPr>
          <p:cNvPr id="581665" name="Text Box 33">
            <a:extLst>
              <a:ext uri="{FF2B5EF4-FFF2-40B4-BE49-F238E27FC236}">
                <a16:creationId xmlns:a16="http://schemas.microsoft.com/office/drawing/2014/main" id="{380283FF-44E3-4B02-B931-3CB0EBE1F0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1600" y="3111500"/>
            <a:ext cx="21748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200"/>
              <a:t> 6</a:t>
            </a:r>
          </a:p>
        </p:txBody>
      </p:sp>
      <p:sp>
        <p:nvSpPr>
          <p:cNvPr id="581666" name="Text Box 34">
            <a:extLst>
              <a:ext uri="{FF2B5EF4-FFF2-40B4-BE49-F238E27FC236}">
                <a16:creationId xmlns:a16="http://schemas.microsoft.com/office/drawing/2014/main" id="{10CFCB73-6102-48B1-A7AC-5FD6E6ADAE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5075" y="2625725"/>
            <a:ext cx="21748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200"/>
              <a:t> 4</a:t>
            </a:r>
          </a:p>
        </p:txBody>
      </p:sp>
      <p:sp>
        <p:nvSpPr>
          <p:cNvPr id="581667" name="Text Box 35">
            <a:extLst>
              <a:ext uri="{FF2B5EF4-FFF2-40B4-BE49-F238E27FC236}">
                <a16:creationId xmlns:a16="http://schemas.microsoft.com/office/drawing/2014/main" id="{ECF4742A-F4FA-496C-ACD2-4083347B2F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9626" y="3194050"/>
            <a:ext cx="277813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200"/>
              <a:t>18</a:t>
            </a:r>
          </a:p>
        </p:txBody>
      </p:sp>
      <p:sp>
        <p:nvSpPr>
          <p:cNvPr id="581668" name="Text Box 36">
            <a:extLst>
              <a:ext uri="{FF2B5EF4-FFF2-40B4-BE49-F238E27FC236}">
                <a16:creationId xmlns:a16="http://schemas.microsoft.com/office/drawing/2014/main" id="{2CD5E8EF-72F9-4A90-A86B-B09B3ABD18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1" y="3054350"/>
            <a:ext cx="277813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200"/>
              <a:t>9</a:t>
            </a:r>
          </a:p>
        </p:txBody>
      </p:sp>
      <p:sp>
        <p:nvSpPr>
          <p:cNvPr id="581669" name="Text Box 37">
            <a:extLst>
              <a:ext uri="{FF2B5EF4-FFF2-40B4-BE49-F238E27FC236}">
                <a16:creationId xmlns:a16="http://schemas.microsoft.com/office/drawing/2014/main" id="{08E4117E-44CC-474D-A574-E533D8A2DE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1463" y="3825875"/>
            <a:ext cx="277812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200"/>
              <a:t>7</a:t>
            </a:r>
          </a:p>
        </p:txBody>
      </p:sp>
      <p:sp>
        <p:nvSpPr>
          <p:cNvPr id="581670" name="Text Box 38">
            <a:extLst>
              <a:ext uri="{FF2B5EF4-FFF2-40B4-BE49-F238E27FC236}">
                <a16:creationId xmlns:a16="http://schemas.microsoft.com/office/drawing/2014/main" id="{60C9218E-1F2F-4BC2-B4E4-AC5F692F4A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3588" y="3521075"/>
            <a:ext cx="277812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200"/>
              <a:t>11</a:t>
            </a:r>
          </a:p>
        </p:txBody>
      </p:sp>
      <p:sp>
        <p:nvSpPr>
          <p:cNvPr id="581671" name="Text Box 39">
            <a:extLst>
              <a:ext uri="{FF2B5EF4-FFF2-40B4-BE49-F238E27FC236}">
                <a16:creationId xmlns:a16="http://schemas.microsoft.com/office/drawing/2014/main" id="{DCDAA356-2519-49D0-BA7B-FEAA5CFBFA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5289" y="3713163"/>
            <a:ext cx="217487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200"/>
              <a:t> 8</a:t>
            </a:r>
          </a:p>
        </p:txBody>
      </p:sp>
      <p:sp>
        <p:nvSpPr>
          <p:cNvPr id="581672" name="Oval 40">
            <a:extLst>
              <a:ext uri="{FF2B5EF4-FFF2-40B4-BE49-F238E27FC236}">
                <a16:creationId xmlns:a16="http://schemas.microsoft.com/office/drawing/2014/main" id="{3F75B318-CC83-4487-BE89-CF23E0121D5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73801" y="2794001"/>
            <a:ext cx="182563" cy="182563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lang="en-US" altLang="en-US" sz="1400"/>
          </a:p>
        </p:txBody>
      </p:sp>
      <p:sp>
        <p:nvSpPr>
          <p:cNvPr id="581673" name="Oval 41">
            <a:extLst>
              <a:ext uri="{FF2B5EF4-FFF2-40B4-BE49-F238E27FC236}">
                <a16:creationId xmlns:a16="http://schemas.microsoft.com/office/drawing/2014/main" id="{A52CDAC7-FD73-4F20-9C3A-17B662F8FB0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875838" y="2473326"/>
            <a:ext cx="182562" cy="182563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lang="en-US" altLang="en-US" sz="1400"/>
          </a:p>
        </p:txBody>
      </p:sp>
      <p:sp>
        <p:nvSpPr>
          <p:cNvPr id="581674" name="Oval 42">
            <a:extLst>
              <a:ext uri="{FF2B5EF4-FFF2-40B4-BE49-F238E27FC236}">
                <a16:creationId xmlns:a16="http://schemas.microsoft.com/office/drawing/2014/main" id="{DB70FAAF-CD20-407A-A098-A492A5B51ED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620251" y="4186238"/>
            <a:ext cx="182563" cy="182562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lang="en-US" altLang="en-US" sz="1400"/>
          </a:p>
        </p:txBody>
      </p:sp>
      <p:sp>
        <p:nvSpPr>
          <p:cNvPr id="581675" name="Oval 43">
            <a:extLst>
              <a:ext uri="{FF2B5EF4-FFF2-40B4-BE49-F238E27FC236}">
                <a16:creationId xmlns:a16="http://schemas.microsoft.com/office/drawing/2014/main" id="{87F3228D-1813-4D2C-AF32-77CB871DC6B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067551" y="2549526"/>
            <a:ext cx="182563" cy="182563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lang="en-US" altLang="en-US" sz="1400"/>
          </a:p>
        </p:txBody>
      </p:sp>
      <p:sp>
        <p:nvSpPr>
          <p:cNvPr id="581676" name="Oval 44">
            <a:extLst>
              <a:ext uri="{FF2B5EF4-FFF2-40B4-BE49-F238E27FC236}">
                <a16:creationId xmlns:a16="http://schemas.microsoft.com/office/drawing/2014/main" id="{A3EF5FC0-71E0-4060-B5A1-A72244B1708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73913" y="3249613"/>
            <a:ext cx="182562" cy="182562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lang="en-US" altLang="en-US" sz="1400"/>
          </a:p>
        </p:txBody>
      </p:sp>
      <p:sp>
        <p:nvSpPr>
          <p:cNvPr id="581677" name="Oval 45">
            <a:extLst>
              <a:ext uri="{FF2B5EF4-FFF2-40B4-BE49-F238E27FC236}">
                <a16:creationId xmlns:a16="http://schemas.microsoft.com/office/drawing/2014/main" id="{04855265-E282-4D06-B24F-99E45D626FC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958013" y="4162426"/>
            <a:ext cx="182562" cy="182563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lang="en-US" altLang="en-US" sz="1400"/>
          </a:p>
        </p:txBody>
      </p:sp>
      <p:sp>
        <p:nvSpPr>
          <p:cNvPr id="581678" name="Oval 46">
            <a:extLst>
              <a:ext uri="{FF2B5EF4-FFF2-40B4-BE49-F238E27FC236}">
                <a16:creationId xmlns:a16="http://schemas.microsoft.com/office/drawing/2014/main" id="{E0125394-2D33-4A15-8F8E-8B10C51BDDC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251951" y="3424238"/>
            <a:ext cx="182563" cy="18415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lang="en-US" altLang="en-US" sz="1400"/>
          </a:p>
        </p:txBody>
      </p:sp>
      <p:sp>
        <p:nvSpPr>
          <p:cNvPr id="581679" name="Oval 47">
            <a:extLst>
              <a:ext uri="{FF2B5EF4-FFF2-40B4-BE49-F238E27FC236}">
                <a16:creationId xmlns:a16="http://schemas.microsoft.com/office/drawing/2014/main" id="{F56C103D-0E48-4A87-B832-8AB0CA82F4C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021638" y="3630613"/>
            <a:ext cx="182562" cy="182562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lang="en-US" altLang="en-US" sz="1400"/>
          </a:p>
        </p:txBody>
      </p:sp>
      <p:cxnSp>
        <p:nvCxnSpPr>
          <p:cNvPr id="581680" name="AutoShape 48">
            <a:extLst>
              <a:ext uri="{FF2B5EF4-FFF2-40B4-BE49-F238E27FC236}">
                <a16:creationId xmlns:a16="http://schemas.microsoft.com/office/drawing/2014/main" id="{1742871E-5411-4E7B-AD0D-7DC31C202A07}"/>
              </a:ext>
            </a:extLst>
          </p:cNvPr>
          <p:cNvCxnSpPr>
            <a:cxnSpLocks noChangeShapeType="1"/>
            <a:stCxn id="581672" idx="7"/>
            <a:endCxn id="581675" idx="2"/>
          </p:cNvCxnSpPr>
          <p:nvPr/>
        </p:nvCxnSpPr>
        <p:spPr bwMode="auto">
          <a:xfrm flipV="1">
            <a:off x="6429376" y="2641600"/>
            <a:ext cx="638175" cy="179388"/>
          </a:xfrm>
          <a:prstGeom prst="straightConnector1">
            <a:avLst/>
          </a:prstGeom>
          <a:noFill/>
          <a:ln w="254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81681" name="AutoShape 49">
            <a:extLst>
              <a:ext uri="{FF2B5EF4-FFF2-40B4-BE49-F238E27FC236}">
                <a16:creationId xmlns:a16="http://schemas.microsoft.com/office/drawing/2014/main" id="{572927F6-6495-4BB8-A78F-BDFA704389C8}"/>
              </a:ext>
            </a:extLst>
          </p:cNvPr>
          <p:cNvCxnSpPr>
            <a:cxnSpLocks noChangeShapeType="1"/>
            <a:stCxn id="581672" idx="5"/>
            <a:endCxn id="581676" idx="2"/>
          </p:cNvCxnSpPr>
          <p:nvPr/>
        </p:nvCxnSpPr>
        <p:spPr bwMode="auto">
          <a:xfrm>
            <a:off x="6429375" y="2949576"/>
            <a:ext cx="744538" cy="392113"/>
          </a:xfrm>
          <a:prstGeom prst="straightConnector1">
            <a:avLst/>
          </a:prstGeom>
          <a:noFill/>
          <a:ln w="254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81682" name="AutoShape 50">
            <a:extLst>
              <a:ext uri="{FF2B5EF4-FFF2-40B4-BE49-F238E27FC236}">
                <a16:creationId xmlns:a16="http://schemas.microsoft.com/office/drawing/2014/main" id="{91845153-0636-415C-A564-798694EF1012}"/>
              </a:ext>
            </a:extLst>
          </p:cNvPr>
          <p:cNvCxnSpPr>
            <a:cxnSpLocks noChangeShapeType="1"/>
            <a:stCxn id="581672" idx="4"/>
            <a:endCxn id="581677" idx="0"/>
          </p:cNvCxnSpPr>
          <p:nvPr/>
        </p:nvCxnSpPr>
        <p:spPr bwMode="auto">
          <a:xfrm>
            <a:off x="6365876" y="2976563"/>
            <a:ext cx="684213" cy="1185862"/>
          </a:xfrm>
          <a:prstGeom prst="straightConnector1">
            <a:avLst/>
          </a:prstGeom>
          <a:noFill/>
          <a:ln w="9525">
            <a:solidFill>
              <a:srgbClr val="96969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81683" name="AutoShape 51">
            <a:extLst>
              <a:ext uri="{FF2B5EF4-FFF2-40B4-BE49-F238E27FC236}">
                <a16:creationId xmlns:a16="http://schemas.microsoft.com/office/drawing/2014/main" id="{58C1AE19-078F-41F7-A067-67CE19D5F6D8}"/>
              </a:ext>
            </a:extLst>
          </p:cNvPr>
          <p:cNvCxnSpPr>
            <a:cxnSpLocks noChangeShapeType="1"/>
            <a:stCxn id="581676" idx="6"/>
            <a:endCxn id="581673" idx="2"/>
          </p:cNvCxnSpPr>
          <p:nvPr/>
        </p:nvCxnSpPr>
        <p:spPr bwMode="auto">
          <a:xfrm flipV="1">
            <a:off x="7356476" y="2565400"/>
            <a:ext cx="2519363" cy="776288"/>
          </a:xfrm>
          <a:prstGeom prst="straightConnector1">
            <a:avLst/>
          </a:prstGeom>
          <a:noFill/>
          <a:ln w="9525">
            <a:solidFill>
              <a:srgbClr val="96969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81684" name="AutoShape 52">
            <a:extLst>
              <a:ext uri="{FF2B5EF4-FFF2-40B4-BE49-F238E27FC236}">
                <a16:creationId xmlns:a16="http://schemas.microsoft.com/office/drawing/2014/main" id="{499CF164-163E-4593-B91D-3A6F419C8A80}"/>
              </a:ext>
            </a:extLst>
          </p:cNvPr>
          <p:cNvCxnSpPr>
            <a:cxnSpLocks noChangeShapeType="1"/>
            <a:stCxn id="581678" idx="7"/>
            <a:endCxn id="581673" idx="4"/>
          </p:cNvCxnSpPr>
          <p:nvPr/>
        </p:nvCxnSpPr>
        <p:spPr bwMode="auto">
          <a:xfrm flipV="1">
            <a:off x="9407525" y="2655889"/>
            <a:ext cx="560388" cy="795337"/>
          </a:xfrm>
          <a:prstGeom prst="straightConnector1">
            <a:avLst/>
          </a:prstGeom>
          <a:noFill/>
          <a:ln w="254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81685" name="AutoShape 53">
            <a:extLst>
              <a:ext uri="{FF2B5EF4-FFF2-40B4-BE49-F238E27FC236}">
                <a16:creationId xmlns:a16="http://schemas.microsoft.com/office/drawing/2014/main" id="{16283C48-F52C-4CF7-823D-3639525D7A18}"/>
              </a:ext>
            </a:extLst>
          </p:cNvPr>
          <p:cNvCxnSpPr>
            <a:cxnSpLocks noChangeShapeType="1"/>
            <a:stCxn id="581676" idx="5"/>
            <a:endCxn id="581679" idx="1"/>
          </p:cNvCxnSpPr>
          <p:nvPr/>
        </p:nvCxnSpPr>
        <p:spPr bwMode="auto">
          <a:xfrm>
            <a:off x="7329489" y="3405188"/>
            <a:ext cx="719137" cy="252412"/>
          </a:xfrm>
          <a:prstGeom prst="straightConnector1">
            <a:avLst/>
          </a:prstGeom>
          <a:noFill/>
          <a:ln w="254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81686" name="AutoShape 54">
            <a:extLst>
              <a:ext uri="{FF2B5EF4-FFF2-40B4-BE49-F238E27FC236}">
                <a16:creationId xmlns:a16="http://schemas.microsoft.com/office/drawing/2014/main" id="{5B7C5293-C11D-4E2D-893A-4550AC530DDE}"/>
              </a:ext>
            </a:extLst>
          </p:cNvPr>
          <p:cNvCxnSpPr>
            <a:cxnSpLocks noChangeShapeType="1"/>
            <a:stCxn id="581679" idx="5"/>
            <a:endCxn id="581674" idx="2"/>
          </p:cNvCxnSpPr>
          <p:nvPr/>
        </p:nvCxnSpPr>
        <p:spPr bwMode="auto">
          <a:xfrm>
            <a:off x="8177214" y="3786189"/>
            <a:ext cx="1443037" cy="492125"/>
          </a:xfrm>
          <a:prstGeom prst="straightConnector1">
            <a:avLst/>
          </a:prstGeom>
          <a:noFill/>
          <a:ln w="9525">
            <a:solidFill>
              <a:srgbClr val="96969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81687" name="AutoShape 55">
            <a:extLst>
              <a:ext uri="{FF2B5EF4-FFF2-40B4-BE49-F238E27FC236}">
                <a16:creationId xmlns:a16="http://schemas.microsoft.com/office/drawing/2014/main" id="{2F14AB7C-E447-498F-9C27-428B182D3DCA}"/>
              </a:ext>
            </a:extLst>
          </p:cNvPr>
          <p:cNvCxnSpPr>
            <a:cxnSpLocks noChangeShapeType="1"/>
            <a:stCxn id="581679" idx="6"/>
            <a:endCxn id="581678" idx="2"/>
          </p:cNvCxnSpPr>
          <p:nvPr/>
        </p:nvCxnSpPr>
        <p:spPr bwMode="auto">
          <a:xfrm flipV="1">
            <a:off x="8204200" y="3516314"/>
            <a:ext cx="1047750" cy="206375"/>
          </a:xfrm>
          <a:prstGeom prst="straightConnector1">
            <a:avLst/>
          </a:prstGeom>
          <a:noFill/>
          <a:ln w="254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81688" name="AutoShape 56">
            <a:extLst>
              <a:ext uri="{FF2B5EF4-FFF2-40B4-BE49-F238E27FC236}">
                <a16:creationId xmlns:a16="http://schemas.microsoft.com/office/drawing/2014/main" id="{0FC80297-EA6A-481E-9DDE-736866880E61}"/>
              </a:ext>
            </a:extLst>
          </p:cNvPr>
          <p:cNvCxnSpPr>
            <a:cxnSpLocks noChangeShapeType="1"/>
            <a:stCxn id="581678" idx="5"/>
            <a:endCxn id="581674" idx="0"/>
          </p:cNvCxnSpPr>
          <p:nvPr/>
        </p:nvCxnSpPr>
        <p:spPr bwMode="auto">
          <a:xfrm>
            <a:off x="9407525" y="3581400"/>
            <a:ext cx="304800" cy="604838"/>
          </a:xfrm>
          <a:prstGeom prst="straightConnector1">
            <a:avLst/>
          </a:prstGeom>
          <a:noFill/>
          <a:ln w="254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81689" name="AutoShape 57">
            <a:extLst>
              <a:ext uri="{FF2B5EF4-FFF2-40B4-BE49-F238E27FC236}">
                <a16:creationId xmlns:a16="http://schemas.microsoft.com/office/drawing/2014/main" id="{2EA03942-10B5-447F-A3CD-4E67E5C1AF66}"/>
              </a:ext>
            </a:extLst>
          </p:cNvPr>
          <p:cNvCxnSpPr>
            <a:cxnSpLocks noChangeShapeType="1"/>
            <a:stCxn id="581673" idx="3"/>
            <a:endCxn id="581679" idx="7"/>
          </p:cNvCxnSpPr>
          <p:nvPr/>
        </p:nvCxnSpPr>
        <p:spPr bwMode="auto">
          <a:xfrm flipH="1">
            <a:off x="8177213" y="2628900"/>
            <a:ext cx="1725612" cy="1028700"/>
          </a:xfrm>
          <a:prstGeom prst="straightConnector1">
            <a:avLst/>
          </a:prstGeom>
          <a:noFill/>
          <a:ln w="9525">
            <a:solidFill>
              <a:srgbClr val="96969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81690" name="AutoShape 58">
            <a:extLst>
              <a:ext uri="{FF2B5EF4-FFF2-40B4-BE49-F238E27FC236}">
                <a16:creationId xmlns:a16="http://schemas.microsoft.com/office/drawing/2014/main" id="{CFFEDE19-24D0-4D08-8590-36B1854050BB}"/>
              </a:ext>
            </a:extLst>
          </p:cNvPr>
          <p:cNvCxnSpPr>
            <a:cxnSpLocks noChangeShapeType="1"/>
            <a:stCxn id="581676" idx="4"/>
            <a:endCxn id="581677" idx="7"/>
          </p:cNvCxnSpPr>
          <p:nvPr/>
        </p:nvCxnSpPr>
        <p:spPr bwMode="auto">
          <a:xfrm flipH="1">
            <a:off x="7113588" y="3432175"/>
            <a:ext cx="152400" cy="757238"/>
          </a:xfrm>
          <a:prstGeom prst="straightConnector1">
            <a:avLst/>
          </a:prstGeom>
          <a:noFill/>
          <a:ln w="254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81691" name="AutoShape 59">
            <a:extLst>
              <a:ext uri="{FF2B5EF4-FFF2-40B4-BE49-F238E27FC236}">
                <a16:creationId xmlns:a16="http://schemas.microsoft.com/office/drawing/2014/main" id="{200C0AFF-317D-4FFA-AAAF-B09AF3E22149}"/>
              </a:ext>
            </a:extLst>
          </p:cNvPr>
          <p:cNvCxnSpPr>
            <a:cxnSpLocks noChangeShapeType="1"/>
            <a:stCxn id="581677" idx="6"/>
            <a:endCxn id="581679" idx="3"/>
          </p:cNvCxnSpPr>
          <p:nvPr/>
        </p:nvCxnSpPr>
        <p:spPr bwMode="auto">
          <a:xfrm flipV="1">
            <a:off x="7140575" y="3786188"/>
            <a:ext cx="908050" cy="468312"/>
          </a:xfrm>
          <a:prstGeom prst="straightConnector1">
            <a:avLst/>
          </a:prstGeom>
          <a:noFill/>
          <a:ln w="9525">
            <a:solidFill>
              <a:srgbClr val="96969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81692" name="AutoShape 60">
            <a:extLst>
              <a:ext uri="{FF2B5EF4-FFF2-40B4-BE49-F238E27FC236}">
                <a16:creationId xmlns:a16="http://schemas.microsoft.com/office/drawing/2014/main" id="{BDC905FC-0B6E-4863-812A-04D980EBDEFF}"/>
              </a:ext>
            </a:extLst>
          </p:cNvPr>
          <p:cNvCxnSpPr>
            <a:cxnSpLocks noChangeShapeType="1"/>
            <a:stCxn id="581675" idx="6"/>
            <a:endCxn id="581673" idx="1"/>
          </p:cNvCxnSpPr>
          <p:nvPr/>
        </p:nvCxnSpPr>
        <p:spPr bwMode="auto">
          <a:xfrm flipV="1">
            <a:off x="7250113" y="2500314"/>
            <a:ext cx="2652712" cy="141287"/>
          </a:xfrm>
          <a:prstGeom prst="straightConnector1">
            <a:avLst/>
          </a:prstGeom>
          <a:noFill/>
          <a:ln w="9525">
            <a:solidFill>
              <a:srgbClr val="96969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81693" name="AutoShape 61">
            <a:extLst>
              <a:ext uri="{FF2B5EF4-FFF2-40B4-BE49-F238E27FC236}">
                <a16:creationId xmlns:a16="http://schemas.microsoft.com/office/drawing/2014/main" id="{9381D54B-BB48-4DA6-BFA2-937193B61E79}"/>
              </a:ext>
            </a:extLst>
          </p:cNvPr>
          <p:cNvCxnSpPr>
            <a:cxnSpLocks noChangeShapeType="1"/>
            <a:stCxn id="581677" idx="6"/>
            <a:endCxn id="581674" idx="3"/>
          </p:cNvCxnSpPr>
          <p:nvPr/>
        </p:nvCxnSpPr>
        <p:spPr bwMode="auto">
          <a:xfrm>
            <a:off x="7140576" y="4254501"/>
            <a:ext cx="2506663" cy="87313"/>
          </a:xfrm>
          <a:prstGeom prst="straightConnector1">
            <a:avLst/>
          </a:prstGeom>
          <a:noFill/>
          <a:ln w="9525">
            <a:solidFill>
              <a:srgbClr val="96969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581694" name="Text Box 62">
            <a:extLst>
              <a:ext uri="{FF2B5EF4-FFF2-40B4-BE49-F238E27FC236}">
                <a16:creationId xmlns:a16="http://schemas.microsoft.com/office/drawing/2014/main" id="{0F547AC0-143E-4C2C-A459-9B9D839325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8725" y="3444875"/>
            <a:ext cx="21748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200">
                <a:solidFill>
                  <a:srgbClr val="003399"/>
                </a:solidFill>
              </a:rPr>
              <a:t> 5</a:t>
            </a:r>
          </a:p>
        </p:txBody>
      </p:sp>
      <p:sp>
        <p:nvSpPr>
          <p:cNvPr id="581695" name="Text Box 63">
            <a:extLst>
              <a:ext uri="{FF2B5EF4-FFF2-40B4-BE49-F238E27FC236}">
                <a16:creationId xmlns:a16="http://schemas.microsoft.com/office/drawing/2014/main" id="{7E305554-FAF6-4B4B-B331-654AD873FD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1800" y="3116263"/>
            <a:ext cx="21748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200">
                <a:solidFill>
                  <a:srgbClr val="003399"/>
                </a:solidFill>
              </a:rPr>
              <a:t> 6</a:t>
            </a:r>
          </a:p>
        </p:txBody>
      </p:sp>
      <p:sp>
        <p:nvSpPr>
          <p:cNvPr id="581696" name="Text Box 64">
            <a:extLst>
              <a:ext uri="{FF2B5EF4-FFF2-40B4-BE49-F238E27FC236}">
                <a16:creationId xmlns:a16="http://schemas.microsoft.com/office/drawing/2014/main" id="{6E88352F-3972-4DA2-8F99-C168B7C766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45275" y="2630488"/>
            <a:ext cx="21748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200">
                <a:solidFill>
                  <a:srgbClr val="003399"/>
                </a:solidFill>
              </a:rPr>
              <a:t> 4</a:t>
            </a:r>
          </a:p>
        </p:txBody>
      </p:sp>
      <p:sp>
        <p:nvSpPr>
          <p:cNvPr id="581697" name="Text Box 65">
            <a:extLst>
              <a:ext uri="{FF2B5EF4-FFF2-40B4-BE49-F238E27FC236}">
                <a16:creationId xmlns:a16="http://schemas.microsoft.com/office/drawing/2014/main" id="{24FBF3AC-0281-4630-A5FA-E85647CF50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50401" y="3059113"/>
            <a:ext cx="277813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200">
                <a:solidFill>
                  <a:srgbClr val="003399"/>
                </a:solidFill>
              </a:rPr>
              <a:t>9</a:t>
            </a:r>
          </a:p>
        </p:txBody>
      </p:sp>
      <p:sp>
        <p:nvSpPr>
          <p:cNvPr id="581698" name="Text Box 66">
            <a:extLst>
              <a:ext uri="{FF2B5EF4-FFF2-40B4-BE49-F238E27FC236}">
                <a16:creationId xmlns:a16="http://schemas.microsoft.com/office/drawing/2014/main" id="{EBA3B34D-F583-426A-8AA2-F99A8F673F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91663" y="3830638"/>
            <a:ext cx="277812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200">
                <a:solidFill>
                  <a:srgbClr val="003399"/>
                </a:solidFill>
              </a:rPr>
              <a:t>7</a:t>
            </a:r>
          </a:p>
        </p:txBody>
      </p:sp>
      <p:sp>
        <p:nvSpPr>
          <p:cNvPr id="581699" name="Text Box 67">
            <a:extLst>
              <a:ext uri="{FF2B5EF4-FFF2-40B4-BE49-F238E27FC236}">
                <a16:creationId xmlns:a16="http://schemas.microsoft.com/office/drawing/2014/main" id="{24B8F9CD-F74F-4B9D-9F3F-C68B02D740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13788" y="3525838"/>
            <a:ext cx="277812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200">
                <a:solidFill>
                  <a:srgbClr val="003399"/>
                </a:solidFill>
              </a:rPr>
              <a:t>11</a:t>
            </a:r>
          </a:p>
        </p:txBody>
      </p:sp>
      <p:sp>
        <p:nvSpPr>
          <p:cNvPr id="581700" name="Text Box 68">
            <a:extLst>
              <a:ext uri="{FF2B5EF4-FFF2-40B4-BE49-F238E27FC236}">
                <a16:creationId xmlns:a16="http://schemas.microsoft.com/office/drawing/2014/main" id="{E3186610-59FB-4EE0-B904-32368A932A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73900" y="3717925"/>
            <a:ext cx="217488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200">
                <a:solidFill>
                  <a:srgbClr val="003399"/>
                </a:solidFill>
              </a:rPr>
              <a:t> 8</a:t>
            </a:r>
          </a:p>
        </p:txBody>
      </p:sp>
      <p:sp>
        <p:nvSpPr>
          <p:cNvPr id="581701" name="Text Box 69">
            <a:extLst>
              <a:ext uri="{FF2B5EF4-FFF2-40B4-BE49-F238E27FC236}">
                <a16:creationId xmlns:a16="http://schemas.microsoft.com/office/drawing/2014/main" id="{A02E8FA6-6731-4CAD-B696-FD55C3FFB6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551363"/>
            <a:ext cx="1295400" cy="374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G = (V, E)</a:t>
            </a:r>
          </a:p>
        </p:txBody>
      </p:sp>
      <p:sp>
        <p:nvSpPr>
          <p:cNvPr id="581702" name="Text Box 70">
            <a:extLst>
              <a:ext uri="{FF2B5EF4-FFF2-40B4-BE49-F238E27FC236}">
                <a16:creationId xmlns:a16="http://schemas.microsoft.com/office/drawing/2014/main" id="{0FA561C6-55AA-46DD-9BC0-6A3A3662E0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7301" y="4551363"/>
            <a:ext cx="1673225" cy="374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003399"/>
                </a:solidFill>
              </a:rPr>
              <a:t>T</a:t>
            </a:r>
            <a:r>
              <a:rPr lang="en-US" altLang="en-US"/>
              <a:t>,  </a:t>
            </a:r>
            <a:r>
              <a:rPr lang="en-US" altLang="en-US">
                <a:sym typeface="Symbol" panose="05050102010706020507" pitchFamily="18" charset="2"/>
              </a:rPr>
              <a:t></a:t>
            </a:r>
            <a:r>
              <a:rPr lang="en-US" altLang="en-US" baseline="-25000">
                <a:sym typeface="Symbol" panose="05050102010706020507" pitchFamily="18" charset="2"/>
              </a:rPr>
              <a:t>eT</a:t>
            </a:r>
            <a:r>
              <a:rPr lang="en-US" altLang="en-US"/>
              <a:t> c</a:t>
            </a:r>
            <a:r>
              <a:rPr lang="en-US" altLang="en-US" baseline="-25000">
                <a:sym typeface="Symbol" panose="05050102010706020507" pitchFamily="18" charset="2"/>
              </a:rPr>
              <a:t>e </a:t>
            </a:r>
            <a:r>
              <a:rPr lang="en-US" altLang="en-US"/>
              <a:t>= 50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3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3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3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1635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82" name="Rectangle 2">
            <a:extLst>
              <a:ext uri="{FF2B5EF4-FFF2-40B4-BE49-F238E27FC236}">
                <a16:creationId xmlns:a16="http://schemas.microsoft.com/office/drawing/2014/main" id="{78188F00-488D-4864-B835-55DA8F7F1C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686" y="42074"/>
            <a:ext cx="10515600" cy="1325563"/>
          </a:xfrm>
        </p:spPr>
        <p:txBody>
          <a:bodyPr/>
          <a:lstStyle/>
          <a:p>
            <a:r>
              <a:rPr lang="en-US" altLang="en-US" dirty="0"/>
              <a:t>Applications</a:t>
            </a:r>
          </a:p>
        </p:txBody>
      </p:sp>
      <p:sp>
        <p:nvSpPr>
          <p:cNvPr id="583683" name="Rectangle 3">
            <a:extLst>
              <a:ext uri="{FF2B5EF4-FFF2-40B4-BE49-F238E27FC236}">
                <a16:creationId xmlns:a16="http://schemas.microsoft.com/office/drawing/2014/main" id="{B9E6BC1F-6C36-4791-96EF-23BCC78CC4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43512" y="1264828"/>
            <a:ext cx="9879546" cy="4840753"/>
          </a:xfrm>
        </p:spPr>
        <p:txBody>
          <a:bodyPr>
            <a:noAutofit/>
          </a:bodyPr>
          <a:lstStyle/>
          <a:p>
            <a:pPr>
              <a:lnSpc>
                <a:spcPts val="2200"/>
              </a:lnSpc>
            </a:pPr>
            <a:r>
              <a:rPr lang="en-US" altLang="en-US" sz="2000" dirty="0"/>
              <a:t>MST is a fundamental problem with diverse applications.</a:t>
            </a:r>
          </a:p>
          <a:p>
            <a:pPr>
              <a:lnSpc>
                <a:spcPts val="2200"/>
              </a:lnSpc>
            </a:pPr>
            <a:r>
              <a:rPr lang="en-US" altLang="en-US" sz="2000" dirty="0"/>
              <a:t>Network design.</a:t>
            </a:r>
          </a:p>
          <a:p>
            <a:pPr lvl="1">
              <a:lnSpc>
                <a:spcPts val="2200"/>
              </a:lnSpc>
            </a:pPr>
            <a:r>
              <a:rPr lang="en-US" altLang="en-US" sz="2000" dirty="0"/>
              <a:t>telephone, electrical, hydraulic, TV cable, computer, road</a:t>
            </a:r>
          </a:p>
          <a:p>
            <a:pPr>
              <a:lnSpc>
                <a:spcPts val="2200"/>
              </a:lnSpc>
            </a:pPr>
            <a:r>
              <a:rPr lang="en-US" altLang="en-US" sz="2000" dirty="0"/>
              <a:t>Approximation algorithms for NP-hard problems.</a:t>
            </a:r>
          </a:p>
          <a:p>
            <a:pPr lvl="1">
              <a:lnSpc>
                <a:spcPts val="2200"/>
              </a:lnSpc>
            </a:pPr>
            <a:r>
              <a:rPr lang="en-US" altLang="en-US" sz="2000" dirty="0"/>
              <a:t>traveling salesperson problem, Steiner tree</a:t>
            </a:r>
          </a:p>
          <a:p>
            <a:pPr>
              <a:lnSpc>
                <a:spcPts val="2200"/>
              </a:lnSpc>
            </a:pPr>
            <a:r>
              <a:rPr lang="en-US" altLang="en-US" sz="2000" dirty="0"/>
              <a:t>Indirect applications.</a:t>
            </a:r>
          </a:p>
          <a:p>
            <a:pPr lvl="1">
              <a:lnSpc>
                <a:spcPts val="2200"/>
              </a:lnSpc>
            </a:pPr>
            <a:r>
              <a:rPr lang="en-US" altLang="en-US" sz="2000" dirty="0"/>
              <a:t>max bottleneck paths</a:t>
            </a:r>
          </a:p>
          <a:p>
            <a:pPr lvl="1">
              <a:lnSpc>
                <a:spcPts val="2200"/>
              </a:lnSpc>
            </a:pPr>
            <a:r>
              <a:rPr lang="en-US" altLang="en-US" sz="2000" dirty="0"/>
              <a:t>LDPC codes for error correction</a:t>
            </a:r>
          </a:p>
          <a:p>
            <a:pPr lvl="1">
              <a:lnSpc>
                <a:spcPts val="2200"/>
              </a:lnSpc>
            </a:pPr>
            <a:r>
              <a:rPr lang="en-US" altLang="en-US" sz="2000" dirty="0"/>
              <a:t>image registration with </a:t>
            </a:r>
            <a:r>
              <a:rPr lang="en-US" altLang="en-US" sz="2000" dirty="0" err="1"/>
              <a:t>Renyi</a:t>
            </a:r>
            <a:r>
              <a:rPr lang="en-US" altLang="en-US" sz="2000" dirty="0"/>
              <a:t> entropy</a:t>
            </a:r>
          </a:p>
          <a:p>
            <a:pPr lvl="1">
              <a:lnSpc>
                <a:spcPts val="2200"/>
              </a:lnSpc>
            </a:pPr>
            <a:r>
              <a:rPr lang="en-US" altLang="en-US" sz="2000" dirty="0"/>
              <a:t>learning salient features for real-time face verification</a:t>
            </a:r>
          </a:p>
          <a:p>
            <a:pPr lvl="1">
              <a:lnSpc>
                <a:spcPts val="2200"/>
              </a:lnSpc>
            </a:pPr>
            <a:r>
              <a:rPr lang="en-US" altLang="en-US" sz="2000" dirty="0"/>
              <a:t>reducing data storage in sequencing amino acids in a protein</a:t>
            </a:r>
          </a:p>
          <a:p>
            <a:pPr lvl="1">
              <a:lnSpc>
                <a:spcPts val="2200"/>
              </a:lnSpc>
            </a:pPr>
            <a:r>
              <a:rPr lang="en-US" altLang="en-US" sz="2000" dirty="0"/>
              <a:t>model locality of particle interactions in turbulent fluid flows</a:t>
            </a:r>
          </a:p>
          <a:p>
            <a:pPr lvl="1">
              <a:lnSpc>
                <a:spcPts val="2200"/>
              </a:lnSpc>
            </a:pPr>
            <a:r>
              <a:rPr lang="en-US" altLang="en-US" sz="2000" dirty="0" err="1"/>
              <a:t>autoconfig</a:t>
            </a:r>
            <a:r>
              <a:rPr lang="en-US" altLang="en-US" sz="2000" dirty="0"/>
              <a:t> protocol for Ethernet bridging to avoid cycles in a </a:t>
            </a:r>
          </a:p>
          <a:p>
            <a:pPr lvl="1">
              <a:lnSpc>
                <a:spcPts val="2200"/>
              </a:lnSpc>
            </a:pPr>
            <a:r>
              <a:rPr lang="en-US" altLang="en-US" sz="2000" dirty="0"/>
              <a:t>network</a:t>
            </a:r>
            <a:endParaRPr lang="en-US" altLang="en-US" dirty="0"/>
          </a:p>
          <a:p>
            <a:pPr>
              <a:lnSpc>
                <a:spcPts val="2200"/>
              </a:lnSpc>
            </a:pPr>
            <a:r>
              <a:rPr lang="en-US" altLang="en-US" sz="2000" dirty="0"/>
              <a:t>Cluster analysis.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68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986" name="Rectangle 2">
            <a:extLst>
              <a:ext uri="{FF2B5EF4-FFF2-40B4-BE49-F238E27FC236}">
                <a16:creationId xmlns:a16="http://schemas.microsoft.com/office/drawing/2014/main" id="{D8DC86E9-611C-462C-AE29-9B0C9C9544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Greedy Algorithms</a:t>
            </a:r>
          </a:p>
        </p:txBody>
      </p:sp>
      <p:sp>
        <p:nvSpPr>
          <p:cNvPr id="681987" name="Rectangle 3">
            <a:extLst>
              <a:ext uri="{FF2B5EF4-FFF2-40B4-BE49-F238E27FC236}">
                <a16:creationId xmlns:a16="http://schemas.microsoft.com/office/drawing/2014/main" id="{A13B90FD-CAB5-47E5-8EAB-585622B22E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825625"/>
            <a:ext cx="7818485" cy="4351338"/>
          </a:xfrm>
        </p:spPr>
        <p:txBody>
          <a:bodyPr>
            <a:normAutofit fontScale="85000" lnSpcReduction="20000"/>
          </a:bodyPr>
          <a:lstStyle/>
          <a:p>
            <a:r>
              <a:rPr lang="en-US" altLang="en-US" dirty="0"/>
              <a:t>Kruskal's algorithm.  </a:t>
            </a:r>
            <a:r>
              <a:rPr lang="en-US" altLang="en-US" dirty="0">
                <a:solidFill>
                  <a:schemeClr val="tx1"/>
                </a:solidFill>
              </a:rPr>
              <a:t>Start with T = </a:t>
            </a:r>
            <a:r>
              <a:rPr lang="en-US" altLang="en-US" dirty="0">
                <a:solidFill>
                  <a:schemeClr val="tx1"/>
                </a:solidFill>
                <a:sym typeface="Symbol" panose="05050102010706020507" pitchFamily="18" charset="2"/>
              </a:rPr>
              <a:t></a:t>
            </a:r>
            <a:r>
              <a:rPr lang="en-US" altLang="en-US" dirty="0">
                <a:solidFill>
                  <a:schemeClr val="tx1"/>
                </a:solidFill>
              </a:rPr>
              <a:t>. Consider edges in ascending order of cost. Insert edge e in T unless doing so would create a cycle.</a:t>
            </a:r>
          </a:p>
          <a:p>
            <a:endParaRPr lang="en-US" altLang="en-US" dirty="0">
              <a:solidFill>
                <a:schemeClr val="tx1"/>
              </a:solidFill>
            </a:endParaRPr>
          </a:p>
          <a:p>
            <a:r>
              <a:rPr lang="en-US" altLang="en-US" dirty="0"/>
              <a:t>Reverse-Delete algorithm.  </a:t>
            </a:r>
            <a:r>
              <a:rPr lang="en-US" altLang="en-US" dirty="0">
                <a:solidFill>
                  <a:schemeClr val="tx1"/>
                </a:solidFill>
              </a:rPr>
              <a:t>Start with T = E.  Consider edges in descending order of cost. Delete edge e from T unless doing so would disconnect T.</a:t>
            </a:r>
          </a:p>
          <a:p>
            <a:endParaRPr lang="en-US" altLang="en-US" dirty="0"/>
          </a:p>
          <a:p>
            <a:r>
              <a:rPr lang="en-US" altLang="en-US" dirty="0"/>
              <a:t>Prim's algorithm.  </a:t>
            </a:r>
            <a:r>
              <a:rPr lang="en-US" altLang="en-US" dirty="0">
                <a:solidFill>
                  <a:schemeClr val="tx1"/>
                </a:solidFill>
              </a:rPr>
              <a:t>Start with some root node s and greedily grow a tree T from s outward.  At each step, add the cheapest edge e to T that has exactly one endpoint in T.</a:t>
            </a:r>
          </a:p>
          <a:p>
            <a:pPr marL="0" indent="0">
              <a:buNone/>
            </a:pPr>
            <a:endParaRPr lang="en-US" altLang="en-US" dirty="0">
              <a:solidFill>
                <a:schemeClr val="tx1"/>
              </a:solidFill>
            </a:endParaRPr>
          </a:p>
          <a:p>
            <a:r>
              <a:rPr lang="en-US" altLang="en-US" dirty="0">
                <a:solidFill>
                  <a:schemeClr val="tx1"/>
                </a:solidFill>
              </a:rPr>
              <a:t>All three algorithms produce an MST.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9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1987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010" name="Rectangle 2">
            <a:extLst>
              <a:ext uri="{FF2B5EF4-FFF2-40B4-BE49-F238E27FC236}">
                <a16:creationId xmlns:a16="http://schemas.microsoft.com/office/drawing/2014/main" id="{DBB3ABAB-8369-4D1B-8EBA-2C019F9F87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4001" y="0"/>
            <a:ext cx="10515600" cy="1325563"/>
          </a:xfrm>
        </p:spPr>
        <p:txBody>
          <a:bodyPr/>
          <a:lstStyle/>
          <a:p>
            <a:r>
              <a:rPr lang="en-US" altLang="en-US" dirty="0"/>
              <a:t>Key properties </a:t>
            </a:r>
          </a:p>
        </p:txBody>
      </p:sp>
      <p:sp>
        <p:nvSpPr>
          <p:cNvPr id="683011" name="Rectangle 3">
            <a:extLst>
              <a:ext uri="{FF2B5EF4-FFF2-40B4-BE49-F238E27FC236}">
                <a16:creationId xmlns:a16="http://schemas.microsoft.com/office/drawing/2014/main" id="{267AE286-A294-4ED2-B38E-2074854D13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44488" y="1362870"/>
            <a:ext cx="10515600" cy="1451557"/>
          </a:xfrm>
        </p:spPr>
        <p:txBody>
          <a:bodyPr/>
          <a:lstStyle/>
          <a:p>
            <a:r>
              <a:rPr lang="en-US" altLang="en-US" dirty="0"/>
              <a:t>Simplifying assumption.  </a:t>
            </a:r>
            <a:r>
              <a:rPr lang="en-US" altLang="en-US" dirty="0">
                <a:solidFill>
                  <a:schemeClr val="tx1"/>
                </a:solidFill>
              </a:rPr>
              <a:t>All edge costs </a:t>
            </a:r>
            <a:r>
              <a:rPr lang="en-US" altLang="en-US" dirty="0" err="1">
                <a:solidFill>
                  <a:schemeClr val="tx1"/>
                </a:solidFill>
              </a:rPr>
              <a:t>c</a:t>
            </a:r>
            <a:r>
              <a:rPr lang="en-US" altLang="en-US" baseline="-25000" dirty="0" err="1">
                <a:solidFill>
                  <a:schemeClr val="tx1"/>
                </a:solidFill>
              </a:rPr>
              <a:t>e</a:t>
            </a:r>
            <a:r>
              <a:rPr lang="en-US" altLang="en-US" dirty="0">
                <a:solidFill>
                  <a:schemeClr val="tx1"/>
                </a:solidFill>
              </a:rPr>
              <a:t> are distinct.</a:t>
            </a:r>
          </a:p>
          <a:p>
            <a:r>
              <a:rPr lang="en-US" altLang="en-US" dirty="0"/>
              <a:t>Cut property.  </a:t>
            </a:r>
            <a:r>
              <a:rPr lang="en-US" altLang="en-US" dirty="0">
                <a:solidFill>
                  <a:schemeClr val="tx1"/>
                </a:solidFill>
              </a:rPr>
              <a:t>Let S be any subset of nodes, and let e be the min cost edge with exactly one endpoint in S.  T</a:t>
            </a:r>
            <a:r>
              <a:rPr lang="en-US" altLang="en-US" dirty="0">
                <a:solidFill>
                  <a:schemeClr val="tx1"/>
                </a:solidFill>
                <a:sym typeface="Symbol" panose="05050102010706020507" pitchFamily="18" charset="2"/>
              </a:rPr>
              <a:t>hen the MST contains e.</a:t>
            </a:r>
            <a:endParaRPr lang="en-US" altLang="en-US" dirty="0">
              <a:solidFill>
                <a:schemeClr val="tx1"/>
              </a:solidFill>
            </a:endParaRPr>
          </a:p>
        </p:txBody>
      </p:sp>
      <p:sp>
        <p:nvSpPr>
          <p:cNvPr id="683014" name="Oval 6">
            <a:extLst>
              <a:ext uri="{FF2B5EF4-FFF2-40B4-BE49-F238E27FC236}">
                <a16:creationId xmlns:a16="http://schemas.microsoft.com/office/drawing/2014/main" id="{FB788A0E-1E90-4B90-92B1-668C33D932C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83527" y="4409069"/>
            <a:ext cx="179387" cy="1682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lang="en-US" altLang="en-US" sz="1400"/>
          </a:p>
        </p:txBody>
      </p:sp>
      <p:sp>
        <p:nvSpPr>
          <p:cNvPr id="683015" name="Oval 7">
            <a:extLst>
              <a:ext uri="{FF2B5EF4-FFF2-40B4-BE49-F238E27FC236}">
                <a16:creationId xmlns:a16="http://schemas.microsoft.com/office/drawing/2014/main" id="{CD1F0A1E-7928-46A8-8C68-56D67EBFC9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447364" y="4240794"/>
            <a:ext cx="180975" cy="1682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lang="en-US" altLang="en-US" sz="1400"/>
          </a:p>
        </p:txBody>
      </p:sp>
      <p:sp>
        <p:nvSpPr>
          <p:cNvPr id="683016" name="Oval 8">
            <a:extLst>
              <a:ext uri="{FF2B5EF4-FFF2-40B4-BE49-F238E27FC236}">
                <a16:creationId xmlns:a16="http://schemas.microsoft.com/office/drawing/2014/main" id="{8A1EB734-F765-41C9-84A2-69E5941FBE1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087002" y="5285369"/>
            <a:ext cx="179387" cy="169863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lang="en-US" altLang="en-US" sz="1400"/>
          </a:p>
        </p:txBody>
      </p:sp>
      <p:sp>
        <p:nvSpPr>
          <p:cNvPr id="683017" name="Oval 9">
            <a:extLst>
              <a:ext uri="{FF2B5EF4-FFF2-40B4-BE49-F238E27FC236}">
                <a16:creationId xmlns:a16="http://schemas.microsoft.com/office/drawing/2014/main" id="{A088A77B-76F9-41AB-A4A7-353471F96E2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62963" y="4216982"/>
            <a:ext cx="179388" cy="1682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lang="en-US" altLang="en-US" sz="1400"/>
          </a:p>
        </p:txBody>
      </p:sp>
      <p:sp>
        <p:nvSpPr>
          <p:cNvPr id="683018" name="Oval 10">
            <a:extLst>
              <a:ext uri="{FF2B5EF4-FFF2-40B4-BE49-F238E27FC236}">
                <a16:creationId xmlns:a16="http://schemas.microsoft.com/office/drawing/2014/main" id="{B226D87D-6616-4A79-9B15-A10AD874E91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85213" y="4644019"/>
            <a:ext cx="179388" cy="169863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lang="en-US" altLang="en-US" sz="1400"/>
          </a:p>
        </p:txBody>
      </p:sp>
      <p:sp>
        <p:nvSpPr>
          <p:cNvPr id="683019" name="Oval 11">
            <a:extLst>
              <a:ext uri="{FF2B5EF4-FFF2-40B4-BE49-F238E27FC236}">
                <a16:creationId xmlns:a16="http://schemas.microsoft.com/office/drawing/2014/main" id="{27668D2A-7587-4A33-B9E4-DAA7330BB2F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626502" y="5285369"/>
            <a:ext cx="179387" cy="169863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lang="en-US" altLang="en-US" sz="1400"/>
          </a:p>
        </p:txBody>
      </p:sp>
      <p:sp>
        <p:nvSpPr>
          <p:cNvPr id="683020" name="Oval 12">
            <a:extLst>
              <a:ext uri="{FF2B5EF4-FFF2-40B4-BE49-F238E27FC236}">
                <a16:creationId xmlns:a16="http://schemas.microsoft.com/office/drawing/2014/main" id="{6B0B6A4F-EE54-4139-8E0F-929E307CAE0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871102" y="4602743"/>
            <a:ext cx="179387" cy="17145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lang="en-US" altLang="en-US" sz="1400"/>
          </a:p>
        </p:txBody>
      </p:sp>
      <p:sp>
        <p:nvSpPr>
          <p:cNvPr id="683021" name="Oval 13">
            <a:extLst>
              <a:ext uri="{FF2B5EF4-FFF2-40B4-BE49-F238E27FC236}">
                <a16:creationId xmlns:a16="http://schemas.microsoft.com/office/drawing/2014/main" id="{C93F968C-DF0C-4678-BF15-9053C07DE12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096402" y="4913894"/>
            <a:ext cx="179387" cy="169863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lang="en-US" altLang="en-US" sz="1400"/>
          </a:p>
        </p:txBody>
      </p:sp>
      <p:cxnSp>
        <p:nvCxnSpPr>
          <p:cNvPr id="683022" name="AutoShape 14">
            <a:extLst>
              <a:ext uri="{FF2B5EF4-FFF2-40B4-BE49-F238E27FC236}">
                <a16:creationId xmlns:a16="http://schemas.microsoft.com/office/drawing/2014/main" id="{020AB20C-3197-48B6-9AF3-44D600E39562}"/>
              </a:ext>
            </a:extLst>
          </p:cNvPr>
          <p:cNvCxnSpPr>
            <a:cxnSpLocks noChangeShapeType="1"/>
            <a:stCxn id="683014" idx="6"/>
            <a:endCxn id="683017" idx="3"/>
          </p:cNvCxnSpPr>
          <p:nvPr/>
        </p:nvCxnSpPr>
        <p:spPr bwMode="auto">
          <a:xfrm flipV="1">
            <a:off x="5862913" y="4359856"/>
            <a:ext cx="427038" cy="13335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83024" name="AutoShape 16">
            <a:extLst>
              <a:ext uri="{FF2B5EF4-FFF2-40B4-BE49-F238E27FC236}">
                <a16:creationId xmlns:a16="http://schemas.microsoft.com/office/drawing/2014/main" id="{A47693BA-B7FB-4763-8851-422AF6CE8851}"/>
              </a:ext>
            </a:extLst>
          </p:cNvPr>
          <p:cNvCxnSpPr>
            <a:cxnSpLocks noChangeShapeType="1"/>
            <a:stCxn id="683019" idx="1"/>
            <a:endCxn id="683014" idx="4"/>
          </p:cNvCxnSpPr>
          <p:nvPr/>
        </p:nvCxnSpPr>
        <p:spPr bwMode="auto">
          <a:xfrm flipH="1" flipV="1">
            <a:off x="5774014" y="4577344"/>
            <a:ext cx="879475" cy="733425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83027" name="AutoShape 19">
            <a:extLst>
              <a:ext uri="{FF2B5EF4-FFF2-40B4-BE49-F238E27FC236}">
                <a16:creationId xmlns:a16="http://schemas.microsoft.com/office/drawing/2014/main" id="{2AB602D3-13D8-4A3D-85DB-2180D2BCCE94}"/>
              </a:ext>
            </a:extLst>
          </p:cNvPr>
          <p:cNvCxnSpPr>
            <a:cxnSpLocks noChangeShapeType="1"/>
            <a:stCxn id="683015" idx="4"/>
            <a:endCxn id="683016" idx="0"/>
          </p:cNvCxnSpPr>
          <p:nvPr/>
        </p:nvCxnSpPr>
        <p:spPr bwMode="auto">
          <a:xfrm flipH="1">
            <a:off x="8177489" y="4409068"/>
            <a:ext cx="360363" cy="87630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83028" name="AutoShape 20">
            <a:extLst>
              <a:ext uri="{FF2B5EF4-FFF2-40B4-BE49-F238E27FC236}">
                <a16:creationId xmlns:a16="http://schemas.microsoft.com/office/drawing/2014/main" id="{DCAB4B60-C53B-4D18-83BF-3DEB23B97F0D}"/>
              </a:ext>
            </a:extLst>
          </p:cNvPr>
          <p:cNvCxnSpPr>
            <a:cxnSpLocks noChangeShapeType="1"/>
            <a:stCxn id="683016" idx="2"/>
            <a:endCxn id="683019" idx="6"/>
          </p:cNvCxnSpPr>
          <p:nvPr/>
        </p:nvCxnSpPr>
        <p:spPr bwMode="auto">
          <a:xfrm flipH="1">
            <a:off x="6805889" y="5371093"/>
            <a:ext cx="1281113" cy="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83029" name="AutoShape 21">
            <a:extLst>
              <a:ext uri="{FF2B5EF4-FFF2-40B4-BE49-F238E27FC236}">
                <a16:creationId xmlns:a16="http://schemas.microsoft.com/office/drawing/2014/main" id="{5CD453D5-705F-4D74-BE92-ADCC1DD23061}"/>
              </a:ext>
            </a:extLst>
          </p:cNvPr>
          <p:cNvCxnSpPr>
            <a:cxnSpLocks noChangeShapeType="1"/>
            <a:stCxn id="683017" idx="6"/>
            <a:endCxn id="683015" idx="1"/>
          </p:cNvCxnSpPr>
          <p:nvPr/>
        </p:nvCxnSpPr>
        <p:spPr bwMode="auto">
          <a:xfrm flipV="1">
            <a:off x="6442351" y="4266194"/>
            <a:ext cx="2032000" cy="34925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683030" name="Text Box 22">
            <a:extLst>
              <a:ext uri="{FF2B5EF4-FFF2-40B4-BE49-F238E27FC236}">
                <a16:creationId xmlns:a16="http://schemas.microsoft.com/office/drawing/2014/main" id="{4F907139-B641-4CE6-ABCB-BC988DD019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6738" y="4164593"/>
            <a:ext cx="234950" cy="21544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400"/>
              <a:t>f </a:t>
            </a:r>
          </a:p>
        </p:txBody>
      </p:sp>
      <p:sp>
        <p:nvSpPr>
          <p:cNvPr id="683033" name="Rectangle 25">
            <a:extLst>
              <a:ext uri="{FF2B5EF4-FFF2-40B4-BE49-F238E27FC236}">
                <a16:creationId xmlns:a16="http://schemas.microsoft.com/office/drawing/2014/main" id="{62722E8D-001C-4615-B0BA-42D660E4A2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6826" y="3856618"/>
            <a:ext cx="309380" cy="369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/>
              <a:t>C</a:t>
            </a:r>
          </a:p>
        </p:txBody>
      </p:sp>
      <p:sp>
        <p:nvSpPr>
          <p:cNvPr id="683034" name="Freeform 26">
            <a:extLst>
              <a:ext uri="{FF2B5EF4-FFF2-40B4-BE49-F238E27FC236}">
                <a16:creationId xmlns:a16="http://schemas.microsoft.com/office/drawing/2014/main" id="{7DF23DD2-02B3-4549-A723-A823EDABCD77}"/>
              </a:ext>
            </a:extLst>
          </p:cNvPr>
          <p:cNvSpPr>
            <a:spLocks/>
          </p:cNvSpPr>
          <p:nvPr/>
        </p:nvSpPr>
        <p:spPr bwMode="auto">
          <a:xfrm>
            <a:off x="2718076" y="4020132"/>
            <a:ext cx="1897062" cy="1620837"/>
          </a:xfrm>
          <a:custGeom>
            <a:avLst/>
            <a:gdLst>
              <a:gd name="T0" fmla="*/ 970 w 1195"/>
              <a:gd name="T1" fmla="*/ 0 h 1021"/>
              <a:gd name="T2" fmla="*/ 1083 w 1195"/>
              <a:gd name="T3" fmla="*/ 57 h 1021"/>
              <a:gd name="T4" fmla="*/ 1121 w 1195"/>
              <a:gd name="T5" fmla="*/ 82 h 1021"/>
              <a:gd name="T6" fmla="*/ 1089 w 1195"/>
              <a:gd name="T7" fmla="*/ 676 h 1021"/>
              <a:gd name="T8" fmla="*/ 1064 w 1195"/>
              <a:gd name="T9" fmla="*/ 795 h 1021"/>
              <a:gd name="T10" fmla="*/ 970 w 1195"/>
              <a:gd name="T11" fmla="*/ 983 h 1021"/>
              <a:gd name="T12" fmla="*/ 920 w 1195"/>
              <a:gd name="T13" fmla="*/ 1021 h 1021"/>
              <a:gd name="T14" fmla="*/ 745 w 1195"/>
              <a:gd name="T15" fmla="*/ 1014 h 1021"/>
              <a:gd name="T16" fmla="*/ 708 w 1195"/>
              <a:gd name="T17" fmla="*/ 1002 h 1021"/>
              <a:gd name="T18" fmla="*/ 670 w 1195"/>
              <a:gd name="T19" fmla="*/ 977 h 1021"/>
              <a:gd name="T20" fmla="*/ 657 w 1195"/>
              <a:gd name="T21" fmla="*/ 958 h 1021"/>
              <a:gd name="T22" fmla="*/ 582 w 1195"/>
              <a:gd name="T23" fmla="*/ 902 h 1021"/>
              <a:gd name="T24" fmla="*/ 545 w 1195"/>
              <a:gd name="T25" fmla="*/ 870 h 1021"/>
              <a:gd name="T26" fmla="*/ 150 w 1195"/>
              <a:gd name="T27" fmla="*/ 789 h 1021"/>
              <a:gd name="T28" fmla="*/ 113 w 1195"/>
              <a:gd name="T29" fmla="*/ 777 h 1021"/>
              <a:gd name="T30" fmla="*/ 94 w 1195"/>
              <a:gd name="T31" fmla="*/ 770 h 1021"/>
              <a:gd name="T32" fmla="*/ 56 w 1195"/>
              <a:gd name="T33" fmla="*/ 758 h 1021"/>
              <a:gd name="T34" fmla="*/ 38 w 1195"/>
              <a:gd name="T35" fmla="*/ 752 h 1021"/>
              <a:gd name="T36" fmla="*/ 0 w 1195"/>
              <a:gd name="T37" fmla="*/ 695 h 1021"/>
              <a:gd name="T38" fmla="*/ 38 w 1195"/>
              <a:gd name="T39" fmla="*/ 564 h 1021"/>
              <a:gd name="T40" fmla="*/ 81 w 1195"/>
              <a:gd name="T41" fmla="*/ 520 h 1021"/>
              <a:gd name="T42" fmla="*/ 219 w 1195"/>
              <a:gd name="T43" fmla="*/ 495 h 1021"/>
              <a:gd name="T44" fmla="*/ 357 w 1195"/>
              <a:gd name="T45" fmla="*/ 476 h 1021"/>
              <a:gd name="T46" fmla="*/ 513 w 1195"/>
              <a:gd name="T47" fmla="*/ 432 h 1021"/>
              <a:gd name="T48" fmla="*/ 589 w 1195"/>
              <a:gd name="T49" fmla="*/ 351 h 1021"/>
              <a:gd name="T50" fmla="*/ 645 w 1195"/>
              <a:gd name="T51" fmla="*/ 276 h 1021"/>
              <a:gd name="T52" fmla="*/ 726 w 1195"/>
              <a:gd name="T53" fmla="*/ 169 h 1021"/>
              <a:gd name="T54" fmla="*/ 814 w 1195"/>
              <a:gd name="T55" fmla="*/ 94 h 1021"/>
              <a:gd name="T56" fmla="*/ 833 w 1195"/>
              <a:gd name="T57" fmla="*/ 75 h 1021"/>
              <a:gd name="T58" fmla="*/ 852 w 1195"/>
              <a:gd name="T59" fmla="*/ 63 h 1021"/>
              <a:gd name="T60" fmla="*/ 970 w 1195"/>
              <a:gd name="T61" fmla="*/ 0 h 10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195" h="1021">
                <a:moveTo>
                  <a:pt x="970" y="0"/>
                </a:moveTo>
                <a:cubicBezTo>
                  <a:pt x="1048" y="11"/>
                  <a:pt x="1021" y="16"/>
                  <a:pt x="1083" y="57"/>
                </a:cubicBezTo>
                <a:cubicBezTo>
                  <a:pt x="1096" y="65"/>
                  <a:pt x="1121" y="82"/>
                  <a:pt x="1121" y="82"/>
                </a:cubicBezTo>
                <a:cubicBezTo>
                  <a:pt x="1195" y="303"/>
                  <a:pt x="1143" y="481"/>
                  <a:pt x="1089" y="676"/>
                </a:cubicBezTo>
                <a:cubicBezTo>
                  <a:pt x="1084" y="718"/>
                  <a:pt x="1074" y="754"/>
                  <a:pt x="1064" y="795"/>
                </a:cubicBezTo>
                <a:cubicBezTo>
                  <a:pt x="1046" y="867"/>
                  <a:pt x="1038" y="940"/>
                  <a:pt x="970" y="983"/>
                </a:cubicBezTo>
                <a:cubicBezTo>
                  <a:pt x="956" y="1006"/>
                  <a:pt x="945" y="1012"/>
                  <a:pt x="920" y="1021"/>
                </a:cubicBezTo>
                <a:cubicBezTo>
                  <a:pt x="862" y="1019"/>
                  <a:pt x="803" y="1019"/>
                  <a:pt x="745" y="1014"/>
                </a:cubicBezTo>
                <a:cubicBezTo>
                  <a:pt x="732" y="1013"/>
                  <a:pt x="708" y="1002"/>
                  <a:pt x="708" y="1002"/>
                </a:cubicBezTo>
                <a:cubicBezTo>
                  <a:pt x="695" y="994"/>
                  <a:pt x="683" y="985"/>
                  <a:pt x="670" y="977"/>
                </a:cubicBezTo>
                <a:cubicBezTo>
                  <a:pt x="664" y="973"/>
                  <a:pt x="662" y="964"/>
                  <a:pt x="657" y="958"/>
                </a:cubicBezTo>
                <a:cubicBezTo>
                  <a:pt x="639" y="936"/>
                  <a:pt x="609" y="910"/>
                  <a:pt x="582" y="902"/>
                </a:cubicBezTo>
                <a:cubicBezTo>
                  <a:pt x="560" y="867"/>
                  <a:pt x="583" y="897"/>
                  <a:pt x="545" y="870"/>
                </a:cubicBezTo>
                <a:cubicBezTo>
                  <a:pt x="390" y="761"/>
                  <a:pt x="409" y="795"/>
                  <a:pt x="150" y="789"/>
                </a:cubicBezTo>
                <a:cubicBezTo>
                  <a:pt x="138" y="785"/>
                  <a:pt x="125" y="781"/>
                  <a:pt x="113" y="777"/>
                </a:cubicBezTo>
                <a:cubicBezTo>
                  <a:pt x="107" y="775"/>
                  <a:pt x="100" y="772"/>
                  <a:pt x="94" y="770"/>
                </a:cubicBezTo>
                <a:cubicBezTo>
                  <a:pt x="81" y="766"/>
                  <a:pt x="69" y="762"/>
                  <a:pt x="56" y="758"/>
                </a:cubicBezTo>
                <a:cubicBezTo>
                  <a:pt x="50" y="756"/>
                  <a:pt x="38" y="752"/>
                  <a:pt x="38" y="752"/>
                </a:cubicBezTo>
                <a:cubicBezTo>
                  <a:pt x="24" y="731"/>
                  <a:pt x="8" y="719"/>
                  <a:pt x="0" y="695"/>
                </a:cubicBezTo>
                <a:cubicBezTo>
                  <a:pt x="5" y="626"/>
                  <a:pt x="4" y="614"/>
                  <a:pt x="38" y="564"/>
                </a:cubicBezTo>
                <a:cubicBezTo>
                  <a:pt x="68" y="520"/>
                  <a:pt x="48" y="531"/>
                  <a:pt x="81" y="520"/>
                </a:cubicBezTo>
                <a:cubicBezTo>
                  <a:pt x="127" y="489"/>
                  <a:pt x="152" y="499"/>
                  <a:pt x="219" y="495"/>
                </a:cubicBezTo>
                <a:cubicBezTo>
                  <a:pt x="269" y="479"/>
                  <a:pt x="296" y="480"/>
                  <a:pt x="357" y="476"/>
                </a:cubicBezTo>
                <a:cubicBezTo>
                  <a:pt x="409" y="459"/>
                  <a:pt x="460" y="445"/>
                  <a:pt x="513" y="432"/>
                </a:cubicBezTo>
                <a:cubicBezTo>
                  <a:pt x="545" y="412"/>
                  <a:pt x="548" y="377"/>
                  <a:pt x="589" y="351"/>
                </a:cubicBezTo>
                <a:cubicBezTo>
                  <a:pt x="607" y="323"/>
                  <a:pt x="626" y="302"/>
                  <a:pt x="645" y="276"/>
                </a:cubicBezTo>
                <a:cubicBezTo>
                  <a:pt x="660" y="230"/>
                  <a:pt x="686" y="198"/>
                  <a:pt x="726" y="169"/>
                </a:cubicBezTo>
                <a:cubicBezTo>
                  <a:pt x="751" y="133"/>
                  <a:pt x="784" y="124"/>
                  <a:pt x="814" y="94"/>
                </a:cubicBezTo>
                <a:cubicBezTo>
                  <a:pt x="820" y="88"/>
                  <a:pt x="826" y="81"/>
                  <a:pt x="833" y="75"/>
                </a:cubicBezTo>
                <a:cubicBezTo>
                  <a:pt x="839" y="70"/>
                  <a:pt x="846" y="68"/>
                  <a:pt x="852" y="63"/>
                </a:cubicBezTo>
                <a:cubicBezTo>
                  <a:pt x="902" y="18"/>
                  <a:pt x="899" y="0"/>
                  <a:pt x="97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683035" name="Freeform 27">
            <a:extLst>
              <a:ext uri="{FF2B5EF4-FFF2-40B4-BE49-F238E27FC236}">
                <a16:creationId xmlns:a16="http://schemas.microsoft.com/office/drawing/2014/main" id="{8E3E5E5A-7548-417D-8485-F1C7EC4B878F}"/>
              </a:ext>
            </a:extLst>
          </p:cNvPr>
          <p:cNvSpPr>
            <a:spLocks/>
          </p:cNvSpPr>
          <p:nvPr/>
        </p:nvSpPr>
        <p:spPr bwMode="auto">
          <a:xfrm>
            <a:off x="986114" y="4123318"/>
            <a:ext cx="1387475" cy="1487488"/>
          </a:xfrm>
          <a:custGeom>
            <a:avLst/>
            <a:gdLst>
              <a:gd name="T0" fmla="*/ 122 w 874"/>
              <a:gd name="T1" fmla="*/ 141 h 937"/>
              <a:gd name="T2" fmla="*/ 236 w 874"/>
              <a:gd name="T3" fmla="*/ 111 h 937"/>
              <a:gd name="T4" fmla="*/ 349 w 874"/>
              <a:gd name="T5" fmla="*/ 48 h 937"/>
              <a:gd name="T6" fmla="*/ 518 w 874"/>
              <a:gd name="T7" fmla="*/ 10 h 937"/>
              <a:gd name="T8" fmla="*/ 793 w 874"/>
              <a:gd name="T9" fmla="*/ 29 h 937"/>
              <a:gd name="T10" fmla="*/ 825 w 874"/>
              <a:gd name="T11" fmla="*/ 111 h 937"/>
              <a:gd name="T12" fmla="*/ 850 w 874"/>
              <a:gd name="T13" fmla="*/ 186 h 937"/>
              <a:gd name="T14" fmla="*/ 837 w 874"/>
              <a:gd name="T15" fmla="*/ 555 h 937"/>
              <a:gd name="T16" fmla="*/ 843 w 874"/>
              <a:gd name="T17" fmla="*/ 611 h 937"/>
              <a:gd name="T18" fmla="*/ 743 w 874"/>
              <a:gd name="T19" fmla="*/ 843 h 937"/>
              <a:gd name="T20" fmla="*/ 662 w 874"/>
              <a:gd name="T21" fmla="*/ 937 h 937"/>
              <a:gd name="T22" fmla="*/ 518 w 874"/>
              <a:gd name="T23" fmla="*/ 912 h 937"/>
              <a:gd name="T24" fmla="*/ 480 w 874"/>
              <a:gd name="T25" fmla="*/ 887 h 937"/>
              <a:gd name="T26" fmla="*/ 468 w 874"/>
              <a:gd name="T27" fmla="*/ 868 h 937"/>
              <a:gd name="T28" fmla="*/ 449 w 874"/>
              <a:gd name="T29" fmla="*/ 856 h 937"/>
              <a:gd name="T30" fmla="*/ 386 w 874"/>
              <a:gd name="T31" fmla="*/ 793 h 937"/>
              <a:gd name="T32" fmla="*/ 374 w 874"/>
              <a:gd name="T33" fmla="*/ 774 h 937"/>
              <a:gd name="T34" fmla="*/ 355 w 874"/>
              <a:gd name="T35" fmla="*/ 762 h 937"/>
              <a:gd name="T36" fmla="*/ 330 w 874"/>
              <a:gd name="T37" fmla="*/ 724 h 937"/>
              <a:gd name="T38" fmla="*/ 311 w 874"/>
              <a:gd name="T39" fmla="*/ 705 h 937"/>
              <a:gd name="T40" fmla="*/ 248 w 874"/>
              <a:gd name="T41" fmla="*/ 665 h 937"/>
              <a:gd name="T42" fmla="*/ 204 w 874"/>
              <a:gd name="T43" fmla="*/ 602 h 937"/>
              <a:gd name="T44" fmla="*/ 151 w 874"/>
              <a:gd name="T45" fmla="*/ 573 h 937"/>
              <a:gd name="T46" fmla="*/ 132 w 874"/>
              <a:gd name="T47" fmla="*/ 539 h 937"/>
              <a:gd name="T48" fmla="*/ 69 w 874"/>
              <a:gd name="T49" fmla="*/ 480 h 937"/>
              <a:gd name="T50" fmla="*/ 6 w 874"/>
              <a:gd name="T51" fmla="*/ 335 h 937"/>
              <a:gd name="T52" fmla="*/ 30 w 874"/>
              <a:gd name="T53" fmla="*/ 219 h 937"/>
              <a:gd name="T54" fmla="*/ 122 w 874"/>
              <a:gd name="T55" fmla="*/ 141 h 9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874" h="937">
                <a:moveTo>
                  <a:pt x="122" y="141"/>
                </a:moveTo>
                <a:cubicBezTo>
                  <a:pt x="146" y="129"/>
                  <a:pt x="210" y="117"/>
                  <a:pt x="236" y="111"/>
                </a:cubicBezTo>
                <a:cubicBezTo>
                  <a:pt x="270" y="87"/>
                  <a:pt x="311" y="66"/>
                  <a:pt x="349" y="48"/>
                </a:cubicBezTo>
                <a:cubicBezTo>
                  <a:pt x="398" y="25"/>
                  <a:pt x="465" y="22"/>
                  <a:pt x="518" y="10"/>
                </a:cubicBezTo>
                <a:cubicBezTo>
                  <a:pt x="603" y="13"/>
                  <a:pt x="706" y="0"/>
                  <a:pt x="793" y="29"/>
                </a:cubicBezTo>
                <a:cubicBezTo>
                  <a:pt x="804" y="58"/>
                  <a:pt x="807" y="85"/>
                  <a:pt x="825" y="111"/>
                </a:cubicBezTo>
                <a:cubicBezTo>
                  <a:pt x="833" y="136"/>
                  <a:pt x="841" y="161"/>
                  <a:pt x="850" y="186"/>
                </a:cubicBezTo>
                <a:cubicBezTo>
                  <a:pt x="863" y="308"/>
                  <a:pt x="874" y="437"/>
                  <a:pt x="837" y="555"/>
                </a:cubicBezTo>
                <a:cubicBezTo>
                  <a:pt x="839" y="574"/>
                  <a:pt x="843" y="592"/>
                  <a:pt x="843" y="611"/>
                </a:cubicBezTo>
                <a:cubicBezTo>
                  <a:pt x="843" y="715"/>
                  <a:pt x="797" y="764"/>
                  <a:pt x="743" y="843"/>
                </a:cubicBezTo>
                <a:cubicBezTo>
                  <a:pt x="729" y="886"/>
                  <a:pt x="708" y="922"/>
                  <a:pt x="662" y="937"/>
                </a:cubicBezTo>
                <a:cubicBezTo>
                  <a:pt x="610" y="933"/>
                  <a:pt x="567" y="927"/>
                  <a:pt x="518" y="912"/>
                </a:cubicBezTo>
                <a:cubicBezTo>
                  <a:pt x="505" y="904"/>
                  <a:pt x="493" y="895"/>
                  <a:pt x="480" y="887"/>
                </a:cubicBezTo>
                <a:cubicBezTo>
                  <a:pt x="474" y="883"/>
                  <a:pt x="473" y="873"/>
                  <a:pt x="468" y="868"/>
                </a:cubicBezTo>
                <a:cubicBezTo>
                  <a:pt x="463" y="863"/>
                  <a:pt x="455" y="860"/>
                  <a:pt x="449" y="856"/>
                </a:cubicBezTo>
                <a:cubicBezTo>
                  <a:pt x="433" y="832"/>
                  <a:pt x="410" y="808"/>
                  <a:pt x="386" y="793"/>
                </a:cubicBezTo>
                <a:cubicBezTo>
                  <a:pt x="382" y="787"/>
                  <a:pt x="379" y="779"/>
                  <a:pt x="374" y="774"/>
                </a:cubicBezTo>
                <a:cubicBezTo>
                  <a:pt x="369" y="769"/>
                  <a:pt x="360" y="768"/>
                  <a:pt x="355" y="762"/>
                </a:cubicBezTo>
                <a:cubicBezTo>
                  <a:pt x="345" y="751"/>
                  <a:pt x="341" y="735"/>
                  <a:pt x="330" y="724"/>
                </a:cubicBezTo>
                <a:cubicBezTo>
                  <a:pt x="324" y="718"/>
                  <a:pt x="317" y="711"/>
                  <a:pt x="311" y="705"/>
                </a:cubicBezTo>
                <a:cubicBezTo>
                  <a:pt x="294" y="654"/>
                  <a:pt x="280" y="714"/>
                  <a:pt x="248" y="665"/>
                </a:cubicBezTo>
                <a:cubicBezTo>
                  <a:pt x="229" y="637"/>
                  <a:pt x="224" y="631"/>
                  <a:pt x="204" y="602"/>
                </a:cubicBezTo>
                <a:cubicBezTo>
                  <a:pt x="198" y="583"/>
                  <a:pt x="160" y="590"/>
                  <a:pt x="151" y="573"/>
                </a:cubicBezTo>
                <a:cubicBezTo>
                  <a:pt x="142" y="563"/>
                  <a:pt x="146" y="555"/>
                  <a:pt x="132" y="539"/>
                </a:cubicBezTo>
                <a:cubicBezTo>
                  <a:pt x="118" y="523"/>
                  <a:pt x="90" y="514"/>
                  <a:pt x="69" y="480"/>
                </a:cubicBezTo>
                <a:cubicBezTo>
                  <a:pt x="64" y="446"/>
                  <a:pt x="5" y="372"/>
                  <a:pt x="6" y="335"/>
                </a:cubicBezTo>
                <a:cubicBezTo>
                  <a:pt x="0" y="292"/>
                  <a:pt x="11" y="251"/>
                  <a:pt x="30" y="219"/>
                </a:cubicBezTo>
                <a:cubicBezTo>
                  <a:pt x="39" y="172"/>
                  <a:pt x="132" y="184"/>
                  <a:pt x="122" y="141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683036" name="Oval 28">
            <a:extLst>
              <a:ext uri="{FF2B5EF4-FFF2-40B4-BE49-F238E27FC236}">
                <a16:creationId xmlns:a16="http://schemas.microsoft.com/office/drawing/2014/main" id="{6BA9849E-8AB6-4FB7-952A-C0FD120D3E7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384577" y="4439232"/>
            <a:ext cx="179387" cy="1682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lang="en-US" altLang="en-US" sz="1400"/>
          </a:p>
        </p:txBody>
      </p:sp>
      <p:sp>
        <p:nvSpPr>
          <p:cNvPr id="683037" name="Oval 29">
            <a:extLst>
              <a:ext uri="{FF2B5EF4-FFF2-40B4-BE49-F238E27FC236}">
                <a16:creationId xmlns:a16="http://schemas.microsoft.com/office/drawing/2014/main" id="{2D3C0A1A-9602-47DB-8C87-8C2972818B4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48414" y="4270957"/>
            <a:ext cx="180975" cy="1682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lang="en-US" altLang="en-US" sz="1400"/>
          </a:p>
        </p:txBody>
      </p:sp>
      <p:sp>
        <p:nvSpPr>
          <p:cNvPr id="683038" name="Oval 30">
            <a:extLst>
              <a:ext uri="{FF2B5EF4-FFF2-40B4-BE49-F238E27FC236}">
                <a16:creationId xmlns:a16="http://schemas.microsoft.com/office/drawing/2014/main" id="{B021C081-E0E9-4CD5-9DF0-BCF406CA523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62677" y="5315531"/>
            <a:ext cx="179387" cy="169862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lang="en-US" altLang="en-US" sz="1400"/>
          </a:p>
        </p:txBody>
      </p:sp>
      <p:sp>
        <p:nvSpPr>
          <p:cNvPr id="683039" name="Oval 31">
            <a:extLst>
              <a:ext uri="{FF2B5EF4-FFF2-40B4-BE49-F238E27FC236}">
                <a16:creationId xmlns:a16="http://schemas.microsoft.com/office/drawing/2014/main" id="{A71E54DC-ED9D-408F-9EF8-221762D55E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64013" y="4270957"/>
            <a:ext cx="179388" cy="1682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lang="en-US" altLang="en-US" sz="1400"/>
          </a:p>
        </p:txBody>
      </p:sp>
      <p:sp>
        <p:nvSpPr>
          <p:cNvPr id="683040" name="Oval 32">
            <a:extLst>
              <a:ext uri="{FF2B5EF4-FFF2-40B4-BE49-F238E27FC236}">
                <a16:creationId xmlns:a16="http://schemas.microsoft.com/office/drawing/2014/main" id="{70EEFC2D-3911-484F-B79E-5B2EC50003D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040213" y="4682119"/>
            <a:ext cx="179388" cy="169863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lang="en-US" altLang="en-US" sz="1400"/>
          </a:p>
        </p:txBody>
      </p:sp>
      <p:sp>
        <p:nvSpPr>
          <p:cNvPr id="683041" name="Oval 33">
            <a:extLst>
              <a:ext uri="{FF2B5EF4-FFF2-40B4-BE49-F238E27FC236}">
                <a16:creationId xmlns:a16="http://schemas.microsoft.com/office/drawing/2014/main" id="{AEB48AEF-CDCB-4885-AF76-75744FC5BD3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883052" y="5315531"/>
            <a:ext cx="179387" cy="169862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lang="en-US" altLang="en-US" sz="1400"/>
          </a:p>
        </p:txBody>
      </p:sp>
      <p:sp>
        <p:nvSpPr>
          <p:cNvPr id="683042" name="Oval 34">
            <a:extLst>
              <a:ext uri="{FF2B5EF4-FFF2-40B4-BE49-F238E27FC236}">
                <a16:creationId xmlns:a16="http://schemas.microsoft.com/office/drawing/2014/main" id="{F62E4C72-B5F6-4537-85DB-81184F9A22C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94388" y="4802768"/>
            <a:ext cx="179388" cy="17145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lang="en-US" altLang="en-US" sz="1400"/>
          </a:p>
        </p:txBody>
      </p:sp>
      <p:sp>
        <p:nvSpPr>
          <p:cNvPr id="683043" name="Oval 35">
            <a:extLst>
              <a:ext uri="{FF2B5EF4-FFF2-40B4-BE49-F238E27FC236}">
                <a16:creationId xmlns:a16="http://schemas.microsoft.com/office/drawing/2014/main" id="{BCA6CD71-989D-4284-987A-A22B3A20ED6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35577" y="4920244"/>
            <a:ext cx="179387" cy="169863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lang="en-US" altLang="en-US" sz="1400"/>
          </a:p>
        </p:txBody>
      </p:sp>
      <p:cxnSp>
        <p:nvCxnSpPr>
          <p:cNvPr id="683050" name="AutoShape 42">
            <a:extLst>
              <a:ext uri="{FF2B5EF4-FFF2-40B4-BE49-F238E27FC236}">
                <a16:creationId xmlns:a16="http://schemas.microsoft.com/office/drawing/2014/main" id="{7C7C3B26-5AA9-43F6-82DF-01628BB9D486}"/>
              </a:ext>
            </a:extLst>
          </p:cNvPr>
          <p:cNvCxnSpPr>
            <a:cxnSpLocks noChangeShapeType="1"/>
            <a:stCxn id="683038" idx="2"/>
            <a:endCxn id="683041" idx="6"/>
          </p:cNvCxnSpPr>
          <p:nvPr/>
        </p:nvCxnSpPr>
        <p:spPr bwMode="auto">
          <a:xfrm flipH="1">
            <a:off x="2062438" y="5401256"/>
            <a:ext cx="1900238" cy="0"/>
          </a:xfrm>
          <a:prstGeom prst="straightConnector1">
            <a:avLst/>
          </a:prstGeom>
          <a:noFill/>
          <a:ln w="381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83051" name="AutoShape 43">
            <a:extLst>
              <a:ext uri="{FF2B5EF4-FFF2-40B4-BE49-F238E27FC236}">
                <a16:creationId xmlns:a16="http://schemas.microsoft.com/office/drawing/2014/main" id="{3ADB7D71-783F-42A4-9185-06383BAEEC69}"/>
              </a:ext>
            </a:extLst>
          </p:cNvPr>
          <p:cNvCxnSpPr>
            <a:cxnSpLocks noChangeShapeType="1"/>
            <a:stCxn id="683039" idx="6"/>
            <a:endCxn id="683037" idx="1"/>
          </p:cNvCxnSpPr>
          <p:nvPr/>
        </p:nvCxnSpPr>
        <p:spPr bwMode="auto">
          <a:xfrm flipV="1">
            <a:off x="2143401" y="4296357"/>
            <a:ext cx="2032000" cy="58737"/>
          </a:xfrm>
          <a:prstGeom prst="straightConnector1">
            <a:avLst/>
          </a:prstGeom>
          <a:noFill/>
          <a:ln w="381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683055" name="Rectangle 47">
            <a:extLst>
              <a:ext uri="{FF2B5EF4-FFF2-40B4-BE49-F238E27FC236}">
                <a16:creationId xmlns:a16="http://schemas.microsoft.com/office/drawing/2014/main" id="{E65B22F1-9213-45C2-9507-53FC6F69EA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4064" y="4502731"/>
            <a:ext cx="291747" cy="369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/>
              <a:t>S</a:t>
            </a:r>
          </a:p>
        </p:txBody>
      </p:sp>
      <p:cxnSp>
        <p:nvCxnSpPr>
          <p:cNvPr id="683056" name="AutoShape 48">
            <a:extLst>
              <a:ext uri="{FF2B5EF4-FFF2-40B4-BE49-F238E27FC236}">
                <a16:creationId xmlns:a16="http://schemas.microsoft.com/office/drawing/2014/main" id="{C698C020-AC09-404A-86C7-5DFFAA03665A}"/>
              </a:ext>
            </a:extLst>
          </p:cNvPr>
          <p:cNvCxnSpPr>
            <a:cxnSpLocks noChangeShapeType="1"/>
            <a:stCxn id="683040" idx="6"/>
            <a:endCxn id="683043" idx="2"/>
          </p:cNvCxnSpPr>
          <p:nvPr/>
        </p:nvCxnSpPr>
        <p:spPr bwMode="auto">
          <a:xfrm>
            <a:off x="2219602" y="4767844"/>
            <a:ext cx="815975" cy="238125"/>
          </a:xfrm>
          <a:prstGeom prst="straightConnector1">
            <a:avLst/>
          </a:prstGeom>
          <a:noFill/>
          <a:ln w="381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683057" name="Rectangle 49">
            <a:extLst>
              <a:ext uri="{FF2B5EF4-FFF2-40B4-BE49-F238E27FC236}">
                <a16:creationId xmlns:a16="http://schemas.microsoft.com/office/drawing/2014/main" id="{E72FE59A-6B56-4B2F-80C3-3D56522B61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877" y="5804481"/>
            <a:ext cx="1558119" cy="369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/>
              <a:t>e is in the MST</a:t>
            </a:r>
          </a:p>
        </p:txBody>
      </p:sp>
      <p:sp>
        <p:nvSpPr>
          <p:cNvPr id="683054" name="Text Box 46">
            <a:extLst>
              <a:ext uri="{FF2B5EF4-FFF2-40B4-BE49-F238E27FC236}">
                <a16:creationId xmlns:a16="http://schemas.microsoft.com/office/drawing/2014/main" id="{E3694FB7-F0BC-45AA-B459-13D570DFB3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6463" y="4726568"/>
            <a:ext cx="158750" cy="21544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400"/>
              <a:t>e</a:t>
            </a:r>
          </a:p>
        </p:txBody>
      </p:sp>
      <p:sp>
        <p:nvSpPr>
          <p:cNvPr id="683058" name="Rectangle 50">
            <a:extLst>
              <a:ext uri="{FF2B5EF4-FFF2-40B4-BE49-F238E27FC236}">
                <a16:creationId xmlns:a16="http://schemas.microsoft.com/office/drawing/2014/main" id="{A505CB6F-82CC-45AB-98E1-FE7F75C8FD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2327" y="5821943"/>
            <a:ext cx="1886735" cy="369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/>
              <a:t>f is not in the MST</a:t>
            </a:r>
          </a:p>
        </p:txBody>
      </p:sp>
      <p:cxnSp>
        <p:nvCxnSpPr>
          <p:cNvPr id="683059" name="AutoShape 51">
            <a:extLst>
              <a:ext uri="{FF2B5EF4-FFF2-40B4-BE49-F238E27FC236}">
                <a16:creationId xmlns:a16="http://schemas.microsoft.com/office/drawing/2014/main" id="{C36EAD51-34DB-43FC-9A1E-146DC0DB08C3}"/>
              </a:ext>
            </a:extLst>
          </p:cNvPr>
          <p:cNvCxnSpPr>
            <a:cxnSpLocks noChangeShapeType="1"/>
            <a:stCxn id="683036" idx="6"/>
            <a:endCxn id="683040" idx="1"/>
          </p:cNvCxnSpPr>
          <p:nvPr/>
        </p:nvCxnSpPr>
        <p:spPr bwMode="auto">
          <a:xfrm>
            <a:off x="1563963" y="4523368"/>
            <a:ext cx="503238" cy="184150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83060" name="AutoShape 52">
            <a:extLst>
              <a:ext uri="{FF2B5EF4-FFF2-40B4-BE49-F238E27FC236}">
                <a16:creationId xmlns:a16="http://schemas.microsoft.com/office/drawing/2014/main" id="{B6EA4322-33DC-452B-8C95-3D30479D58D7}"/>
              </a:ext>
            </a:extLst>
          </p:cNvPr>
          <p:cNvCxnSpPr>
            <a:cxnSpLocks noChangeShapeType="1"/>
            <a:stCxn id="683036" idx="5"/>
            <a:endCxn id="683041" idx="1"/>
          </p:cNvCxnSpPr>
          <p:nvPr/>
        </p:nvCxnSpPr>
        <p:spPr bwMode="auto">
          <a:xfrm>
            <a:off x="1536976" y="4582107"/>
            <a:ext cx="373062" cy="758825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83061" name="AutoShape 53">
            <a:extLst>
              <a:ext uri="{FF2B5EF4-FFF2-40B4-BE49-F238E27FC236}">
                <a16:creationId xmlns:a16="http://schemas.microsoft.com/office/drawing/2014/main" id="{F7B94508-FEB7-458A-9143-C2CFA3AAFFB9}"/>
              </a:ext>
            </a:extLst>
          </p:cNvPr>
          <p:cNvCxnSpPr>
            <a:cxnSpLocks noChangeShapeType="1"/>
            <a:stCxn id="683039" idx="4"/>
            <a:endCxn id="683040" idx="0"/>
          </p:cNvCxnSpPr>
          <p:nvPr/>
        </p:nvCxnSpPr>
        <p:spPr bwMode="auto">
          <a:xfrm>
            <a:off x="2054501" y="4439232"/>
            <a:ext cx="76200" cy="242887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83062" name="AutoShape 54">
            <a:extLst>
              <a:ext uri="{FF2B5EF4-FFF2-40B4-BE49-F238E27FC236}">
                <a16:creationId xmlns:a16="http://schemas.microsoft.com/office/drawing/2014/main" id="{13216C3A-5947-47D2-9608-3B61C416A893}"/>
              </a:ext>
            </a:extLst>
          </p:cNvPr>
          <p:cNvCxnSpPr>
            <a:cxnSpLocks noChangeShapeType="1"/>
            <a:stCxn id="683040" idx="4"/>
            <a:endCxn id="683041" idx="0"/>
          </p:cNvCxnSpPr>
          <p:nvPr/>
        </p:nvCxnSpPr>
        <p:spPr bwMode="auto">
          <a:xfrm flipH="1">
            <a:off x="1973539" y="4851981"/>
            <a:ext cx="157163" cy="463550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83063" name="AutoShape 55">
            <a:extLst>
              <a:ext uri="{FF2B5EF4-FFF2-40B4-BE49-F238E27FC236}">
                <a16:creationId xmlns:a16="http://schemas.microsoft.com/office/drawing/2014/main" id="{83571909-9862-49B2-A857-66C11423266D}"/>
              </a:ext>
            </a:extLst>
          </p:cNvPr>
          <p:cNvCxnSpPr>
            <a:cxnSpLocks noChangeShapeType="1"/>
            <a:stCxn id="683037" idx="4"/>
            <a:endCxn id="683038" idx="0"/>
          </p:cNvCxnSpPr>
          <p:nvPr/>
        </p:nvCxnSpPr>
        <p:spPr bwMode="auto">
          <a:xfrm flipH="1">
            <a:off x="4053163" y="4439231"/>
            <a:ext cx="185738" cy="876300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83064" name="AutoShape 56">
            <a:extLst>
              <a:ext uri="{FF2B5EF4-FFF2-40B4-BE49-F238E27FC236}">
                <a16:creationId xmlns:a16="http://schemas.microsoft.com/office/drawing/2014/main" id="{40577DA9-6227-4455-A7F8-18AA4B6CDC64}"/>
              </a:ext>
            </a:extLst>
          </p:cNvPr>
          <p:cNvCxnSpPr>
            <a:cxnSpLocks noChangeShapeType="1"/>
            <a:stCxn id="683042" idx="2"/>
            <a:endCxn id="683043" idx="6"/>
          </p:cNvCxnSpPr>
          <p:nvPr/>
        </p:nvCxnSpPr>
        <p:spPr bwMode="auto">
          <a:xfrm flipH="1">
            <a:off x="3214964" y="4888494"/>
            <a:ext cx="479425" cy="117475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83065" name="AutoShape 57">
            <a:extLst>
              <a:ext uri="{FF2B5EF4-FFF2-40B4-BE49-F238E27FC236}">
                <a16:creationId xmlns:a16="http://schemas.microsoft.com/office/drawing/2014/main" id="{F1CB8D7C-E93D-48B4-86E3-51A3C9DF9290}"/>
              </a:ext>
            </a:extLst>
          </p:cNvPr>
          <p:cNvCxnSpPr>
            <a:cxnSpLocks noChangeShapeType="1"/>
            <a:stCxn id="683017" idx="5"/>
            <a:endCxn id="683018" idx="1"/>
          </p:cNvCxnSpPr>
          <p:nvPr/>
        </p:nvCxnSpPr>
        <p:spPr bwMode="auto">
          <a:xfrm>
            <a:off x="6415363" y="4359856"/>
            <a:ext cx="96838" cy="309562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83066" name="AutoShape 58">
            <a:extLst>
              <a:ext uri="{FF2B5EF4-FFF2-40B4-BE49-F238E27FC236}">
                <a16:creationId xmlns:a16="http://schemas.microsoft.com/office/drawing/2014/main" id="{5E3535EC-C793-4AD6-873E-4B5B49B9BD2D}"/>
              </a:ext>
            </a:extLst>
          </p:cNvPr>
          <p:cNvCxnSpPr>
            <a:cxnSpLocks noChangeShapeType="1"/>
            <a:stCxn id="683015" idx="2"/>
            <a:endCxn id="683018" idx="6"/>
          </p:cNvCxnSpPr>
          <p:nvPr/>
        </p:nvCxnSpPr>
        <p:spPr bwMode="auto">
          <a:xfrm flipH="1">
            <a:off x="6664601" y="4324931"/>
            <a:ext cx="1782762" cy="404812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83067" name="AutoShape 59">
            <a:extLst>
              <a:ext uri="{FF2B5EF4-FFF2-40B4-BE49-F238E27FC236}">
                <a16:creationId xmlns:a16="http://schemas.microsoft.com/office/drawing/2014/main" id="{3E2C0D25-1324-44DF-B803-D4C28FBE97E9}"/>
              </a:ext>
            </a:extLst>
          </p:cNvPr>
          <p:cNvCxnSpPr>
            <a:cxnSpLocks noChangeShapeType="1"/>
            <a:stCxn id="683021" idx="2"/>
            <a:endCxn id="683018" idx="5"/>
          </p:cNvCxnSpPr>
          <p:nvPr/>
        </p:nvCxnSpPr>
        <p:spPr bwMode="auto">
          <a:xfrm flipH="1" flipV="1">
            <a:off x="6637613" y="4788482"/>
            <a:ext cx="458788" cy="211137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83068" name="AutoShape 60">
            <a:extLst>
              <a:ext uri="{FF2B5EF4-FFF2-40B4-BE49-F238E27FC236}">
                <a16:creationId xmlns:a16="http://schemas.microsoft.com/office/drawing/2014/main" id="{0E8BC0B8-D1F9-4FD4-B20E-55FD47CEE039}"/>
              </a:ext>
            </a:extLst>
          </p:cNvPr>
          <p:cNvCxnSpPr>
            <a:cxnSpLocks noChangeShapeType="1"/>
            <a:stCxn id="683021" idx="3"/>
            <a:endCxn id="683019" idx="7"/>
          </p:cNvCxnSpPr>
          <p:nvPr/>
        </p:nvCxnSpPr>
        <p:spPr bwMode="auto">
          <a:xfrm flipH="1">
            <a:off x="6778902" y="5058356"/>
            <a:ext cx="344487" cy="252412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83069" name="AutoShape 61">
            <a:extLst>
              <a:ext uri="{FF2B5EF4-FFF2-40B4-BE49-F238E27FC236}">
                <a16:creationId xmlns:a16="http://schemas.microsoft.com/office/drawing/2014/main" id="{F1257A43-34DD-4235-B8AD-F28D9146FAE5}"/>
              </a:ext>
            </a:extLst>
          </p:cNvPr>
          <p:cNvCxnSpPr>
            <a:cxnSpLocks noChangeShapeType="1"/>
            <a:stCxn id="683016" idx="1"/>
            <a:endCxn id="683021" idx="5"/>
          </p:cNvCxnSpPr>
          <p:nvPr/>
        </p:nvCxnSpPr>
        <p:spPr bwMode="auto">
          <a:xfrm flipH="1" flipV="1">
            <a:off x="7248802" y="5058356"/>
            <a:ext cx="865187" cy="252412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83070" name="AutoShape 62">
            <a:extLst>
              <a:ext uri="{FF2B5EF4-FFF2-40B4-BE49-F238E27FC236}">
                <a16:creationId xmlns:a16="http://schemas.microsoft.com/office/drawing/2014/main" id="{C3CE2110-7858-4437-865C-8B1DE6AA0D3E}"/>
              </a:ext>
            </a:extLst>
          </p:cNvPr>
          <p:cNvCxnSpPr>
            <a:cxnSpLocks noChangeShapeType="1"/>
            <a:stCxn id="683020" idx="3"/>
            <a:endCxn id="683021" idx="6"/>
          </p:cNvCxnSpPr>
          <p:nvPr/>
        </p:nvCxnSpPr>
        <p:spPr bwMode="auto">
          <a:xfrm flipH="1">
            <a:off x="7275788" y="4748794"/>
            <a:ext cx="622300" cy="250825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83071" name="AutoShape 63">
            <a:extLst>
              <a:ext uri="{FF2B5EF4-FFF2-40B4-BE49-F238E27FC236}">
                <a16:creationId xmlns:a16="http://schemas.microsoft.com/office/drawing/2014/main" id="{DD760F1B-63C0-4AEA-A6FB-64D0FAF85E79}"/>
              </a:ext>
            </a:extLst>
          </p:cNvPr>
          <p:cNvCxnSpPr>
            <a:cxnSpLocks noChangeShapeType="1"/>
            <a:stCxn id="683018" idx="2"/>
            <a:endCxn id="683014" idx="5"/>
          </p:cNvCxnSpPr>
          <p:nvPr/>
        </p:nvCxnSpPr>
        <p:spPr bwMode="auto">
          <a:xfrm flipH="1" flipV="1">
            <a:off x="5835927" y="4551943"/>
            <a:ext cx="649287" cy="177800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50" name="Rectangle 3">
            <a:extLst>
              <a:ext uri="{FF2B5EF4-FFF2-40B4-BE49-F238E27FC236}">
                <a16:creationId xmlns:a16="http://schemas.microsoft.com/office/drawing/2014/main" id="{27FCC14F-4F83-4082-AA4F-AB4FA94901FA}"/>
              </a:ext>
            </a:extLst>
          </p:cNvPr>
          <p:cNvSpPr txBox="1">
            <a:spLocks noChangeArrowheads="1"/>
          </p:cNvSpPr>
          <p:nvPr/>
        </p:nvSpPr>
        <p:spPr>
          <a:xfrm>
            <a:off x="425727" y="2914438"/>
            <a:ext cx="10515600" cy="10865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/>
              <a:t>Cycle property.  Let C be any cycle, and let f be the max cost edge belonging to C.  Then the MST does not contain f.</a:t>
            </a:r>
            <a:endParaRPr lang="en-US" altLang="en-US" dirty="0"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3011" grpId="0" uiExpand="1" build="p"/>
      <p:bldP spid="683014" grpId="0" animBg="1"/>
      <p:bldP spid="683015" grpId="0" animBg="1"/>
      <p:bldP spid="683016" grpId="0" animBg="1"/>
      <p:bldP spid="683017" grpId="0" animBg="1"/>
      <p:bldP spid="683018" grpId="0" animBg="1"/>
      <p:bldP spid="683019" grpId="0" animBg="1"/>
      <p:bldP spid="683020" grpId="0" animBg="1"/>
      <p:bldP spid="683021" grpId="0" animBg="1"/>
      <p:bldP spid="683030" grpId="0" animBg="1"/>
      <p:bldP spid="683033" grpId="0"/>
      <p:bldP spid="683034" grpId="0" animBg="1"/>
      <p:bldP spid="683035" grpId="0" animBg="1"/>
      <p:bldP spid="683036" grpId="0" animBg="1"/>
      <p:bldP spid="683037" grpId="0" animBg="1"/>
      <p:bldP spid="683038" grpId="0" animBg="1"/>
      <p:bldP spid="683039" grpId="0" animBg="1"/>
      <p:bldP spid="683040" grpId="0" animBg="1"/>
      <p:bldP spid="683041" grpId="0" animBg="1"/>
      <p:bldP spid="683042" grpId="0" animBg="1"/>
      <p:bldP spid="683043" grpId="0" animBg="1"/>
      <p:bldP spid="683055" grpId="0"/>
      <p:bldP spid="683057" grpId="0"/>
      <p:bldP spid="683054" grpId="0" animBg="1"/>
      <p:bldP spid="683058" grpId="0"/>
      <p:bldP spid="5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370" name="Rectangle 2">
            <a:extLst>
              <a:ext uri="{FF2B5EF4-FFF2-40B4-BE49-F238E27FC236}">
                <a16:creationId xmlns:a16="http://schemas.microsoft.com/office/drawing/2014/main" id="{694B3E46-77AF-4912-9372-681EB44736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MST Algorithms:  Theory</a:t>
            </a:r>
          </a:p>
        </p:txBody>
      </p:sp>
      <p:sp>
        <p:nvSpPr>
          <p:cNvPr id="698371" name="Rectangle 3">
            <a:extLst>
              <a:ext uri="{FF2B5EF4-FFF2-40B4-BE49-F238E27FC236}">
                <a16:creationId xmlns:a16="http://schemas.microsoft.com/office/drawing/2014/main" id="{5CD2186E-61C1-421A-B040-A6D8961C55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825625"/>
            <a:ext cx="10515600" cy="4925604"/>
          </a:xfrm>
        </p:spPr>
        <p:txBody>
          <a:bodyPr>
            <a:normAutofit fontScale="77500" lnSpcReduction="20000"/>
          </a:bodyPr>
          <a:lstStyle/>
          <a:p>
            <a:r>
              <a:rPr lang="en-US" altLang="en-US" dirty="0"/>
              <a:t>Deterministic comparison-based algorithms.</a:t>
            </a:r>
          </a:p>
          <a:p>
            <a:pPr lvl="1"/>
            <a:r>
              <a:rPr lang="en-US" altLang="en-US" dirty="0"/>
              <a:t>O(m log n)		</a:t>
            </a:r>
            <a:r>
              <a:rPr lang="en-US" altLang="en-US" dirty="0">
                <a:solidFill>
                  <a:schemeClr val="hlink"/>
                </a:solidFill>
              </a:rPr>
              <a:t>[</a:t>
            </a:r>
            <a:r>
              <a:rPr lang="en-US" altLang="en-US" dirty="0" err="1">
                <a:solidFill>
                  <a:schemeClr val="hlink"/>
                </a:solidFill>
              </a:rPr>
              <a:t>Jarník</a:t>
            </a:r>
            <a:r>
              <a:rPr lang="en-US" altLang="en-US" dirty="0">
                <a:solidFill>
                  <a:schemeClr val="hlink"/>
                </a:solidFill>
              </a:rPr>
              <a:t>, Prim, Dijkstra, Kruskal, </a:t>
            </a:r>
            <a:r>
              <a:rPr lang="en-US" altLang="en-US" dirty="0" err="1">
                <a:solidFill>
                  <a:schemeClr val="hlink"/>
                </a:solidFill>
              </a:rPr>
              <a:t>Boruvka</a:t>
            </a:r>
            <a:r>
              <a:rPr lang="en-US" altLang="en-US" dirty="0">
                <a:solidFill>
                  <a:schemeClr val="hlink"/>
                </a:solidFill>
              </a:rPr>
              <a:t>]</a:t>
            </a:r>
          </a:p>
          <a:p>
            <a:pPr lvl="1"/>
            <a:r>
              <a:rPr lang="en-US" altLang="en-US" dirty="0"/>
              <a:t>O(m log </a:t>
            </a:r>
            <a:r>
              <a:rPr lang="en-US" altLang="en-US" dirty="0" err="1"/>
              <a:t>log</a:t>
            </a:r>
            <a:r>
              <a:rPr lang="en-US" altLang="en-US" dirty="0"/>
              <a:t> n)                       </a:t>
            </a:r>
            <a:r>
              <a:rPr lang="en-US" altLang="en-US" dirty="0">
                <a:solidFill>
                  <a:schemeClr val="hlink"/>
                </a:solidFill>
              </a:rPr>
              <a:t>[Cheriton-</a:t>
            </a:r>
            <a:r>
              <a:rPr lang="en-US" altLang="en-US" dirty="0" err="1">
                <a:solidFill>
                  <a:schemeClr val="hlink"/>
                </a:solidFill>
              </a:rPr>
              <a:t>Tarjan</a:t>
            </a:r>
            <a:r>
              <a:rPr lang="en-US" altLang="en-US" dirty="0">
                <a:solidFill>
                  <a:schemeClr val="hlink"/>
                </a:solidFill>
              </a:rPr>
              <a:t> 1976, Yao 1975]</a:t>
            </a:r>
          </a:p>
          <a:p>
            <a:pPr lvl="1"/>
            <a:r>
              <a:rPr lang="en-US" altLang="en-US" dirty="0"/>
              <a:t>O(m </a:t>
            </a:r>
            <a:r>
              <a:rPr lang="en-US" altLang="en-US" dirty="0">
                <a:sym typeface="Symbol" panose="05050102010706020507" pitchFamily="18" charset="2"/>
              </a:rPr>
              <a:t></a:t>
            </a:r>
            <a:r>
              <a:rPr lang="en-US" altLang="en-US" dirty="0"/>
              <a:t>(m, n)).		</a:t>
            </a:r>
            <a:r>
              <a:rPr lang="en-US" altLang="en-US" dirty="0">
                <a:solidFill>
                  <a:schemeClr val="hlink"/>
                </a:solidFill>
              </a:rPr>
              <a:t>[</a:t>
            </a:r>
            <a:r>
              <a:rPr lang="en-US" altLang="en-US" dirty="0" err="1">
                <a:solidFill>
                  <a:schemeClr val="hlink"/>
                </a:solidFill>
              </a:rPr>
              <a:t>Fredman-Tarjan</a:t>
            </a:r>
            <a:r>
              <a:rPr lang="en-US" altLang="en-US" dirty="0">
                <a:solidFill>
                  <a:schemeClr val="hlink"/>
                </a:solidFill>
              </a:rPr>
              <a:t> 1987]</a:t>
            </a:r>
          </a:p>
          <a:p>
            <a:pPr lvl="1"/>
            <a:r>
              <a:rPr lang="en-US" altLang="en-US" dirty="0"/>
              <a:t>O(m log </a:t>
            </a:r>
            <a:r>
              <a:rPr lang="en-US" altLang="en-US" dirty="0">
                <a:sym typeface="Symbol" panose="05050102010706020507" pitchFamily="18" charset="2"/>
              </a:rPr>
              <a:t></a:t>
            </a:r>
            <a:r>
              <a:rPr lang="en-US" altLang="en-US" dirty="0"/>
              <a:t>(m, n)).	</a:t>
            </a:r>
            <a:r>
              <a:rPr lang="en-US" altLang="en-US" dirty="0">
                <a:solidFill>
                  <a:schemeClr val="hlink"/>
                </a:solidFill>
              </a:rPr>
              <a:t>[</a:t>
            </a:r>
            <a:r>
              <a:rPr lang="en-US" altLang="en-US" dirty="0" err="1">
                <a:solidFill>
                  <a:schemeClr val="hlink"/>
                </a:solidFill>
              </a:rPr>
              <a:t>Gabow</a:t>
            </a:r>
            <a:r>
              <a:rPr lang="en-US" altLang="en-US" dirty="0">
                <a:solidFill>
                  <a:schemeClr val="hlink"/>
                </a:solidFill>
              </a:rPr>
              <a:t>-Galil-Spencer-</a:t>
            </a:r>
            <a:r>
              <a:rPr lang="en-US" altLang="en-US" dirty="0" err="1">
                <a:solidFill>
                  <a:schemeClr val="hlink"/>
                </a:solidFill>
              </a:rPr>
              <a:t>Tarjan</a:t>
            </a:r>
            <a:r>
              <a:rPr lang="en-US" altLang="en-US" dirty="0">
                <a:solidFill>
                  <a:schemeClr val="hlink"/>
                </a:solidFill>
              </a:rPr>
              <a:t> 1986]</a:t>
            </a:r>
          </a:p>
          <a:p>
            <a:pPr lvl="1"/>
            <a:r>
              <a:rPr lang="en-US" altLang="en-US" dirty="0"/>
              <a:t>O(m </a:t>
            </a:r>
            <a:r>
              <a:rPr lang="en-US" altLang="en-US" dirty="0">
                <a:sym typeface="Symbol" panose="05050102010706020507" pitchFamily="18" charset="2"/>
              </a:rPr>
              <a:t></a:t>
            </a:r>
            <a:r>
              <a:rPr lang="en-US" altLang="en-US" dirty="0"/>
              <a:t> (m, n)).		</a:t>
            </a:r>
            <a:r>
              <a:rPr lang="en-US" altLang="en-US" dirty="0">
                <a:solidFill>
                  <a:schemeClr val="hlink"/>
                </a:solidFill>
              </a:rPr>
              <a:t>[Chazelle 2000]</a:t>
            </a:r>
          </a:p>
          <a:p>
            <a:pPr lvl="1"/>
            <a:endParaRPr lang="en-US" altLang="en-US" dirty="0">
              <a:solidFill>
                <a:schemeClr val="hlink"/>
              </a:solidFill>
            </a:endParaRPr>
          </a:p>
          <a:p>
            <a:r>
              <a:rPr lang="en-US" altLang="en-US" dirty="0"/>
              <a:t>Holy grail.  </a:t>
            </a:r>
            <a:r>
              <a:rPr lang="en-US" altLang="en-US" dirty="0">
                <a:solidFill>
                  <a:schemeClr val="tx1"/>
                </a:solidFill>
              </a:rPr>
              <a:t>O(m).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Notable.</a:t>
            </a:r>
          </a:p>
          <a:p>
            <a:pPr lvl="1"/>
            <a:r>
              <a:rPr lang="en-US" altLang="en-US" dirty="0"/>
              <a:t>O(m) randomized.	</a:t>
            </a:r>
            <a:r>
              <a:rPr lang="en-US" altLang="en-US" dirty="0">
                <a:solidFill>
                  <a:schemeClr val="hlink"/>
                </a:solidFill>
              </a:rPr>
              <a:t>[Karger-Klein-</a:t>
            </a:r>
            <a:r>
              <a:rPr lang="en-US" altLang="en-US" dirty="0" err="1">
                <a:solidFill>
                  <a:schemeClr val="hlink"/>
                </a:solidFill>
              </a:rPr>
              <a:t>Tarjan</a:t>
            </a:r>
            <a:r>
              <a:rPr lang="en-US" altLang="en-US" dirty="0">
                <a:solidFill>
                  <a:schemeClr val="hlink"/>
                </a:solidFill>
              </a:rPr>
              <a:t> 1995]</a:t>
            </a:r>
          </a:p>
          <a:p>
            <a:pPr lvl="1"/>
            <a:r>
              <a:rPr lang="en-US" altLang="en-US" dirty="0"/>
              <a:t>O(m) verification.	</a:t>
            </a:r>
            <a:r>
              <a:rPr lang="en-US" altLang="en-US" dirty="0">
                <a:solidFill>
                  <a:schemeClr val="hlink"/>
                </a:solidFill>
              </a:rPr>
              <a:t>[Dixon-Rauch-</a:t>
            </a:r>
            <a:r>
              <a:rPr lang="en-US" altLang="en-US" dirty="0" err="1">
                <a:solidFill>
                  <a:schemeClr val="hlink"/>
                </a:solidFill>
              </a:rPr>
              <a:t>Tarjan</a:t>
            </a:r>
            <a:r>
              <a:rPr lang="en-US" altLang="en-US" dirty="0">
                <a:solidFill>
                  <a:schemeClr val="hlink"/>
                </a:solidFill>
              </a:rPr>
              <a:t> 1992]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Euclidean.</a:t>
            </a:r>
          </a:p>
          <a:p>
            <a:pPr lvl="1"/>
            <a:r>
              <a:rPr lang="en-US" altLang="en-US" dirty="0"/>
              <a:t>2-d:  O(n log n).	</a:t>
            </a:r>
            <a:r>
              <a:rPr lang="en-US" altLang="en-US" dirty="0">
                <a:solidFill>
                  <a:schemeClr val="hlink"/>
                </a:solidFill>
              </a:rPr>
              <a:t>compute MST of edges in Delaunay</a:t>
            </a:r>
          </a:p>
          <a:p>
            <a:pPr lvl="1"/>
            <a:r>
              <a:rPr lang="en-US" altLang="en-US" dirty="0"/>
              <a:t>k-d:  O(k</a:t>
            </a:r>
            <a:r>
              <a:rPr lang="en-US" altLang="en-US" baseline="30000" dirty="0"/>
              <a:t> </a:t>
            </a:r>
            <a:r>
              <a:rPr lang="en-US" altLang="en-US" dirty="0"/>
              <a:t>n</a:t>
            </a:r>
            <a:r>
              <a:rPr lang="en-US" altLang="en-US" baseline="30000" dirty="0"/>
              <a:t>2</a:t>
            </a:r>
            <a:r>
              <a:rPr lang="en-US" altLang="en-US" dirty="0"/>
              <a:t>).		</a:t>
            </a:r>
            <a:r>
              <a:rPr lang="en-US" altLang="en-US" dirty="0">
                <a:solidFill>
                  <a:schemeClr val="hlink"/>
                </a:solidFill>
              </a:rPr>
              <a:t>dense Prim</a:t>
            </a: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3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3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3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3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37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37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37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8371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1FA58-59B8-4EFD-BF2B-069C45712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64FEF-F44A-4071-922A-E51980E95F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573" y="1690688"/>
            <a:ext cx="9132593" cy="4351338"/>
          </a:xfrm>
        </p:spPr>
        <p:txBody>
          <a:bodyPr>
            <a:normAutofit/>
          </a:bodyPr>
          <a:lstStyle/>
          <a:p>
            <a:r>
              <a:rPr lang="en-US" dirty="0"/>
              <a:t>MST problem – given graph with edge weights find </a:t>
            </a:r>
            <a:r>
              <a:rPr lang="en-US" dirty="0" err="1"/>
              <a:t>mimimum</a:t>
            </a:r>
            <a:r>
              <a:rPr lang="en-US" dirty="0"/>
              <a:t> weight spanning tree </a:t>
            </a:r>
          </a:p>
          <a:p>
            <a:r>
              <a:rPr lang="en-US" dirty="0"/>
              <a:t>Application – fundamental subroutine useful for network design, approximation algorithms, clustering etc.</a:t>
            </a:r>
          </a:p>
          <a:p>
            <a:r>
              <a:rPr lang="en-US" dirty="0"/>
              <a:t>3 basic algorithms – all greedy – Kruskal’s, reverse-delete and Prim’s</a:t>
            </a:r>
          </a:p>
          <a:p>
            <a:r>
              <a:rPr lang="en-US" dirty="0"/>
              <a:t>Main Takeaway: MST is a fundamental problem that can be solved in near linear time. (Finding an exact linear-time algorithm is still open)</a:t>
            </a:r>
          </a:p>
        </p:txBody>
      </p:sp>
    </p:spTree>
    <p:extLst>
      <p:ext uri="{BB962C8B-B14F-4D97-AF65-F5344CB8AC3E}">
        <p14:creationId xmlns:p14="http://schemas.microsoft.com/office/powerpoint/2010/main" val="4014147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5008</TotalTime>
  <Words>769</Words>
  <Application>Microsoft Office PowerPoint</Application>
  <PresentationFormat>Widescreen</PresentationFormat>
  <Paragraphs>111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Calibri Light</vt:lpstr>
      <vt:lpstr>Calibri</vt:lpstr>
      <vt:lpstr>Cambria</vt:lpstr>
      <vt:lpstr>Arial</vt:lpstr>
      <vt:lpstr>Office Theme</vt:lpstr>
      <vt:lpstr>Office Theme</vt:lpstr>
      <vt:lpstr>CS5800 – ALGORITHMS  MODULE 7. GREEDY ALGORITHMS - II  Lesson 1: MST- Basics</vt:lpstr>
      <vt:lpstr>Topics</vt:lpstr>
      <vt:lpstr>Minimum Spanning Tree</vt:lpstr>
      <vt:lpstr>Applications</vt:lpstr>
      <vt:lpstr>Greedy Algorithms</vt:lpstr>
      <vt:lpstr>Key properties </vt:lpstr>
      <vt:lpstr>MST Algorithms:  Theory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CS5800 – ALGORITHMS  2. NUMBER-THEORETIC</dc:title>
  <dc:creator>koods koods</dc:creator>
  <cp:lastModifiedBy>David Dietz</cp:lastModifiedBy>
  <cp:revision>20</cp:revision>
  <dcterms:created xsi:type="dcterms:W3CDTF">2019-09-13T03:48:54Z</dcterms:created>
  <dcterms:modified xsi:type="dcterms:W3CDTF">2020-09-18T16:53:17Z</dcterms:modified>
</cp:coreProperties>
</file>