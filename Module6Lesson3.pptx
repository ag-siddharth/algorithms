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  <p:sldMasterId id="2147483662" r:id="rId3"/>
  </p:sldMasterIdLst>
  <p:notesMasterIdLst>
    <p:notesMasterId r:id="rId32"/>
  </p:notesMasterIdLst>
  <p:sldIdLst>
    <p:sldId id="257" r:id="rId4"/>
    <p:sldId id="496" r:id="rId5"/>
    <p:sldId id="491" r:id="rId6"/>
    <p:sldId id="492" r:id="rId7"/>
    <p:sldId id="493" r:id="rId8"/>
    <p:sldId id="494" r:id="rId9"/>
    <p:sldId id="495" r:id="rId10"/>
    <p:sldId id="490" r:id="rId11"/>
    <p:sldId id="509" r:id="rId12"/>
    <p:sldId id="510" r:id="rId13"/>
    <p:sldId id="511" r:id="rId14"/>
    <p:sldId id="512" r:id="rId15"/>
    <p:sldId id="513" r:id="rId16"/>
    <p:sldId id="514" r:id="rId17"/>
    <p:sldId id="497" r:id="rId18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506" r:id="rId27"/>
    <p:sldId id="507" r:id="rId28"/>
    <p:sldId id="508" r:id="rId29"/>
    <p:sldId id="515" r:id="rId30"/>
    <p:sldId id="346" r:id="rId31"/>
  </p:sldIdLst>
  <p:sldSz cx="12192000" cy="6858000"/>
  <p:notesSz cx="6858000" cy="9144000"/>
  <p:embeddedFontLst>
    <p:embeddedFont>
      <p:font typeface="Abadi" panose="020B0604020104020204" pitchFamily="34" charset="0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Comic Sans MS" panose="030F0702030302020204" pitchFamily="66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81F57D-BE33-43F4-BB70-F895615C986E}" v="780" dt="2020-08-29T04:26:47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9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font" Target="fonts/font9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2657C5AB-12E1-4B84-9FC5-DF9B843C8C4E}"/>
    <pc:docChg chg="undo custSel addSld delSld modSld">
      <pc:chgData name="Ravi Sundaram" userId="a7df020c0a403423" providerId="LiveId" clId="{2657C5AB-12E1-4B84-9FC5-DF9B843C8C4E}" dt="2020-08-27T21:52:18.846" v="15"/>
      <pc:docMkLst>
        <pc:docMk/>
      </pc:docMkLst>
      <pc:sldChg chg="del">
        <pc:chgData name="Ravi Sundaram" userId="a7df020c0a403423" providerId="LiveId" clId="{2657C5AB-12E1-4B84-9FC5-DF9B843C8C4E}" dt="2020-08-27T21:46:34.199" v="3" actId="2696"/>
        <pc:sldMkLst>
          <pc:docMk/>
          <pc:sldMk cId="0" sldId="280"/>
        </pc:sldMkLst>
      </pc:sldChg>
      <pc:sldChg chg="del">
        <pc:chgData name="Ravi Sundaram" userId="a7df020c0a403423" providerId="LiveId" clId="{2657C5AB-12E1-4B84-9FC5-DF9B843C8C4E}" dt="2020-08-27T21:46:34.309" v="7" actId="2696"/>
        <pc:sldMkLst>
          <pc:docMk/>
          <pc:sldMk cId="0" sldId="281"/>
        </pc:sldMkLst>
      </pc:sldChg>
      <pc:sldChg chg="del">
        <pc:chgData name="Ravi Sundaram" userId="a7df020c0a403423" providerId="LiveId" clId="{2657C5AB-12E1-4B84-9FC5-DF9B843C8C4E}" dt="2020-08-27T21:46:34.336" v="8" actId="2696"/>
        <pc:sldMkLst>
          <pc:docMk/>
          <pc:sldMk cId="0" sldId="282"/>
        </pc:sldMkLst>
      </pc:sldChg>
      <pc:sldChg chg="del">
        <pc:chgData name="Ravi Sundaram" userId="a7df020c0a403423" providerId="LiveId" clId="{2657C5AB-12E1-4B84-9FC5-DF9B843C8C4E}" dt="2020-08-27T21:46:34.350" v="9" actId="2696"/>
        <pc:sldMkLst>
          <pc:docMk/>
          <pc:sldMk cId="0" sldId="283"/>
        </pc:sldMkLst>
      </pc:sldChg>
      <pc:sldChg chg="del">
        <pc:chgData name="Ravi Sundaram" userId="a7df020c0a403423" providerId="LiveId" clId="{2657C5AB-12E1-4B84-9FC5-DF9B843C8C4E}" dt="2020-08-27T21:46:34.137" v="1" actId="2696"/>
        <pc:sldMkLst>
          <pc:docMk/>
          <pc:sldMk cId="0" sldId="313"/>
        </pc:sldMkLst>
      </pc:sldChg>
      <pc:sldChg chg="del">
        <pc:chgData name="Ravi Sundaram" userId="a7df020c0a403423" providerId="LiveId" clId="{2657C5AB-12E1-4B84-9FC5-DF9B843C8C4E}" dt="2020-08-27T21:46:34.251" v="5" actId="2696"/>
        <pc:sldMkLst>
          <pc:docMk/>
          <pc:sldMk cId="0" sldId="345"/>
        </pc:sldMkLst>
      </pc:sldChg>
      <pc:sldChg chg="del">
        <pc:chgData name="Ravi Sundaram" userId="a7df020c0a403423" providerId="LiveId" clId="{2657C5AB-12E1-4B84-9FC5-DF9B843C8C4E}" dt="2020-08-27T21:46:34.103" v="0" actId="2696"/>
        <pc:sldMkLst>
          <pc:docMk/>
          <pc:sldMk cId="2059021238" sldId="347"/>
        </pc:sldMkLst>
      </pc:sldChg>
      <pc:sldChg chg="del">
        <pc:chgData name="Ravi Sundaram" userId="a7df020c0a403423" providerId="LiveId" clId="{2657C5AB-12E1-4B84-9FC5-DF9B843C8C4E}" dt="2020-08-27T21:46:34.162" v="2" actId="2696"/>
        <pc:sldMkLst>
          <pc:docMk/>
          <pc:sldMk cId="1640693443" sldId="349"/>
        </pc:sldMkLst>
      </pc:sldChg>
      <pc:sldChg chg="del">
        <pc:chgData name="Ravi Sundaram" userId="a7df020c0a403423" providerId="LiveId" clId="{2657C5AB-12E1-4B84-9FC5-DF9B843C8C4E}" dt="2020-08-27T21:46:34.220" v="4" actId="2696"/>
        <pc:sldMkLst>
          <pc:docMk/>
          <pc:sldMk cId="2315145716" sldId="350"/>
        </pc:sldMkLst>
      </pc:sldChg>
      <pc:sldChg chg="del">
        <pc:chgData name="Ravi Sundaram" userId="a7df020c0a403423" providerId="LiveId" clId="{2657C5AB-12E1-4B84-9FC5-DF9B843C8C4E}" dt="2020-08-27T21:46:34.280" v="6" actId="2696"/>
        <pc:sldMkLst>
          <pc:docMk/>
          <pc:sldMk cId="2856967658" sldId="351"/>
        </pc:sldMkLst>
      </pc:sldChg>
      <pc:sldChg chg="add del">
        <pc:chgData name="Ravi Sundaram" userId="a7df020c0a403423" providerId="LiveId" clId="{2657C5AB-12E1-4B84-9FC5-DF9B843C8C4E}" dt="2020-08-27T21:52:18.846" v="15"/>
        <pc:sldMkLst>
          <pc:docMk/>
          <pc:sldMk cId="0" sldId="484"/>
        </pc:sldMkLst>
      </pc:sldChg>
      <pc:sldChg chg="add del">
        <pc:chgData name="Ravi Sundaram" userId="a7df020c0a403423" providerId="LiveId" clId="{2657C5AB-12E1-4B84-9FC5-DF9B843C8C4E}" dt="2020-08-27T21:52:18.846" v="15"/>
        <pc:sldMkLst>
          <pc:docMk/>
          <pc:sldMk cId="0" sldId="485"/>
        </pc:sldMkLst>
      </pc:sldChg>
      <pc:sldChg chg="add del">
        <pc:chgData name="Ravi Sundaram" userId="a7df020c0a403423" providerId="LiveId" clId="{2657C5AB-12E1-4B84-9FC5-DF9B843C8C4E}" dt="2020-08-27T21:52:18.846" v="15"/>
        <pc:sldMkLst>
          <pc:docMk/>
          <pc:sldMk cId="0" sldId="486"/>
        </pc:sldMkLst>
      </pc:sldChg>
      <pc:sldChg chg="add del">
        <pc:chgData name="Ravi Sundaram" userId="a7df020c0a403423" providerId="LiveId" clId="{2657C5AB-12E1-4B84-9FC5-DF9B843C8C4E}" dt="2020-08-27T21:52:18.846" v="15"/>
        <pc:sldMkLst>
          <pc:docMk/>
          <pc:sldMk cId="0" sldId="487"/>
        </pc:sldMkLst>
      </pc:sldChg>
      <pc:sldChg chg="modSp add del">
        <pc:chgData name="Ravi Sundaram" userId="a7df020c0a403423" providerId="LiveId" clId="{2657C5AB-12E1-4B84-9FC5-DF9B843C8C4E}" dt="2020-08-27T21:52:18.846" v="15"/>
        <pc:sldMkLst>
          <pc:docMk/>
          <pc:sldMk cId="0" sldId="488"/>
        </pc:sldMkLst>
        <pc:spChg chg="mod">
          <ac:chgData name="Ravi Sundaram" userId="a7df020c0a403423" providerId="LiveId" clId="{2657C5AB-12E1-4B84-9FC5-DF9B843C8C4E}" dt="2020-08-27T21:52:15.261" v="14"/>
          <ac:spMkLst>
            <pc:docMk/>
            <pc:sldMk cId="0" sldId="488"/>
            <ac:spMk id="598019" creationId="{1ACF3506-88DB-457A-B7B3-4D7A8ED6C105}"/>
          </ac:spMkLst>
        </pc:spChg>
      </pc:sldChg>
      <pc:sldChg chg="add del">
        <pc:chgData name="Ravi Sundaram" userId="a7df020c0a403423" providerId="LiveId" clId="{2657C5AB-12E1-4B84-9FC5-DF9B843C8C4E}" dt="2020-08-27T21:52:18.846" v="15"/>
        <pc:sldMkLst>
          <pc:docMk/>
          <pc:sldMk cId="0" sldId="489"/>
        </pc:sldMkLst>
      </pc:sldChg>
      <pc:sldMasterChg chg="delSldLayout">
        <pc:chgData name="Ravi Sundaram" userId="a7df020c0a403423" providerId="LiveId" clId="{2657C5AB-12E1-4B84-9FC5-DF9B843C8C4E}" dt="2020-08-27T21:46:34.351" v="1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2657C5AB-12E1-4B84-9FC5-DF9B843C8C4E}" dt="2020-08-27T21:46:34.351" v="10" actId="2696"/>
          <pc:sldLayoutMkLst>
            <pc:docMk/>
            <pc:sldMasterMk cId="2006853913" sldId="2147483648"/>
            <pc:sldLayoutMk cId="3908071040" sldId="2147483662"/>
          </pc:sldLayoutMkLst>
        </pc:sldLayoutChg>
      </pc:sldMasterChg>
    </pc:docChg>
  </pc:docChgLst>
  <pc:docChgLst>
    <pc:chgData name="Ravi Sundaram" userId="a7df020c0a403423" providerId="LiveId" clId="{3281F57D-BE33-43F4-BB70-F895615C986E}"/>
    <pc:docChg chg="undo custSel addSld delSld modSld delMainMaster">
      <pc:chgData name="Ravi Sundaram" userId="a7df020c0a403423" providerId="LiveId" clId="{3281F57D-BE33-43F4-BB70-F895615C986E}" dt="2020-08-29T04:26:35.179" v="1113" actId="947"/>
      <pc:docMkLst>
        <pc:docMk/>
      </pc:docMkLst>
      <pc:sldChg chg="addSp delSp modSp">
        <pc:chgData name="Ravi Sundaram" userId="a7df020c0a403423" providerId="LiveId" clId="{3281F57D-BE33-43F4-BB70-F895615C986E}" dt="2020-08-28T04:31:15.163" v="843" actId="20577"/>
        <pc:sldMkLst>
          <pc:docMk/>
          <pc:sldMk cId="4099122483" sldId="257"/>
        </pc:sldMkLst>
        <pc:spChg chg="mod">
          <ac:chgData name="Ravi Sundaram" userId="a7df020c0a403423" providerId="LiveId" clId="{3281F57D-BE33-43F4-BB70-F895615C986E}" dt="2020-08-28T04:31:15.163" v="843" actId="20577"/>
          <ac:spMkLst>
            <pc:docMk/>
            <pc:sldMk cId="4099122483" sldId="257"/>
            <ac:spMk id="2" creationId="{80797C44-BBD0-4A67-A16E-1796651C5A29}"/>
          </ac:spMkLst>
        </pc:spChg>
        <pc:spChg chg="add del">
          <ac:chgData name="Ravi Sundaram" userId="a7df020c0a403423" providerId="LiveId" clId="{3281F57D-BE33-43F4-BB70-F895615C986E}" dt="2020-08-28T00:00:59.357" v="58"/>
          <ac:spMkLst>
            <pc:docMk/>
            <pc:sldMk cId="4099122483" sldId="257"/>
            <ac:spMk id="4" creationId="{3F67E630-A261-4933-B15D-8F9C6935055E}"/>
          </ac:spMkLst>
        </pc:spChg>
      </pc:sldChg>
      <pc:sldChg chg="modSp del">
        <pc:chgData name="Ravi Sundaram" userId="a7df020c0a403423" providerId="LiveId" clId="{3281F57D-BE33-43F4-BB70-F895615C986E}" dt="2020-08-28T02:45:38.340" v="69" actId="2696"/>
        <pc:sldMkLst>
          <pc:docMk/>
          <pc:sldMk cId="3479009568" sldId="258"/>
        </pc:sldMkLst>
        <pc:spChg chg="mod">
          <ac:chgData name="Ravi Sundaram" userId="a7df020c0a403423" providerId="LiveId" clId="{3281F57D-BE33-43F4-BB70-F895615C986E}" dt="2020-08-27T23:59:59.072" v="52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modAnim">
        <pc:chgData name="Ravi Sundaram" userId="a7df020c0a403423" providerId="LiveId" clId="{3281F57D-BE33-43F4-BB70-F895615C986E}" dt="2020-08-28T03:29:31.289" v="807"/>
        <pc:sldMkLst>
          <pc:docMk/>
          <pc:sldMk cId="4014147109" sldId="346"/>
        </pc:sldMkLst>
        <pc:spChg chg="mod">
          <ac:chgData name="Ravi Sundaram" userId="a7df020c0a403423" providerId="LiveId" clId="{3281F57D-BE33-43F4-BB70-F895615C986E}" dt="2020-08-28T03:29:04.230" v="802" actId="1076"/>
          <ac:spMkLst>
            <pc:docMk/>
            <pc:sldMk cId="4014147109" sldId="346"/>
            <ac:spMk id="2" creationId="{5FA1FA58-59B8-4EFD-BF2B-069C457129B2}"/>
          </ac:spMkLst>
        </pc:spChg>
        <pc:spChg chg="mod">
          <ac:chgData name="Ravi Sundaram" userId="a7df020c0a403423" providerId="LiveId" clId="{3281F57D-BE33-43F4-BB70-F895615C986E}" dt="2020-08-28T03:29:21.736" v="806" actId="1076"/>
          <ac:spMkLst>
            <pc:docMk/>
            <pc:sldMk cId="4014147109" sldId="346"/>
            <ac:spMk id="3" creationId="{03364FEF-F44A-4071-922A-E51980E95FCC}"/>
          </ac:spMkLst>
        </pc:spChg>
      </pc:sldChg>
      <pc:sldChg chg="del">
        <pc:chgData name="Ravi Sundaram" userId="a7df020c0a403423" providerId="LiveId" clId="{3281F57D-BE33-43F4-BB70-F895615C986E}" dt="2020-08-28T02:55:21.090" v="222" actId="2696"/>
        <pc:sldMkLst>
          <pc:docMk/>
          <pc:sldMk cId="0" sldId="484"/>
        </pc:sldMkLst>
      </pc:sldChg>
      <pc:sldChg chg="del">
        <pc:chgData name="Ravi Sundaram" userId="a7df020c0a403423" providerId="LiveId" clId="{3281F57D-BE33-43F4-BB70-F895615C986E}" dt="2020-08-28T02:53:39.818" v="210" actId="2696"/>
        <pc:sldMkLst>
          <pc:docMk/>
          <pc:sldMk cId="0" sldId="485"/>
        </pc:sldMkLst>
      </pc:sldChg>
      <pc:sldChg chg="del">
        <pc:chgData name="Ravi Sundaram" userId="a7df020c0a403423" providerId="LiveId" clId="{3281F57D-BE33-43F4-BB70-F895615C986E}" dt="2020-08-28T02:45:40.684" v="70" actId="2696"/>
        <pc:sldMkLst>
          <pc:docMk/>
          <pc:sldMk cId="0" sldId="486"/>
        </pc:sldMkLst>
      </pc:sldChg>
      <pc:sldChg chg="del">
        <pc:chgData name="Ravi Sundaram" userId="a7df020c0a403423" providerId="LiveId" clId="{3281F57D-BE33-43F4-BB70-F895615C986E}" dt="2020-08-28T02:51:35.881" v="199" actId="2696"/>
        <pc:sldMkLst>
          <pc:docMk/>
          <pc:sldMk cId="0" sldId="487"/>
        </pc:sldMkLst>
      </pc:sldChg>
      <pc:sldChg chg="del">
        <pc:chgData name="Ravi Sundaram" userId="a7df020c0a403423" providerId="LiveId" clId="{3281F57D-BE33-43F4-BB70-F895615C986E}" dt="2020-08-28T02:59:22.916" v="239" actId="2696"/>
        <pc:sldMkLst>
          <pc:docMk/>
          <pc:sldMk cId="0" sldId="488"/>
        </pc:sldMkLst>
      </pc:sldChg>
      <pc:sldChg chg="modSp del">
        <pc:chgData name="Ravi Sundaram" userId="a7df020c0a403423" providerId="LiveId" clId="{3281F57D-BE33-43F4-BB70-F895615C986E}" dt="2020-08-28T03:22:50.362" v="302" actId="2696"/>
        <pc:sldMkLst>
          <pc:docMk/>
          <pc:sldMk cId="0" sldId="489"/>
        </pc:sldMkLst>
        <pc:graphicFrameChg chg="mod">
          <ac:chgData name="Ravi Sundaram" userId="a7df020c0a403423" providerId="LiveId" clId="{3281F57D-BE33-43F4-BB70-F895615C986E}" dt="2020-08-28T02:59:43.537" v="240" actId="14100"/>
          <ac:graphicFrameMkLst>
            <pc:docMk/>
            <pc:sldMk cId="0" sldId="489"/>
            <ac:graphicFrameMk id="600107" creationId="{C8B16FF5-1F49-4D4D-A9A3-8B4139FF9BDB}"/>
          </ac:graphicFrameMkLst>
        </pc:graphicFrameChg>
      </pc:sldChg>
      <pc:sldChg chg="add del">
        <pc:chgData name="Ravi Sundaram" userId="a7df020c0a403423" providerId="LiveId" clId="{3281F57D-BE33-43F4-BB70-F895615C986E}" dt="2020-08-28T03:24:43.397" v="332"/>
        <pc:sldMkLst>
          <pc:docMk/>
          <pc:sldMk cId="0" sldId="490"/>
        </pc:sldMkLst>
      </pc:sldChg>
      <pc:sldChg chg="addSp delSp modSp add del">
        <pc:chgData name="Ravi Sundaram" userId="a7df020c0a403423" providerId="LiveId" clId="{3281F57D-BE33-43F4-BB70-F895615C986E}" dt="2020-08-28T00:01:04.010" v="62"/>
        <pc:sldMkLst>
          <pc:docMk/>
          <pc:sldMk cId="387553037" sldId="490"/>
        </pc:sldMkLst>
        <pc:spChg chg="add del mod">
          <ac:chgData name="Ravi Sundaram" userId="a7df020c0a403423" providerId="LiveId" clId="{3281F57D-BE33-43F4-BB70-F895615C986E}" dt="2020-08-28T00:01:03.183" v="61" actId="478"/>
          <ac:spMkLst>
            <pc:docMk/>
            <pc:sldMk cId="387553037" sldId="490"/>
            <ac:spMk id="3" creationId="{9475C05B-B486-4EA1-BDD7-F1E548A2C943}"/>
          </ac:spMkLst>
        </pc:spChg>
        <pc:spChg chg="add del">
          <ac:chgData name="Ravi Sundaram" userId="a7df020c0a403423" providerId="LiveId" clId="{3281F57D-BE33-43F4-BB70-F895615C986E}" dt="2020-08-28T00:01:00.447" v="59"/>
          <ac:spMkLst>
            <pc:docMk/>
            <pc:sldMk cId="387553037" sldId="490"/>
            <ac:spMk id="7" creationId="{B4312DDD-728C-4E1D-A30B-F94B11988BDF}"/>
          </ac:spMkLst>
        </pc:spChg>
        <pc:spChg chg="add del">
          <ac:chgData name="Ravi Sundaram" userId="a7df020c0a403423" providerId="LiveId" clId="{3281F57D-BE33-43F4-BB70-F895615C986E}" dt="2020-08-28T00:01:03.183" v="61" actId="478"/>
          <ac:spMkLst>
            <pc:docMk/>
            <pc:sldMk cId="387553037" sldId="490"/>
            <ac:spMk id="593922" creationId="{56120C61-B845-433E-9792-D011D0786169}"/>
          </ac:spMkLst>
        </pc:spChg>
      </pc:sldChg>
      <pc:sldChg chg="delSp modSp add modAnim">
        <pc:chgData name="Ravi Sundaram" userId="a7df020c0a403423" providerId="LiveId" clId="{3281F57D-BE33-43F4-BB70-F895615C986E}" dt="2020-08-28T16:45:54.276" v="1020" actId="20577"/>
        <pc:sldMkLst>
          <pc:docMk/>
          <pc:sldMk cId="0" sldId="491"/>
        </pc:sldMkLst>
        <pc:spChg chg="del">
          <ac:chgData name="Ravi Sundaram" userId="a7df020c0a403423" providerId="LiveId" clId="{3281F57D-BE33-43F4-BB70-F895615C986E}" dt="2020-08-28T02:47:19.528" v="177" actId="478"/>
          <ac:spMkLst>
            <pc:docMk/>
            <pc:sldMk cId="0" sldId="491"/>
            <ac:spMk id="49" creationId="{75A280E7-4E80-4112-8BF5-C88EB1E2DB4E}"/>
          </ac:spMkLst>
        </pc:spChg>
        <pc:spChg chg="mod">
          <ac:chgData name="Ravi Sundaram" userId="a7df020c0a403423" providerId="LiveId" clId="{3281F57D-BE33-43F4-BB70-F895615C986E}" dt="2020-08-28T02:47:24.920" v="178" actId="1076"/>
          <ac:spMkLst>
            <pc:docMk/>
            <pc:sldMk cId="0" sldId="491"/>
            <ac:spMk id="595970" creationId="{B9C4E438-5A48-4ABA-A096-E57CBA85B868}"/>
          </ac:spMkLst>
        </pc:spChg>
        <pc:spChg chg="mod">
          <ac:chgData name="Ravi Sundaram" userId="a7df020c0a403423" providerId="LiveId" clId="{3281F57D-BE33-43F4-BB70-F895615C986E}" dt="2020-08-28T16:45:54.276" v="1020" actId="20577"/>
          <ac:spMkLst>
            <pc:docMk/>
            <pc:sldMk cId="0" sldId="491"/>
            <ac:spMk id="595971" creationId="{16320D4F-8EA1-4471-AE8D-0B1955F1FFE0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5972" creationId="{AF3A504A-D4DE-4C74-8240-906F89CC08DD}"/>
          </ac:spMkLst>
        </pc:spChg>
        <pc:spChg chg="mod">
          <ac:chgData name="Ravi Sundaram" userId="a7df020c0a403423" providerId="LiveId" clId="{3281F57D-BE33-43F4-BB70-F895615C986E}" dt="2020-08-28T02:47:56.655" v="184" actId="1076"/>
          <ac:spMkLst>
            <pc:docMk/>
            <pc:sldMk cId="0" sldId="491"/>
            <ac:spMk id="596011" creationId="{7C8AF542-63F6-4917-9595-02D2099E78AD}"/>
          </ac:spMkLst>
        </pc:spChg>
        <pc:spChg chg="mod">
          <ac:chgData name="Ravi Sundaram" userId="a7df020c0a403423" providerId="LiveId" clId="{3281F57D-BE33-43F4-BB70-F895615C986E}" dt="2020-08-28T02:48:04.449" v="185" actId="255"/>
          <ac:spMkLst>
            <pc:docMk/>
            <pc:sldMk cId="0" sldId="491"/>
            <ac:spMk id="596012" creationId="{2D208651-93B8-4A7E-B364-0358FF0AD34B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097" creationId="{9FF9EF93-9DCB-4B38-AB4D-9ACF7D95E8A4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098" creationId="{7F6A9EA3-C58E-4814-81F2-77FFACF37055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099" creationId="{246295DE-40B5-43D7-B5EE-18C085B75FE4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00" creationId="{4F9519D5-E54A-4510-9DDF-4CA03945D4D1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01" creationId="{61599F89-357F-42D7-812F-A165D5C6C998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02" creationId="{D6230308-F8EA-49B6-83E6-E45157B7C4CC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03" creationId="{04E34B54-4CCB-46A1-8062-2C7E2DDC2348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04" creationId="{A9844129-2A26-44F0-A842-25173F68F1F8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0" creationId="{66FF34A3-FF3C-44CB-98A9-211EA3607FE5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1" creationId="{5637EE52-50AD-485B-8D7E-CB372FF1B71E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2" creationId="{6F3B1932-11B3-4B2F-BE83-CEB0AEDF3A33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3" creationId="{0B778D7E-D492-4AA2-B9F5-A3AF1332ED55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4" creationId="{27AA75B2-0978-4E39-B228-4AF31A3E55B0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5" creationId="{483B05E7-27C4-4FD1-A313-C2D3CD31AC3B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6" creationId="{8D00705E-CB7B-44A0-8CD7-178AE7E1F104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7" creationId="{DAF34B1D-8F95-466C-B6A7-9579BA3ED49D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8" creationId="{E5BC7B6D-8B97-4BC0-B2B9-3BAFB6A73B39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29" creationId="{55CB22B7-18A6-4445-95AB-922927D4DBDB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30" creationId="{F72A7B0C-27BE-4640-9E73-BE02554115EA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31" creationId="{BEF04295-299B-491A-BDB4-9BFDB14278C7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32" creationId="{C2905D24-2E10-4B4B-8176-AC4B788F37B3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33" creationId="{56A177B1-A6B1-453E-AC38-AB4AE065F7FA}"/>
          </ac:spMkLst>
        </pc:spChg>
        <pc:spChg chg="mod">
          <ac:chgData name="Ravi Sundaram" userId="a7df020c0a403423" providerId="LiveId" clId="{3281F57D-BE33-43F4-BB70-F895615C986E}" dt="2020-08-28T02:50:13.270" v="194" actId="1076"/>
          <ac:spMkLst>
            <pc:docMk/>
            <pc:sldMk cId="0" sldId="491"/>
            <ac:spMk id="596134" creationId="{D3E1E1EC-3564-4355-8629-0017A2A6147D}"/>
          </ac:spMkLst>
        </pc:sp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05" creationId="{F1732CB0-F59C-4B36-8655-01B86DE2208C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06" creationId="{109F8FBE-4E78-48B9-B0F3-A3C240EA6392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07" creationId="{EA33012D-61B4-4CAF-B2EC-CE3FBC7DEE55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08" creationId="{46AA8C4E-5D20-4E19-BDF7-8385582F374E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09" creationId="{90504EA2-F6B8-46CF-8211-A91E3966F221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0" creationId="{FA83220B-8D6F-4D1F-9C45-B55E7C4510D0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1" creationId="{3B997608-E787-434F-A6BA-9C409CFDF956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2" creationId="{483E1DA5-83E3-41E8-BBDF-3BD39C8A6A8E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3" creationId="{CF0A9F79-3C50-4D39-BDCB-E03B874DD3E1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4" creationId="{3619AA88-3A2B-4180-89D0-AA69EB2A7F11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5" creationId="{9DA364C3-0686-4AB0-801A-35AE699CAD9F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6" creationId="{0BCC8DD9-0A90-4BDC-8D07-7F80E6BCC900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7" creationId="{5F829DA2-5977-4E80-BC35-1C2C8B3AF61C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8" creationId="{4C5390E3-6372-4B4E-A74C-DCFD36D137DF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19" creationId="{3082BC8D-1A7E-45DA-B575-EAE8BD1305B6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35" creationId="{F4995093-529E-4A27-81A5-9533A6629517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36" creationId="{1729B12C-DBF9-4843-87DD-6BAB2204A766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37" creationId="{686CF167-66A4-4D5C-811C-FA6DCE8C5694}"/>
          </ac:cxnSpMkLst>
        </pc:cxnChg>
        <pc:cxnChg chg="mod">
          <ac:chgData name="Ravi Sundaram" userId="a7df020c0a403423" providerId="LiveId" clId="{3281F57D-BE33-43F4-BB70-F895615C986E}" dt="2020-08-28T02:50:13.270" v="194" actId="1076"/>
          <ac:cxnSpMkLst>
            <pc:docMk/>
            <pc:sldMk cId="0" sldId="491"/>
            <ac:cxnSpMk id="596138" creationId="{A88EF762-695F-490F-BAC6-2CB02E2BB7FF}"/>
          </ac:cxnSpMkLst>
        </pc:cxnChg>
      </pc:sldChg>
      <pc:sldChg chg="delSp modSp add">
        <pc:chgData name="Ravi Sundaram" userId="a7df020c0a403423" providerId="LiveId" clId="{3281F57D-BE33-43F4-BB70-F895615C986E}" dt="2020-08-29T04:26:11.316" v="1110" actId="947"/>
        <pc:sldMkLst>
          <pc:docMk/>
          <pc:sldMk cId="0" sldId="492"/>
        </pc:sldMkLst>
        <pc:spChg chg="del">
          <ac:chgData name="Ravi Sundaram" userId="a7df020c0a403423" providerId="LiveId" clId="{3281F57D-BE33-43F4-BB70-F895615C986E}" dt="2020-08-28T02:51:27.285" v="198" actId="478"/>
          <ac:spMkLst>
            <pc:docMk/>
            <pc:sldMk cId="0" sldId="492"/>
            <ac:spMk id="32" creationId="{4F3F91DB-0C82-42A1-A35B-BEEBFAB87D67}"/>
          </ac:spMkLst>
        </pc:spChg>
        <pc:spChg chg="mod">
          <ac:chgData name="Ravi Sundaram" userId="a7df020c0a403423" providerId="LiveId" clId="{3281F57D-BE33-43F4-BB70-F895615C986E}" dt="2020-08-28T02:50:25.547" v="195" actId="1076"/>
          <ac:spMkLst>
            <pc:docMk/>
            <pc:sldMk cId="0" sldId="492"/>
            <ac:spMk id="591874" creationId="{21313BC1-6A4B-4ED0-9E21-2BDA663984E5}"/>
          </ac:spMkLst>
        </pc:spChg>
        <pc:spChg chg="mod">
          <ac:chgData name="Ravi Sundaram" userId="a7df020c0a403423" providerId="LiveId" clId="{3281F57D-BE33-43F4-BB70-F895615C986E}" dt="2020-08-28T16:46:38.517" v="1021"/>
          <ac:spMkLst>
            <pc:docMk/>
            <pc:sldMk cId="0" sldId="492"/>
            <ac:spMk id="591875" creationId="{E9D6E57B-AEDA-4F48-9D12-B557F6630490}"/>
          </ac:spMkLst>
        </pc:spChg>
        <pc:spChg chg="mod">
          <ac:chgData name="Ravi Sundaram" userId="a7df020c0a403423" providerId="LiveId" clId="{3281F57D-BE33-43F4-BB70-F895615C986E}" dt="2020-08-28T16:45:03.586" v="1010" actId="1076"/>
          <ac:spMkLst>
            <pc:docMk/>
            <pc:sldMk cId="0" sldId="492"/>
            <ac:spMk id="591877" creationId="{41BDED9A-81CA-4656-AD51-48B2CFFDBC25}"/>
          </ac:spMkLst>
        </pc:spChg>
        <pc:spChg chg="mod">
          <ac:chgData name="Ravi Sundaram" userId="a7df020c0a403423" providerId="LiveId" clId="{3281F57D-BE33-43F4-BB70-F895615C986E}" dt="2020-08-28T16:45:17.968" v="1012" actId="14100"/>
          <ac:spMkLst>
            <pc:docMk/>
            <pc:sldMk cId="0" sldId="492"/>
            <ac:spMk id="591878" creationId="{642BF898-5E10-41A5-8C42-93D5530B3A28}"/>
          </ac:spMkLst>
        </pc:spChg>
        <pc:spChg chg="mod">
          <ac:chgData name="Ravi Sundaram" userId="a7df020c0a403423" providerId="LiveId" clId="{3281F57D-BE33-43F4-BB70-F895615C986E}" dt="2020-08-29T04:26:11.316" v="1110" actId="947"/>
          <ac:spMkLst>
            <pc:docMk/>
            <pc:sldMk cId="0" sldId="492"/>
            <ac:spMk id="591903" creationId="{794AAF55-C83B-4518-A1A4-9163BC00FF82}"/>
          </ac:spMkLst>
        </pc:spChg>
        <pc:spChg chg="mod">
          <ac:chgData name="Ravi Sundaram" userId="a7df020c0a403423" providerId="LiveId" clId="{3281F57D-BE33-43F4-BB70-F895615C986E}" dt="2020-08-28T02:52:36.302" v="206" actId="1076"/>
          <ac:spMkLst>
            <pc:docMk/>
            <pc:sldMk cId="0" sldId="492"/>
            <ac:spMk id="591905" creationId="{8E3C508D-DEA5-4A7B-AB7B-B6452A015205}"/>
          </ac:spMkLst>
        </pc:spChg>
        <pc:graphicFrameChg chg="del mod">
          <ac:chgData name="Ravi Sundaram" userId="a7df020c0a403423" providerId="LiveId" clId="{3281F57D-BE33-43F4-BB70-F895615C986E}" dt="2020-08-28T16:43:47.851" v="914" actId="478"/>
          <ac:graphicFrameMkLst>
            <pc:docMk/>
            <pc:sldMk cId="0" sldId="492"/>
            <ac:graphicFrameMk id="591876" creationId="{9E8216A5-0BE8-4405-9486-D40E04D31A67}"/>
          </ac:graphicFrameMkLst>
        </pc:graphicFrameChg>
      </pc:sldChg>
      <pc:sldChg chg="delSp modSp add">
        <pc:chgData name="Ravi Sundaram" userId="a7df020c0a403423" providerId="LiveId" clId="{3281F57D-BE33-43F4-BB70-F895615C986E}" dt="2020-08-29T04:26:35.179" v="1113" actId="947"/>
        <pc:sldMkLst>
          <pc:docMk/>
          <pc:sldMk cId="0" sldId="493"/>
        </pc:sldMkLst>
        <pc:spChg chg="del">
          <ac:chgData name="Ravi Sundaram" userId="a7df020c0a403423" providerId="LiveId" clId="{3281F57D-BE33-43F4-BB70-F895615C986E}" dt="2020-08-28T02:54:12.847" v="211" actId="478"/>
          <ac:spMkLst>
            <pc:docMk/>
            <pc:sldMk cId="0" sldId="493"/>
            <ac:spMk id="32" creationId="{2DCCF704-EF9C-40AE-8032-EC04F83E3284}"/>
          </ac:spMkLst>
        </pc:spChg>
        <pc:spChg chg="mod">
          <ac:chgData name="Ravi Sundaram" userId="a7df020c0a403423" providerId="LiveId" clId="{3281F57D-BE33-43F4-BB70-F895615C986E}" dt="2020-08-28T16:47:34.035" v="1077" actId="1076"/>
          <ac:spMkLst>
            <pc:docMk/>
            <pc:sldMk cId="0" sldId="493"/>
            <ac:spMk id="589826" creationId="{CCB09093-BBE3-4265-BC3B-DD46F80383FB}"/>
          </ac:spMkLst>
        </pc:spChg>
        <pc:spChg chg="mod">
          <ac:chgData name="Ravi Sundaram" userId="a7df020c0a403423" providerId="LiveId" clId="{3281F57D-BE33-43F4-BB70-F895615C986E}" dt="2020-08-28T16:47:43.706" v="1078" actId="1076"/>
          <ac:spMkLst>
            <pc:docMk/>
            <pc:sldMk cId="0" sldId="493"/>
            <ac:spMk id="589827" creationId="{00805D61-EC0D-49EF-8F05-4DA618A3C931}"/>
          </ac:spMkLst>
        </pc:spChg>
        <pc:spChg chg="mod">
          <ac:chgData name="Ravi Sundaram" userId="a7df020c0a403423" providerId="LiveId" clId="{3281F57D-BE33-43F4-BB70-F895615C986E}" dt="2020-08-28T02:54:30.782" v="214" actId="207"/>
          <ac:spMkLst>
            <pc:docMk/>
            <pc:sldMk cId="0" sldId="493"/>
            <ac:spMk id="589829" creationId="{5205F36A-77EA-467E-9F45-2DFDA95736DB}"/>
          </ac:spMkLst>
        </pc:spChg>
        <pc:spChg chg="mod">
          <ac:chgData name="Ravi Sundaram" userId="a7df020c0a403423" providerId="LiveId" clId="{3281F57D-BE33-43F4-BB70-F895615C986E}" dt="2020-08-28T16:47:54.236" v="1080" actId="14100"/>
          <ac:spMkLst>
            <pc:docMk/>
            <pc:sldMk cId="0" sldId="493"/>
            <ac:spMk id="589852" creationId="{BEE50AB2-D0E9-4603-A3D0-23CCF501C3B8}"/>
          </ac:spMkLst>
        </pc:spChg>
        <pc:spChg chg="mod">
          <ac:chgData name="Ravi Sundaram" userId="a7df020c0a403423" providerId="LiveId" clId="{3281F57D-BE33-43F4-BB70-F895615C986E}" dt="2020-08-28T02:55:05.389" v="219" actId="1076"/>
          <ac:spMkLst>
            <pc:docMk/>
            <pc:sldMk cId="0" sldId="493"/>
            <ac:spMk id="589853" creationId="{BCBBA7FB-3F01-478C-871A-371C8A315B1F}"/>
          </ac:spMkLst>
        </pc:spChg>
        <pc:spChg chg="mod">
          <ac:chgData name="Ravi Sundaram" userId="a7df020c0a403423" providerId="LiveId" clId="{3281F57D-BE33-43F4-BB70-F895615C986E}" dt="2020-08-29T04:26:35.179" v="1113" actId="947"/>
          <ac:spMkLst>
            <pc:docMk/>
            <pc:sldMk cId="0" sldId="493"/>
            <ac:spMk id="589855" creationId="{C6A12F9F-7B26-40BA-A0D6-2B6F3C0E08F9}"/>
          </ac:spMkLst>
        </pc:spChg>
        <pc:graphicFrameChg chg="del mod">
          <ac:chgData name="Ravi Sundaram" userId="a7df020c0a403423" providerId="LiveId" clId="{3281F57D-BE33-43F4-BB70-F895615C986E}" dt="2020-08-28T16:46:50.852" v="1022" actId="478"/>
          <ac:graphicFrameMkLst>
            <pc:docMk/>
            <pc:sldMk cId="0" sldId="493"/>
            <ac:graphicFrameMk id="589828" creationId="{96FA443E-1166-4884-88CE-4E2447399A9E}"/>
          </ac:graphicFrameMkLst>
        </pc:graphicFrameChg>
      </pc:sldChg>
      <pc:sldChg chg="delSp modSp add">
        <pc:chgData name="Ravi Sundaram" userId="a7df020c0a403423" providerId="LiveId" clId="{3281F57D-BE33-43F4-BB70-F895615C986E}" dt="2020-08-28T16:50:46.432" v="1104" actId="1076"/>
        <pc:sldMkLst>
          <pc:docMk/>
          <pc:sldMk cId="0" sldId="494"/>
        </pc:sldMkLst>
        <pc:spChg chg="del">
          <ac:chgData name="Ravi Sundaram" userId="a7df020c0a403423" providerId="LiveId" clId="{3281F57D-BE33-43F4-BB70-F895615C986E}" dt="2020-08-28T02:55:42.658" v="224" actId="478"/>
          <ac:spMkLst>
            <pc:docMk/>
            <pc:sldMk cId="0" sldId="494"/>
            <ac:spMk id="26" creationId="{31450BB6-5B46-4756-B551-97D2BC29A19B}"/>
          </ac:spMkLst>
        </pc:spChg>
        <pc:spChg chg="mod">
          <ac:chgData name="Ravi Sundaram" userId="a7df020c0a403423" providerId="LiveId" clId="{3281F57D-BE33-43F4-BB70-F895615C986E}" dt="2020-08-28T02:55:37.957" v="223" actId="1076"/>
          <ac:spMkLst>
            <pc:docMk/>
            <pc:sldMk cId="0" sldId="494"/>
            <ac:spMk id="598018" creationId="{3927FC88-2F4B-4077-8EC0-A7686E9D73CA}"/>
          </ac:spMkLst>
        </pc:spChg>
        <pc:spChg chg="mod">
          <ac:chgData name="Ravi Sundaram" userId="a7df020c0a403423" providerId="LiveId" clId="{3281F57D-BE33-43F4-BB70-F895615C986E}" dt="2020-08-28T03:30:43.038" v="810" actId="20577"/>
          <ac:spMkLst>
            <pc:docMk/>
            <pc:sldMk cId="0" sldId="494"/>
            <ac:spMk id="598019" creationId="{D77A4E77-701D-4834-8D8B-8CE7BFD720B8}"/>
          </ac:spMkLst>
        </pc:spChg>
        <pc:spChg chg="mod">
          <ac:chgData name="Ravi Sundaram" userId="a7df020c0a403423" providerId="LiveId" clId="{3281F57D-BE33-43F4-BB70-F895615C986E}" dt="2020-08-28T16:50:02.419" v="1096" actId="20577"/>
          <ac:spMkLst>
            <pc:docMk/>
            <pc:sldMk cId="0" sldId="494"/>
            <ac:spMk id="598020" creationId="{A9931F62-A036-4835-973E-B3097DBAC9B5}"/>
          </ac:spMkLst>
        </pc:spChg>
        <pc:spChg chg="mod">
          <ac:chgData name="Ravi Sundaram" userId="a7df020c0a403423" providerId="LiveId" clId="{3281F57D-BE33-43F4-BB70-F895615C986E}" dt="2020-08-28T16:50:12.430" v="1097" actId="1076"/>
          <ac:spMkLst>
            <pc:docMk/>
            <pc:sldMk cId="0" sldId="494"/>
            <ac:spMk id="598021" creationId="{06194CB6-2BE6-411F-A7C1-A26E1EB435AD}"/>
          </ac:spMkLst>
        </pc:spChg>
        <pc:spChg chg="mod">
          <ac:chgData name="Ravi Sundaram" userId="a7df020c0a403423" providerId="LiveId" clId="{3281F57D-BE33-43F4-BB70-F895615C986E}" dt="2020-08-28T16:50:19.596" v="1099" actId="1076"/>
          <ac:spMkLst>
            <pc:docMk/>
            <pc:sldMk cId="0" sldId="494"/>
            <ac:spMk id="598022" creationId="{52DB1FAD-207B-4852-8D07-5AA808A08C8D}"/>
          </ac:spMkLst>
        </pc:spChg>
        <pc:spChg chg="mod">
          <ac:chgData name="Ravi Sundaram" userId="a7df020c0a403423" providerId="LiveId" clId="{3281F57D-BE33-43F4-BB70-F895615C986E}" dt="2020-08-28T16:50:37.585" v="1102" actId="1076"/>
          <ac:spMkLst>
            <pc:docMk/>
            <pc:sldMk cId="0" sldId="494"/>
            <ac:spMk id="598023" creationId="{09BBEA52-F322-46BA-9A5C-A3180D12B865}"/>
          </ac:spMkLst>
        </pc:spChg>
        <pc:spChg chg="mod">
          <ac:chgData name="Ravi Sundaram" userId="a7df020c0a403423" providerId="LiveId" clId="{3281F57D-BE33-43F4-BB70-F895615C986E}" dt="2020-08-28T16:50:46.432" v="1104" actId="1076"/>
          <ac:spMkLst>
            <pc:docMk/>
            <pc:sldMk cId="0" sldId="494"/>
            <ac:spMk id="598024" creationId="{6AEC0F32-E08B-4B16-9291-B0E8DDFA3A2A}"/>
          </ac:spMkLst>
        </pc:spChg>
        <pc:spChg chg="mod">
          <ac:chgData name="Ravi Sundaram" userId="a7df020c0a403423" providerId="LiveId" clId="{3281F57D-BE33-43F4-BB70-F895615C986E}" dt="2020-08-28T16:50:41.204" v="1103" actId="1076"/>
          <ac:spMkLst>
            <pc:docMk/>
            <pc:sldMk cId="0" sldId="494"/>
            <ac:spMk id="598025" creationId="{DE800B53-FDC8-4D8E-BF86-1A84168EEA4C}"/>
          </ac:spMkLst>
        </pc:spChg>
        <pc:spChg chg="mod">
          <ac:chgData name="Ravi Sundaram" userId="a7df020c0a403423" providerId="LiveId" clId="{3281F57D-BE33-43F4-BB70-F895615C986E}" dt="2020-08-28T16:50:29.607" v="1101" actId="1076"/>
          <ac:spMkLst>
            <pc:docMk/>
            <pc:sldMk cId="0" sldId="494"/>
            <ac:spMk id="598026" creationId="{9730D85B-2E57-416C-BAAA-87255EFA7DC4}"/>
          </ac:spMkLst>
        </pc:spChg>
        <pc:spChg chg="mod">
          <ac:chgData name="Ravi Sundaram" userId="a7df020c0a403423" providerId="LiveId" clId="{3281F57D-BE33-43F4-BB70-F895615C986E}" dt="2020-08-28T16:50:26.162" v="1100" actId="1076"/>
          <ac:spMkLst>
            <pc:docMk/>
            <pc:sldMk cId="0" sldId="494"/>
            <ac:spMk id="598027" creationId="{3B892D84-0B77-4B57-8E12-3351D154C9F1}"/>
          </ac:spMkLst>
        </pc:spChg>
        <pc:spChg chg="mod">
          <ac:chgData name="Ravi Sundaram" userId="a7df020c0a403423" providerId="LiveId" clId="{3281F57D-BE33-43F4-BB70-F895615C986E}" dt="2020-08-28T16:50:14.949" v="1098" actId="1076"/>
          <ac:spMkLst>
            <pc:docMk/>
            <pc:sldMk cId="0" sldId="494"/>
            <ac:spMk id="598028" creationId="{5E868364-8D3D-44FE-A42B-4B91D9730BC6}"/>
          </ac:spMkLst>
        </pc:spChg>
        <pc:spChg chg="mod">
          <ac:chgData name="Ravi Sundaram" userId="a7df020c0a403423" providerId="LiveId" clId="{3281F57D-BE33-43F4-BB70-F895615C986E}" dt="2020-08-28T02:56:39.968" v="230" actId="207"/>
          <ac:spMkLst>
            <pc:docMk/>
            <pc:sldMk cId="0" sldId="494"/>
            <ac:spMk id="598030" creationId="{260FF792-A601-4934-ADB2-BA83B13D6832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1" creationId="{F9C6254C-7CE5-4F67-B4B5-81E4E21BCE79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2" creationId="{83DA7D62-7F5D-4F4A-AEF9-A54266BD49A3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3" creationId="{F0659B0B-1F56-4A65-8B3E-2ABEFB923580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4" creationId="{B656D735-72A3-416F-B1E9-F01EDE0DC311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5" creationId="{A4498635-7994-4478-A3EB-5A2A4B4019C5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6" creationId="{34AAD153-79DE-42AA-A57B-1673A081F6C8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7" creationId="{5059E07E-4591-4D60-BD2A-E7DB0BC8F020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8" creationId="{3384F44F-B5D2-4532-9569-7A3D4BF6163A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39" creationId="{E908D35C-8C1F-41C7-AF56-A7DC5E2EA958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40" creationId="{9E63D11C-71AD-4977-965B-591D1C94AFFF}"/>
          </ac:spMkLst>
        </pc:spChg>
        <pc:spChg chg="mod">
          <ac:chgData name="Ravi Sundaram" userId="a7df020c0a403423" providerId="LiveId" clId="{3281F57D-BE33-43F4-BB70-F895615C986E}" dt="2020-08-28T02:56:33.950" v="229" actId="1076"/>
          <ac:spMkLst>
            <pc:docMk/>
            <pc:sldMk cId="0" sldId="494"/>
            <ac:spMk id="598042" creationId="{B8ED7172-76F1-4062-8D8C-37E582FF11CE}"/>
          </ac:spMkLst>
        </pc:spChg>
        <pc:cxnChg chg="mod">
          <ac:chgData name="Ravi Sundaram" userId="a7df020c0a403423" providerId="LiveId" clId="{3281F57D-BE33-43F4-BB70-F895615C986E}" dt="2020-08-28T02:56:33.950" v="229" actId="1076"/>
          <ac:cxnSpMkLst>
            <pc:docMk/>
            <pc:sldMk cId="0" sldId="494"/>
            <ac:cxnSpMk id="598041" creationId="{4530B4E4-1968-4458-88B1-F83F8D0F1F94}"/>
          </ac:cxnSpMkLst>
        </pc:cxnChg>
      </pc:sldChg>
      <pc:sldChg chg="addSp delSp modSp add modAnim">
        <pc:chgData name="Ravi Sundaram" userId="a7df020c0a403423" providerId="LiveId" clId="{3281F57D-BE33-43F4-BB70-F895615C986E}" dt="2020-08-28T16:43:30.825" v="913" actId="27636"/>
        <pc:sldMkLst>
          <pc:docMk/>
          <pc:sldMk cId="0" sldId="495"/>
        </pc:sldMkLst>
        <pc:spChg chg="del">
          <ac:chgData name="Ravi Sundaram" userId="a7df020c0a403423" providerId="LiveId" clId="{3281F57D-BE33-43F4-BB70-F895615C986E}" dt="2020-08-28T03:02:09.175" v="245" actId="478"/>
          <ac:spMkLst>
            <pc:docMk/>
            <pc:sldMk cId="0" sldId="495"/>
            <ac:spMk id="45" creationId="{FB80662A-CC85-4998-B0D4-F694373CEBDB}"/>
          </ac:spMkLst>
        </pc:spChg>
        <pc:spChg chg="mod">
          <ac:chgData name="Ravi Sundaram" userId="a7df020c0a403423" providerId="LiveId" clId="{3281F57D-BE33-43F4-BB70-F895615C986E}" dt="2020-08-28T03:02:04.239" v="244" actId="1076"/>
          <ac:spMkLst>
            <pc:docMk/>
            <pc:sldMk cId="0" sldId="495"/>
            <ac:spMk id="600066" creationId="{30A0ED65-7C21-4250-A5D1-B95D749A38D3}"/>
          </ac:spMkLst>
        </pc:spChg>
        <pc:spChg chg="mod">
          <ac:chgData name="Ravi Sundaram" userId="a7df020c0a403423" providerId="LiveId" clId="{3281F57D-BE33-43F4-BB70-F895615C986E}" dt="2020-08-28T16:43:30.825" v="913" actId="27636"/>
          <ac:spMkLst>
            <pc:docMk/>
            <pc:sldMk cId="0" sldId="495"/>
            <ac:spMk id="600067" creationId="{07C36397-40EA-4CCB-B128-56ACC68DCD8D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69" creationId="{670AD086-61E5-43BB-91C3-9C504AED2871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70" creationId="{72CDAEB9-BA1E-4B6C-AB7F-1F315173CAFD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71" creationId="{57D9936C-B8AC-4A74-A8F5-882122385F86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72" creationId="{77AE58C1-06F8-4714-8AF2-6AC88719BF07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73" creationId="{90E7B7DF-162F-4036-AFF4-9FB2CBF0D164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74" creationId="{B12AEA86-0B11-4EEB-8076-660877B9B1BA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75" creationId="{F5C50B64-7745-4480-AAF1-D2FA53F6EEA0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76" creationId="{6381CCE2-11A2-4084-8EA8-173C88FA06F7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77" creationId="{6689474B-5143-450C-BE93-109DE519F0B2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78" creationId="{6D020BE9-6C83-4129-B23F-CB1EB42DED50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79" creationId="{870DD8FE-F734-4AF1-824C-8638717185E5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80" creationId="{333A2138-4FD5-4DFF-A269-0672871FB203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81" creationId="{8D913AC8-15A9-43CA-9A34-94E4B3F623FD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82" creationId="{C0DCAA35-54EB-4F33-A026-92CF70E8157D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83" creationId="{DE91DB20-8E56-4914-9D12-E51E46CFB525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84" creationId="{6C2066A4-5E89-408E-8A45-818204BE7B6D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085" creationId="{C446B4CC-462F-4E63-BA26-CD8BA5F5EFB1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86" creationId="{27121002-8973-4DBF-82CC-92B02499EAB2}"/>
          </ac:spMkLst>
        </pc:spChg>
        <pc:spChg chg="mod">
          <ac:chgData name="Ravi Sundaram" userId="a7df020c0a403423" providerId="LiveId" clId="{3281F57D-BE33-43F4-BB70-F895615C986E}" dt="2020-08-28T03:21:47.913" v="300" actId="207"/>
          <ac:spMkLst>
            <pc:docMk/>
            <pc:sldMk cId="0" sldId="495"/>
            <ac:spMk id="600087" creationId="{16D2D460-E793-4AFE-9E72-8BBE0043AB3C}"/>
          </ac:spMkLst>
        </pc:spChg>
        <pc:spChg chg="mod">
          <ac:chgData name="Ravi Sundaram" userId="a7df020c0a403423" providerId="LiveId" clId="{3281F57D-BE33-43F4-BB70-F895615C986E}" dt="2020-08-28T03:21:53.799" v="301" actId="207"/>
          <ac:spMkLst>
            <pc:docMk/>
            <pc:sldMk cId="0" sldId="495"/>
            <ac:spMk id="600088" creationId="{577BE76B-CB1D-4FDB-802D-325F28366BEC}"/>
          </ac:spMkLst>
        </pc:spChg>
        <pc:spChg chg="mod">
          <ac:chgData name="Ravi Sundaram" userId="a7df020c0a403423" providerId="LiveId" clId="{3281F57D-BE33-43F4-BB70-F895615C986E}" dt="2020-08-28T03:21:47.913" v="300" actId="207"/>
          <ac:spMkLst>
            <pc:docMk/>
            <pc:sldMk cId="0" sldId="495"/>
            <ac:spMk id="600089" creationId="{C5865FA1-C7A7-42C8-8A6D-0E16C08E0508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1" creationId="{12093023-1418-4536-9101-2C355EC59BC3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2" creationId="{A9B80D49-5B30-4F78-BB6C-C62207148727}"/>
          </ac:spMkLst>
        </pc:spChg>
        <pc:spChg chg="mod">
          <ac:chgData name="Ravi Sundaram" userId="a7df020c0a403423" providerId="LiveId" clId="{3281F57D-BE33-43F4-BB70-F895615C986E}" dt="2020-08-28T03:21:47.913" v="300" actId="207"/>
          <ac:spMkLst>
            <pc:docMk/>
            <pc:sldMk cId="0" sldId="495"/>
            <ac:spMk id="600093" creationId="{7C27F4F7-2F0B-46C8-AE68-F47555C50CD4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4" creationId="{9908B940-31FE-48C9-9897-715B511EB984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5" creationId="{03256EBD-7EE8-476E-AF8C-1C4E87734918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6" creationId="{FC2737C8-9D5E-4CFF-A5D6-C024E20DA8E0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7" creationId="{E18A9C5D-4ACD-460D-B080-DE0296FD3BCF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8" creationId="{21F447D0-79A1-4CF2-946B-3DB7F94E07B3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099" creationId="{304A0D58-A72A-4FC6-A3C8-70793E0BC012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100" creationId="{06362D90-F221-4263-A6F0-1DCBCC0B4DB4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101" creationId="{6046886A-8DBB-4D53-9E9F-8A111433958B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102" creationId="{C9E11A77-54ED-490E-B49B-592EF2472586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103" creationId="{3CCF4455-FD9A-4803-865A-ADACEFCA6094}"/>
          </ac:spMkLst>
        </pc:spChg>
        <pc:spChg chg="mod">
          <ac:chgData name="Ravi Sundaram" userId="a7df020c0a403423" providerId="LiveId" clId="{3281F57D-BE33-43F4-BB70-F895615C986E}" dt="2020-08-28T03:21:14.914" v="299" actId="207"/>
          <ac:spMkLst>
            <pc:docMk/>
            <pc:sldMk cId="0" sldId="495"/>
            <ac:spMk id="600104" creationId="{F24344C8-379D-4ABD-A1B2-A80B36700B31}"/>
          </ac:spMkLst>
        </pc:spChg>
        <pc:spChg chg="mod">
          <ac:chgData name="Ravi Sundaram" userId="a7df020c0a403423" providerId="LiveId" clId="{3281F57D-BE33-43F4-BB70-F895615C986E}" dt="2020-08-28T03:21:47.913" v="300" actId="207"/>
          <ac:spMkLst>
            <pc:docMk/>
            <pc:sldMk cId="0" sldId="495"/>
            <ac:spMk id="600105" creationId="{A5B7E564-193C-4A9A-815E-13032AF0E9F9}"/>
          </ac:spMkLst>
        </pc:spChg>
        <pc:spChg chg="mod">
          <ac:chgData name="Ravi Sundaram" userId="a7df020c0a403423" providerId="LiveId" clId="{3281F57D-BE33-43F4-BB70-F895615C986E}" dt="2020-08-28T03:20:44.919" v="296" actId="1076"/>
          <ac:spMkLst>
            <pc:docMk/>
            <pc:sldMk cId="0" sldId="495"/>
            <ac:spMk id="600106" creationId="{1466EEDF-3896-492D-BAD9-79A619FCDAE8}"/>
          </ac:spMkLst>
        </pc:spChg>
        <pc:spChg chg="del">
          <ac:chgData name="Ravi Sundaram" userId="a7df020c0a403423" providerId="LiveId" clId="{3281F57D-BE33-43F4-BB70-F895615C986E}" dt="2020-08-28T02:59:12.967" v="238" actId="478"/>
          <ac:spMkLst>
            <pc:docMk/>
            <pc:sldMk cId="0" sldId="495"/>
            <ac:spMk id="600109" creationId="{537405A9-1131-4EFA-B398-2D6FA25AC4B9}"/>
          </ac:spMkLst>
        </pc:spChg>
        <pc:graphicFrameChg chg="add del mod">
          <ac:chgData name="Ravi Sundaram" userId="a7df020c0a403423" providerId="LiveId" clId="{3281F57D-BE33-43F4-BB70-F895615C986E}" dt="2020-08-28T16:43:21.082" v="910" actId="478"/>
          <ac:graphicFrameMkLst>
            <pc:docMk/>
            <pc:sldMk cId="0" sldId="495"/>
            <ac:graphicFrameMk id="46" creationId="{776965CC-8752-48F3-A8B7-F40F323C06DC}"/>
          </ac:graphicFrameMkLst>
        </pc:graphicFrameChg>
        <pc:graphicFrameChg chg="del">
          <ac:chgData name="Ravi Sundaram" userId="a7df020c0a403423" providerId="LiveId" clId="{3281F57D-BE33-43F4-BB70-F895615C986E}" dt="2020-08-28T03:02:14.168" v="246" actId="478"/>
          <ac:graphicFrameMkLst>
            <pc:docMk/>
            <pc:sldMk cId="0" sldId="495"/>
            <ac:graphicFrameMk id="600107" creationId="{A0A0C8F2-75AB-4D38-BD91-B47178FFDAA5}"/>
          </ac:graphicFrameMkLst>
        </pc:graphicFrameChg>
        <pc:graphicFrameChg chg="del">
          <ac:chgData name="Ravi Sundaram" userId="a7df020c0a403423" providerId="LiveId" clId="{3281F57D-BE33-43F4-BB70-F895615C986E}" dt="2020-08-28T03:01:49.863" v="242" actId="478"/>
          <ac:graphicFrameMkLst>
            <pc:docMk/>
            <pc:sldMk cId="0" sldId="495"/>
            <ac:graphicFrameMk id="600108" creationId="{3976F01A-DA26-4C6D-A1ED-2577294A6918}"/>
          </ac:graphicFrameMkLst>
        </pc:graphicFrameChg>
      </pc:sldChg>
      <pc:sldChg chg="modSp add">
        <pc:chgData name="Ravi Sundaram" userId="a7df020c0a403423" providerId="LiveId" clId="{3281F57D-BE33-43F4-BB70-F895615C986E}" dt="2020-08-28T03:24:34.340" v="331" actId="20577"/>
        <pc:sldMkLst>
          <pc:docMk/>
          <pc:sldMk cId="3167952003" sldId="496"/>
        </pc:sldMkLst>
        <pc:spChg chg="mod">
          <ac:chgData name="Ravi Sundaram" userId="a7df020c0a403423" providerId="LiveId" clId="{3281F57D-BE33-43F4-BB70-F895615C986E}" dt="2020-08-28T03:24:34.340" v="331" actId="20577"/>
          <ac:spMkLst>
            <pc:docMk/>
            <pc:sldMk cId="3167952003" sldId="496"/>
            <ac:spMk id="3" creationId="{03364FEF-F44A-4071-922A-E51980E95FCC}"/>
          </ac:spMkLst>
        </pc:spChg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497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498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499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0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1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2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3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4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5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6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7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8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09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10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11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12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13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14"/>
        </pc:sldMkLst>
      </pc:sldChg>
      <pc:sldChg chg="add">
        <pc:chgData name="Ravi Sundaram" userId="a7df020c0a403423" providerId="LiveId" clId="{3281F57D-BE33-43F4-BB70-F895615C986E}" dt="2020-08-28T03:24:43.397" v="332"/>
        <pc:sldMkLst>
          <pc:docMk/>
          <pc:sldMk cId="0" sldId="515"/>
        </pc:sldMkLst>
      </pc:sldChg>
      <pc:sldMasterChg chg="del delSldLayout">
        <pc:chgData name="Ravi Sundaram" userId="a7df020c0a403423" providerId="LiveId" clId="{3281F57D-BE33-43F4-BB70-F895615C986E}" dt="2020-08-28T03:22:50.382" v="314" actId="2696"/>
        <pc:sldMasterMkLst>
          <pc:docMk/>
          <pc:sldMasterMk cId="4151820636" sldId="2147483662"/>
        </pc:sldMasterMkLst>
        <pc:sldLayoutChg chg="del">
          <pc:chgData name="Ravi Sundaram" userId="a7df020c0a403423" providerId="LiveId" clId="{3281F57D-BE33-43F4-BB70-F895615C986E}" dt="2020-08-28T03:22:50.365" v="303" actId="2696"/>
          <pc:sldLayoutMkLst>
            <pc:docMk/>
            <pc:sldMasterMk cId="4151820636" sldId="2147483662"/>
            <pc:sldLayoutMk cId="907051064" sldId="2147483663"/>
          </pc:sldLayoutMkLst>
        </pc:sldLayoutChg>
        <pc:sldLayoutChg chg="del">
          <pc:chgData name="Ravi Sundaram" userId="a7df020c0a403423" providerId="LiveId" clId="{3281F57D-BE33-43F4-BB70-F895615C986E}" dt="2020-08-28T03:22:50.367" v="304" actId="2696"/>
          <pc:sldLayoutMkLst>
            <pc:docMk/>
            <pc:sldMasterMk cId="4151820636" sldId="2147483662"/>
            <pc:sldLayoutMk cId="2066739621" sldId="2147483664"/>
          </pc:sldLayoutMkLst>
        </pc:sldLayoutChg>
        <pc:sldLayoutChg chg="del">
          <pc:chgData name="Ravi Sundaram" userId="a7df020c0a403423" providerId="LiveId" clId="{3281F57D-BE33-43F4-BB70-F895615C986E}" dt="2020-08-28T03:22:50.368" v="305" actId="2696"/>
          <pc:sldLayoutMkLst>
            <pc:docMk/>
            <pc:sldMasterMk cId="4151820636" sldId="2147483662"/>
            <pc:sldLayoutMk cId="908647938" sldId="2147483665"/>
          </pc:sldLayoutMkLst>
        </pc:sldLayoutChg>
        <pc:sldLayoutChg chg="del">
          <pc:chgData name="Ravi Sundaram" userId="a7df020c0a403423" providerId="LiveId" clId="{3281F57D-BE33-43F4-BB70-F895615C986E}" dt="2020-08-28T03:22:50.369" v="306" actId="2696"/>
          <pc:sldLayoutMkLst>
            <pc:docMk/>
            <pc:sldMasterMk cId="4151820636" sldId="2147483662"/>
            <pc:sldLayoutMk cId="2642490759" sldId="2147483666"/>
          </pc:sldLayoutMkLst>
        </pc:sldLayoutChg>
        <pc:sldLayoutChg chg="del">
          <pc:chgData name="Ravi Sundaram" userId="a7df020c0a403423" providerId="LiveId" clId="{3281F57D-BE33-43F4-BB70-F895615C986E}" dt="2020-08-28T03:22:50.371" v="307" actId="2696"/>
          <pc:sldLayoutMkLst>
            <pc:docMk/>
            <pc:sldMasterMk cId="4151820636" sldId="2147483662"/>
            <pc:sldLayoutMk cId="564945828" sldId="2147483667"/>
          </pc:sldLayoutMkLst>
        </pc:sldLayoutChg>
        <pc:sldLayoutChg chg="del">
          <pc:chgData name="Ravi Sundaram" userId="a7df020c0a403423" providerId="LiveId" clId="{3281F57D-BE33-43F4-BB70-F895615C986E}" dt="2020-08-28T03:22:50.372" v="308" actId="2696"/>
          <pc:sldLayoutMkLst>
            <pc:docMk/>
            <pc:sldMasterMk cId="4151820636" sldId="2147483662"/>
            <pc:sldLayoutMk cId="994809098" sldId="2147483668"/>
          </pc:sldLayoutMkLst>
        </pc:sldLayoutChg>
        <pc:sldLayoutChg chg="del">
          <pc:chgData name="Ravi Sundaram" userId="a7df020c0a403423" providerId="LiveId" clId="{3281F57D-BE33-43F4-BB70-F895615C986E}" dt="2020-08-28T03:22:50.373" v="309" actId="2696"/>
          <pc:sldLayoutMkLst>
            <pc:docMk/>
            <pc:sldMasterMk cId="4151820636" sldId="2147483662"/>
            <pc:sldLayoutMk cId="3025857516" sldId="2147483669"/>
          </pc:sldLayoutMkLst>
        </pc:sldLayoutChg>
        <pc:sldLayoutChg chg="del">
          <pc:chgData name="Ravi Sundaram" userId="a7df020c0a403423" providerId="LiveId" clId="{3281F57D-BE33-43F4-BB70-F895615C986E}" dt="2020-08-28T03:22:50.374" v="310" actId="2696"/>
          <pc:sldLayoutMkLst>
            <pc:docMk/>
            <pc:sldMasterMk cId="4151820636" sldId="2147483662"/>
            <pc:sldLayoutMk cId="2843102694" sldId="2147483670"/>
          </pc:sldLayoutMkLst>
        </pc:sldLayoutChg>
        <pc:sldLayoutChg chg="del">
          <pc:chgData name="Ravi Sundaram" userId="a7df020c0a403423" providerId="LiveId" clId="{3281F57D-BE33-43F4-BB70-F895615C986E}" dt="2020-08-28T03:22:50.375" v="311" actId="2696"/>
          <pc:sldLayoutMkLst>
            <pc:docMk/>
            <pc:sldMasterMk cId="4151820636" sldId="2147483662"/>
            <pc:sldLayoutMk cId="1908059366" sldId="2147483671"/>
          </pc:sldLayoutMkLst>
        </pc:sldLayoutChg>
        <pc:sldLayoutChg chg="del">
          <pc:chgData name="Ravi Sundaram" userId="a7df020c0a403423" providerId="LiveId" clId="{3281F57D-BE33-43F4-BB70-F895615C986E}" dt="2020-08-28T03:22:50.377" v="312" actId="2696"/>
          <pc:sldLayoutMkLst>
            <pc:docMk/>
            <pc:sldMasterMk cId="4151820636" sldId="2147483662"/>
            <pc:sldLayoutMk cId="3021044924" sldId="2147483672"/>
          </pc:sldLayoutMkLst>
        </pc:sldLayoutChg>
        <pc:sldLayoutChg chg="del">
          <pc:chgData name="Ravi Sundaram" userId="a7df020c0a403423" providerId="LiveId" clId="{3281F57D-BE33-43F4-BB70-F895615C986E}" dt="2020-08-28T03:22:50.378" v="313" actId="2696"/>
          <pc:sldLayoutMkLst>
            <pc:docMk/>
            <pc:sldMasterMk cId="4151820636" sldId="2147483662"/>
            <pc:sldLayoutMk cId="2200726041" sldId="2147483673"/>
          </pc:sldLayoutMkLst>
        </pc:sldLayoutChg>
      </pc:sldMasterChg>
    </pc:docChg>
  </pc:docChgLst>
  <pc:docChgLst>
    <pc:chgData name="Ravi Sundaram" userId="a7df020c0a403423" providerId="LiveId" clId="{19513EB1-AC3E-4F61-84D6-0DA1F241EEF1}"/>
    <pc:docChg chg="custSel delSld modSld">
      <pc:chgData name="Ravi Sundaram" userId="a7df020c0a403423" providerId="LiveId" clId="{19513EB1-AC3E-4F61-84D6-0DA1F241EEF1}" dt="2020-07-09T02:06:53.704" v="950" actId="2696"/>
      <pc:docMkLst>
        <pc:docMk/>
      </pc:docMkLst>
      <pc:sldChg chg="modSp">
        <pc:chgData name="Ravi Sundaram" userId="a7df020c0a403423" providerId="LiveId" clId="{19513EB1-AC3E-4F61-84D6-0DA1F241EEF1}" dt="2020-07-09T00:58:29.773" v="303" actId="20577"/>
        <pc:sldMkLst>
          <pc:docMk/>
          <pc:sldMk cId="4099122483" sldId="257"/>
        </pc:sldMkLst>
        <pc:spChg chg="mod">
          <ac:chgData name="Ravi Sundaram" userId="a7df020c0a403423" providerId="LiveId" clId="{19513EB1-AC3E-4F61-84D6-0DA1F241EEF1}" dt="2020-07-09T00:58:29.773" v="303" actId="20577"/>
          <ac:spMkLst>
            <pc:docMk/>
            <pc:sldMk cId="4099122483" sldId="257"/>
            <ac:spMk id="2" creationId="{80797C44-BBD0-4A67-A16E-1796651C5A29}"/>
          </ac:spMkLst>
        </pc:spChg>
        <pc:spChg chg="mod">
          <ac:chgData name="Ravi Sundaram" userId="a7df020c0a403423" providerId="LiveId" clId="{19513EB1-AC3E-4F61-84D6-0DA1F241EEF1}" dt="2020-07-06T06:00:55.560" v="175" actId="115"/>
          <ac:spMkLst>
            <pc:docMk/>
            <pc:sldMk cId="4099122483" sldId="257"/>
            <ac:spMk id="3" creationId="{0058199E-2156-4542-B134-D3536A98A899}"/>
          </ac:spMkLst>
        </pc:spChg>
      </pc:sldChg>
      <pc:sldChg chg="modSp">
        <pc:chgData name="Ravi Sundaram" userId="a7df020c0a403423" providerId="LiveId" clId="{19513EB1-AC3E-4F61-84D6-0DA1F241EEF1}" dt="2020-07-06T06:01:51.527" v="289" actId="20577"/>
        <pc:sldMkLst>
          <pc:docMk/>
          <pc:sldMk cId="3479009568" sldId="258"/>
        </pc:sldMkLst>
        <pc:spChg chg="mod">
          <ac:chgData name="Ravi Sundaram" userId="a7df020c0a403423" providerId="LiveId" clId="{19513EB1-AC3E-4F61-84D6-0DA1F241EEF1}" dt="2020-07-06T06:01:09.725" v="181" actId="20577"/>
          <ac:spMkLst>
            <pc:docMk/>
            <pc:sldMk cId="3479009568" sldId="258"/>
            <ac:spMk id="2" creationId="{5FA1FA58-59B8-4EFD-BF2B-069C457129B2}"/>
          </ac:spMkLst>
        </pc:spChg>
        <pc:spChg chg="mod">
          <ac:chgData name="Ravi Sundaram" userId="a7df020c0a403423" providerId="LiveId" clId="{19513EB1-AC3E-4F61-84D6-0DA1F241EEF1}" dt="2020-07-06T06:01:51.527" v="28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19513EB1-AC3E-4F61-84D6-0DA1F241EEF1}" dt="2020-07-06T05:58:14.600" v="103" actId="2696"/>
        <pc:sldMkLst>
          <pc:docMk/>
          <pc:sldMk cId="2070658356" sldId="259"/>
        </pc:sldMkLst>
      </pc:sldChg>
      <pc:sldChg chg="del">
        <pc:chgData name="Ravi Sundaram" userId="a7df020c0a403423" providerId="LiveId" clId="{19513EB1-AC3E-4F61-84D6-0DA1F241EEF1}" dt="2020-07-06T05:58:14.740" v="115" actId="2696"/>
        <pc:sldMkLst>
          <pc:docMk/>
          <pc:sldMk cId="585050186" sldId="260"/>
        </pc:sldMkLst>
      </pc:sldChg>
      <pc:sldChg chg="del">
        <pc:chgData name="Ravi Sundaram" userId="a7df020c0a403423" providerId="LiveId" clId="{19513EB1-AC3E-4F61-84D6-0DA1F241EEF1}" dt="2020-07-06T05:58:14.613" v="104" actId="2696"/>
        <pc:sldMkLst>
          <pc:docMk/>
          <pc:sldMk cId="3133888890" sldId="275"/>
        </pc:sldMkLst>
      </pc:sldChg>
      <pc:sldChg chg="del">
        <pc:chgData name="Ravi Sundaram" userId="a7df020c0a403423" providerId="LiveId" clId="{19513EB1-AC3E-4F61-84D6-0DA1F241EEF1}" dt="2020-07-06T05:58:14.624" v="105" actId="2696"/>
        <pc:sldMkLst>
          <pc:docMk/>
          <pc:sldMk cId="4279951466" sldId="276"/>
        </pc:sldMkLst>
      </pc:sldChg>
      <pc:sldChg chg="del">
        <pc:chgData name="Ravi Sundaram" userId="a7df020c0a403423" providerId="LiveId" clId="{19513EB1-AC3E-4F61-84D6-0DA1F241EEF1}" dt="2020-07-06T05:58:14.644" v="107" actId="2696"/>
        <pc:sldMkLst>
          <pc:docMk/>
          <pc:sldMk cId="827947371" sldId="277"/>
        </pc:sldMkLst>
      </pc:sldChg>
      <pc:sldChg chg="del">
        <pc:chgData name="Ravi Sundaram" userId="a7df020c0a403423" providerId="LiveId" clId="{19513EB1-AC3E-4F61-84D6-0DA1F241EEF1}" dt="2020-07-06T05:58:14.654" v="108" actId="2696"/>
        <pc:sldMkLst>
          <pc:docMk/>
          <pc:sldMk cId="1122615267" sldId="278"/>
        </pc:sldMkLst>
      </pc:sldChg>
      <pc:sldChg chg="del">
        <pc:chgData name="Ravi Sundaram" userId="a7df020c0a403423" providerId="LiveId" clId="{19513EB1-AC3E-4F61-84D6-0DA1F241EEF1}" dt="2020-07-06T05:58:14.664" v="109" actId="2696"/>
        <pc:sldMkLst>
          <pc:docMk/>
          <pc:sldMk cId="505879623" sldId="279"/>
        </pc:sldMkLst>
      </pc:sldChg>
      <pc:sldChg chg="del">
        <pc:chgData name="Ravi Sundaram" userId="a7df020c0a403423" providerId="LiveId" clId="{19513EB1-AC3E-4F61-84D6-0DA1F241EEF1}" dt="2020-07-06T05:58:14.675" v="110" actId="2696"/>
        <pc:sldMkLst>
          <pc:docMk/>
          <pc:sldMk cId="853875631" sldId="280"/>
        </pc:sldMkLst>
      </pc:sldChg>
      <pc:sldChg chg="del">
        <pc:chgData name="Ravi Sundaram" userId="a7df020c0a403423" providerId="LiveId" clId="{19513EB1-AC3E-4F61-84D6-0DA1F241EEF1}" dt="2020-07-06T05:58:14.634" v="106" actId="2696"/>
        <pc:sldMkLst>
          <pc:docMk/>
          <pc:sldMk cId="4033978330" sldId="281"/>
        </pc:sldMkLst>
      </pc:sldChg>
      <pc:sldChg chg="del">
        <pc:chgData name="Ravi Sundaram" userId="a7df020c0a403423" providerId="LiveId" clId="{19513EB1-AC3E-4F61-84D6-0DA1F241EEF1}" dt="2020-07-06T05:58:14.683" v="111" actId="2696"/>
        <pc:sldMkLst>
          <pc:docMk/>
          <pc:sldMk cId="2642526880" sldId="282"/>
        </pc:sldMkLst>
      </pc:sldChg>
      <pc:sldChg chg="del">
        <pc:chgData name="Ravi Sundaram" userId="a7df020c0a403423" providerId="LiveId" clId="{19513EB1-AC3E-4F61-84D6-0DA1F241EEF1}" dt="2020-07-06T05:58:14.694" v="112" actId="2696"/>
        <pc:sldMkLst>
          <pc:docMk/>
          <pc:sldMk cId="3660344932" sldId="283"/>
        </pc:sldMkLst>
      </pc:sldChg>
      <pc:sldChg chg="del">
        <pc:chgData name="Ravi Sundaram" userId="a7df020c0a403423" providerId="LiveId" clId="{19513EB1-AC3E-4F61-84D6-0DA1F241EEF1}" dt="2020-07-06T05:58:14.727" v="114" actId="2696"/>
        <pc:sldMkLst>
          <pc:docMk/>
          <pc:sldMk cId="3159837357" sldId="284"/>
        </pc:sldMkLst>
      </pc:sldChg>
      <pc:sldChg chg="del">
        <pc:chgData name="Ravi Sundaram" userId="a7df020c0a403423" providerId="LiveId" clId="{19513EB1-AC3E-4F61-84D6-0DA1F241EEF1}" dt="2020-07-06T05:58:14.706" v="113" actId="2696"/>
        <pc:sldMkLst>
          <pc:docMk/>
          <pc:sldMk cId="3661700666" sldId="285"/>
        </pc:sldMkLst>
      </pc:sldChg>
      <pc:sldChg chg="del">
        <pc:chgData name="Ravi Sundaram" userId="a7df020c0a403423" providerId="LiveId" clId="{19513EB1-AC3E-4F61-84D6-0DA1F241EEF1}" dt="2020-07-06T05:58:14.748" v="116" actId="2696"/>
        <pc:sldMkLst>
          <pc:docMk/>
          <pc:sldMk cId="4011775224" sldId="286"/>
        </pc:sldMkLst>
      </pc:sldChg>
      <pc:sldChg chg="del">
        <pc:chgData name="Ravi Sundaram" userId="a7df020c0a403423" providerId="LiveId" clId="{19513EB1-AC3E-4F61-84D6-0DA1F241EEF1}" dt="2020-07-06T05:58:14.765" v="117" actId="2696"/>
        <pc:sldMkLst>
          <pc:docMk/>
          <pc:sldMk cId="0" sldId="287"/>
        </pc:sldMkLst>
      </pc:sldChg>
      <pc:sldChg chg="del">
        <pc:chgData name="Ravi Sundaram" userId="a7df020c0a403423" providerId="LiveId" clId="{19513EB1-AC3E-4F61-84D6-0DA1F241EEF1}" dt="2020-07-06T05:58:14.791" v="118" actId="2696"/>
        <pc:sldMkLst>
          <pc:docMk/>
          <pc:sldMk cId="0" sldId="288"/>
        </pc:sldMkLst>
      </pc:sldChg>
      <pc:sldChg chg="del">
        <pc:chgData name="Ravi Sundaram" userId="a7df020c0a403423" providerId="LiveId" clId="{19513EB1-AC3E-4F61-84D6-0DA1F241EEF1}" dt="2020-07-06T05:58:14.809" v="119" actId="2696"/>
        <pc:sldMkLst>
          <pc:docMk/>
          <pc:sldMk cId="0" sldId="289"/>
        </pc:sldMkLst>
      </pc:sldChg>
      <pc:sldChg chg="del">
        <pc:chgData name="Ravi Sundaram" userId="a7df020c0a403423" providerId="LiveId" clId="{19513EB1-AC3E-4F61-84D6-0DA1F241EEF1}" dt="2020-07-06T05:58:14.818" v="121" actId="2696"/>
        <pc:sldMkLst>
          <pc:docMk/>
          <pc:sldMk cId="1548377129" sldId="290"/>
        </pc:sldMkLst>
      </pc:sldChg>
      <pc:sldChg chg="modSp del modNotesTx">
        <pc:chgData name="Ravi Sundaram" userId="a7df020c0a403423" providerId="LiveId" clId="{19513EB1-AC3E-4F61-84D6-0DA1F241EEF1}" dt="2020-07-09T02:06:51.123" v="949" actId="2696"/>
        <pc:sldMkLst>
          <pc:docMk/>
          <pc:sldMk cId="1873237354" sldId="291"/>
        </pc:sldMkLst>
        <pc:spChg chg="mod">
          <ac:chgData name="Ravi Sundaram" userId="a7df020c0a403423" providerId="LiveId" clId="{19513EB1-AC3E-4F61-84D6-0DA1F241EEF1}" dt="2020-07-09T01:50:18.851" v="738" actId="20577"/>
          <ac:spMkLst>
            <pc:docMk/>
            <pc:sldMk cId="1873237354" sldId="291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1:46:36.426" v="590" actId="20577"/>
        <pc:sldMkLst>
          <pc:docMk/>
          <pc:sldMk cId="2522838261" sldId="292"/>
        </pc:sldMkLst>
        <pc:spChg chg="mod">
          <ac:chgData name="Ravi Sundaram" userId="a7df020c0a403423" providerId="LiveId" clId="{19513EB1-AC3E-4F61-84D6-0DA1F241EEF1}" dt="2020-07-09T01:46:36.426" v="590" actId="20577"/>
          <ac:spMkLst>
            <pc:docMk/>
            <pc:sldMk cId="2522838261" sldId="292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6:50.138" v="621" actId="20577"/>
        <pc:sldMkLst>
          <pc:docMk/>
          <pc:sldMk cId="2602221767" sldId="293"/>
        </pc:sldMkLst>
        <pc:spChg chg="mod">
          <ac:chgData name="Ravi Sundaram" userId="a7df020c0a403423" providerId="LiveId" clId="{19513EB1-AC3E-4F61-84D6-0DA1F241EEF1}" dt="2020-07-09T01:46:50.138" v="621" actId="20577"/>
          <ac:spMkLst>
            <pc:docMk/>
            <pc:sldMk cId="2602221767" sldId="293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3:27.747" v="409" actId="20577"/>
        <pc:sldMkLst>
          <pc:docMk/>
          <pc:sldMk cId="2876685785" sldId="298"/>
        </pc:sldMkLst>
        <pc:spChg chg="mod">
          <ac:chgData name="Ravi Sundaram" userId="a7df020c0a403423" providerId="LiveId" clId="{19513EB1-AC3E-4F61-84D6-0DA1F241EEF1}" dt="2020-07-09T01:43:27.747" v="409" actId="20577"/>
          <ac:spMkLst>
            <pc:docMk/>
            <pc:sldMk cId="2876685785" sldId="298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7:54.766" v="642" actId="12"/>
        <pc:sldMkLst>
          <pc:docMk/>
          <pc:sldMk cId="2572948063" sldId="301"/>
        </pc:sldMkLst>
        <pc:spChg chg="mod">
          <ac:chgData name="Ravi Sundaram" userId="a7df020c0a403423" providerId="LiveId" clId="{19513EB1-AC3E-4F61-84D6-0DA1F241EEF1}" dt="2020-07-09T01:47:54.766" v="642" actId="12"/>
          <ac:spMkLst>
            <pc:docMk/>
            <pc:sldMk cId="2572948063" sldId="301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2:05:09.318" v="903" actId="20577"/>
        <pc:sldMkLst>
          <pc:docMk/>
          <pc:sldMk cId="1309514103" sldId="302"/>
        </pc:sldMkLst>
        <pc:spChg chg="mod">
          <ac:chgData name="Ravi Sundaram" userId="a7df020c0a403423" providerId="LiveId" clId="{19513EB1-AC3E-4F61-84D6-0DA1F241EEF1}" dt="2020-07-09T02:05:09.318" v="903" actId="20577"/>
          <ac:spMkLst>
            <pc:docMk/>
            <pc:sldMk cId="1309514103" sldId="302"/>
            <ac:spMk id="3" creationId="{2D4E71CA-3D64-48C3-A1BF-F506485AB5D0}"/>
          </ac:spMkLst>
        </pc:spChg>
      </pc:sldChg>
      <pc:sldChg chg="modSp del">
        <pc:chgData name="Ravi Sundaram" userId="a7df020c0a403423" providerId="LiveId" clId="{19513EB1-AC3E-4F61-84D6-0DA1F241EEF1}" dt="2020-07-09T02:06:53.704" v="950" actId="2696"/>
        <pc:sldMkLst>
          <pc:docMk/>
          <pc:sldMk cId="78219466" sldId="303"/>
        </pc:sldMkLst>
        <pc:spChg chg="mod">
          <ac:chgData name="Ravi Sundaram" userId="a7df020c0a403423" providerId="LiveId" clId="{19513EB1-AC3E-4F61-84D6-0DA1F241EEF1}" dt="2020-07-09T01:50:32.986" v="739" actId="20577"/>
          <ac:spMkLst>
            <pc:docMk/>
            <pc:sldMk cId="78219466" sldId="303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2:06:04.739" v="947" actId="20577"/>
        <pc:sldMkLst>
          <pc:docMk/>
          <pc:sldMk cId="1768516238" sldId="304"/>
        </pc:sldMkLst>
        <pc:spChg chg="mod">
          <ac:chgData name="Ravi Sundaram" userId="a7df020c0a403423" providerId="LiveId" clId="{19513EB1-AC3E-4F61-84D6-0DA1F241EEF1}" dt="2020-07-09T02:05:38.263" v="945" actId="20577"/>
          <ac:spMkLst>
            <pc:docMk/>
            <pc:sldMk cId="1768516238" sldId="304"/>
            <ac:spMk id="2" creationId="{04F1C0EF-92F3-4DD3-9656-EC5DA238C7DD}"/>
          </ac:spMkLst>
        </pc:spChg>
        <pc:spChg chg="mod">
          <ac:chgData name="Ravi Sundaram" userId="a7df020c0a403423" providerId="LiveId" clId="{19513EB1-AC3E-4F61-84D6-0DA1F241EEF1}" dt="2020-07-09T02:06:04.739" v="947" actId="20577"/>
          <ac:spMkLst>
            <pc:docMk/>
            <pc:sldMk cId="1768516238" sldId="304"/>
            <ac:spMk id="3" creationId="{1C4EFA41-EDF3-4D89-812E-85BCE7B8A73E}"/>
          </ac:spMkLst>
        </pc:spChg>
      </pc:sldChg>
      <pc:sldMasterChg chg="delSldLayout">
        <pc:chgData name="Ravi Sundaram" userId="a7df020c0a403423" providerId="LiveId" clId="{19513EB1-AC3E-4F61-84D6-0DA1F241EEF1}" dt="2020-07-06T05:58:14.810" v="12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19513EB1-AC3E-4F61-84D6-0DA1F241EEF1}" dt="2020-07-06T05:58:14.810" v="120" actId="2696"/>
          <pc:sldLayoutMkLst>
            <pc:docMk/>
            <pc:sldMasterMk cId="2006853913" sldId="2147483648"/>
            <pc:sldLayoutMk cId="1015555657" sldId="2147483662"/>
          </pc:sldLayoutMkLst>
        </pc:sldLayoutChg>
      </pc:sldMasterChg>
    </pc:docChg>
  </pc:docChgLst>
  <pc:docChgLst>
    <pc:chgData name="Ravi Sundaram" userId="a7df020c0a403423" providerId="LiveId" clId="{B100C61C-D70C-4292-AE06-39CC4ACEB277}"/>
    <pc:docChg chg="delSld modSld">
      <pc:chgData name="Ravi Sundaram" userId="a7df020c0a403423" providerId="LiveId" clId="{B100C61C-D70C-4292-AE06-39CC4ACEB277}" dt="2020-07-10T02:36:54.904" v="69" actId="2696"/>
      <pc:docMkLst>
        <pc:docMk/>
      </pc:docMkLst>
      <pc:sldChg chg="modSp">
        <pc:chgData name="Ravi Sundaram" userId="a7df020c0a403423" providerId="LiveId" clId="{B100C61C-D70C-4292-AE06-39CC4ACEB277}" dt="2020-07-10T02:34:52.528" v="61" actId="20577"/>
        <pc:sldMkLst>
          <pc:docMk/>
          <pc:sldMk cId="4099122483" sldId="257"/>
        </pc:sldMkLst>
        <pc:spChg chg="mod">
          <ac:chgData name="Ravi Sundaram" userId="a7df020c0a403423" providerId="LiveId" clId="{B100C61C-D70C-4292-AE06-39CC4ACEB277}" dt="2020-07-10T02:34:52.528" v="61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del">
        <pc:chgData name="Ravi Sundaram" userId="a7df020c0a403423" providerId="LiveId" clId="{B100C61C-D70C-4292-AE06-39CC4ACEB277}" dt="2020-07-10T02:36:54.747" v="62" actId="2696"/>
        <pc:sldMkLst>
          <pc:docMk/>
          <pc:sldMk cId="2070658356" sldId="259"/>
        </pc:sldMkLst>
      </pc:sldChg>
      <pc:sldChg chg="del">
        <pc:chgData name="Ravi Sundaram" userId="a7df020c0a403423" providerId="LiveId" clId="{B100C61C-D70C-4292-AE06-39CC4ACEB277}" dt="2020-07-10T02:36:54.818" v="63" actId="2696"/>
        <pc:sldMkLst>
          <pc:docMk/>
          <pc:sldMk cId="202630305" sldId="306"/>
        </pc:sldMkLst>
      </pc:sldChg>
      <pc:sldChg chg="del">
        <pc:chgData name="Ravi Sundaram" userId="a7df020c0a403423" providerId="LiveId" clId="{B100C61C-D70C-4292-AE06-39CC4ACEB277}" dt="2020-07-10T02:36:54.830" v="64" actId="2696"/>
        <pc:sldMkLst>
          <pc:docMk/>
          <pc:sldMk cId="2506444983" sldId="307"/>
        </pc:sldMkLst>
      </pc:sldChg>
      <pc:sldChg chg="del">
        <pc:chgData name="Ravi Sundaram" userId="a7df020c0a403423" providerId="LiveId" clId="{B100C61C-D70C-4292-AE06-39CC4ACEB277}" dt="2020-07-10T02:36:54.839" v="65" actId="2696"/>
        <pc:sldMkLst>
          <pc:docMk/>
          <pc:sldMk cId="2965344762" sldId="308"/>
        </pc:sldMkLst>
      </pc:sldChg>
      <pc:sldChg chg="del">
        <pc:chgData name="Ravi Sundaram" userId="a7df020c0a403423" providerId="LiveId" clId="{B100C61C-D70C-4292-AE06-39CC4ACEB277}" dt="2020-07-10T02:36:54.850" v="66" actId="2696"/>
        <pc:sldMkLst>
          <pc:docMk/>
          <pc:sldMk cId="380021759" sldId="309"/>
        </pc:sldMkLst>
      </pc:sldChg>
      <pc:sldChg chg="del">
        <pc:chgData name="Ravi Sundaram" userId="a7df020c0a403423" providerId="LiveId" clId="{B100C61C-D70C-4292-AE06-39CC4ACEB277}" dt="2020-07-10T02:36:54.857" v="67" actId="2696"/>
        <pc:sldMkLst>
          <pc:docMk/>
          <pc:sldMk cId="2211901668" sldId="310"/>
        </pc:sldMkLst>
      </pc:sldChg>
      <pc:sldChg chg="del">
        <pc:chgData name="Ravi Sundaram" userId="a7df020c0a403423" providerId="LiveId" clId="{B100C61C-D70C-4292-AE06-39CC4ACEB277}" dt="2020-07-10T02:36:54.870" v="68" actId="2696"/>
        <pc:sldMkLst>
          <pc:docMk/>
          <pc:sldMk cId="335736984" sldId="311"/>
        </pc:sldMkLst>
      </pc:sldChg>
      <pc:sldChg chg="del">
        <pc:chgData name="Ravi Sundaram" userId="a7df020c0a403423" providerId="LiveId" clId="{B100C61C-D70C-4292-AE06-39CC4ACEB277}" dt="2020-07-10T02:36:54.904" v="69" actId="2696"/>
        <pc:sldMkLst>
          <pc:docMk/>
          <pc:sldMk cId="3625756718" sldId="312"/>
        </pc:sldMkLst>
      </pc:sldChg>
    </pc:docChg>
  </pc:docChgLst>
  <pc:docChgLst>
    <pc:chgData name="Ravi Sundaram" userId="a7df020c0a403423" providerId="LiveId" clId="{A3205A6B-5B88-44CF-B0E8-9B2C4FA1C9B1}"/>
    <pc:docChg chg="undo custSel addSld delSld modSld sldOrd">
      <pc:chgData name="Ravi Sundaram" userId="a7df020c0a403423" providerId="LiveId" clId="{A3205A6B-5B88-44CF-B0E8-9B2C4FA1C9B1}" dt="2020-07-13T06:25:55.834" v="864"/>
      <pc:docMkLst>
        <pc:docMk/>
      </pc:docMkLst>
      <pc:sldChg chg="modSp">
        <pc:chgData name="Ravi Sundaram" userId="a7df020c0a403423" providerId="LiveId" clId="{A3205A6B-5B88-44CF-B0E8-9B2C4FA1C9B1}" dt="2020-07-10T02:39:15.916" v="26" actId="20577"/>
        <pc:sldMkLst>
          <pc:docMk/>
          <pc:sldMk cId="4099122483" sldId="257"/>
        </pc:sldMkLst>
        <pc:spChg chg="mod">
          <ac:chgData name="Ravi Sundaram" userId="a7df020c0a403423" providerId="LiveId" clId="{A3205A6B-5B88-44CF-B0E8-9B2C4FA1C9B1}" dt="2020-07-10T02:39:15.916" v="26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A3205A6B-5B88-44CF-B0E8-9B2C4FA1C9B1}" dt="2020-07-12T06:11:25.918" v="859" actId="20577"/>
        <pc:sldMkLst>
          <pc:docMk/>
          <pc:sldMk cId="3479009568" sldId="258"/>
        </pc:sldMkLst>
        <pc:spChg chg="mod">
          <ac:chgData name="Ravi Sundaram" userId="a7df020c0a403423" providerId="LiveId" clId="{A3205A6B-5B88-44CF-B0E8-9B2C4FA1C9B1}" dt="2020-07-12T06:11:25.918" v="85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 del">
        <pc:chgData name="Ravi Sundaram" userId="a7df020c0a403423" providerId="LiveId" clId="{A3205A6B-5B88-44CF-B0E8-9B2C4FA1C9B1}" dt="2020-07-10T04:25:38.548" v="525" actId="2696"/>
        <pc:sldMkLst>
          <pc:docMk/>
          <pc:sldMk cId="0" sldId="279"/>
        </pc:sldMkLst>
        <pc:spChg chg="mod">
          <ac:chgData name="Ravi Sundaram" userId="a7df020c0a403423" providerId="LiveId" clId="{A3205A6B-5B88-44CF-B0E8-9B2C4FA1C9B1}" dt="2020-07-10T03:57:40.368" v="224" actId="20577"/>
          <ac:spMkLst>
            <pc:docMk/>
            <pc:sldMk cId="0" sldId="279"/>
            <ac:spMk id="84994" creationId="{F38F767E-A31D-4484-8FD3-B8483F9037CD}"/>
          </ac:spMkLst>
        </pc:spChg>
        <pc:spChg chg="mod">
          <ac:chgData name="Ravi Sundaram" userId="a7df020c0a403423" providerId="LiveId" clId="{A3205A6B-5B88-44CF-B0E8-9B2C4FA1C9B1}" dt="2020-07-10T03:57:55.275" v="225" actId="255"/>
          <ac:spMkLst>
            <pc:docMk/>
            <pc:sldMk cId="0" sldId="279"/>
            <ac:spMk id="84995" creationId="{B6436439-292D-4E21-B532-1398341180C8}"/>
          </ac:spMkLst>
        </pc:spChg>
      </pc:sldChg>
      <pc:sldChg chg="modSp add modAnim">
        <pc:chgData name="Ravi Sundaram" userId="a7df020c0a403423" providerId="LiveId" clId="{A3205A6B-5B88-44CF-B0E8-9B2C4FA1C9B1}" dt="2020-07-12T06:09:32.289" v="842"/>
        <pc:sldMkLst>
          <pc:docMk/>
          <pc:sldMk cId="0" sldId="280"/>
        </pc:sldMkLst>
        <pc:spChg chg="mod">
          <ac:chgData name="Ravi Sundaram" userId="a7df020c0a403423" providerId="LiveId" clId="{A3205A6B-5B88-44CF-B0E8-9B2C4FA1C9B1}" dt="2020-07-10T04:09:59.777" v="343" actId="255"/>
          <ac:spMkLst>
            <pc:docMk/>
            <pc:sldMk cId="0" sldId="280"/>
            <ac:spMk id="86019" creationId="{71519342-BB7C-4673-85FC-F667DBB4A7A9}"/>
          </ac:spMkLst>
        </pc:spChg>
      </pc:sldChg>
      <pc:sldChg chg="modSp add">
        <pc:chgData name="Ravi Sundaram" userId="a7df020c0a403423" providerId="LiveId" clId="{A3205A6B-5B88-44CF-B0E8-9B2C4FA1C9B1}" dt="2020-07-10T04:32:36.660" v="558" actId="255"/>
        <pc:sldMkLst>
          <pc:docMk/>
          <pc:sldMk cId="0" sldId="281"/>
        </pc:sldMkLst>
        <pc:spChg chg="mod">
          <ac:chgData name="Ravi Sundaram" userId="a7df020c0a403423" providerId="LiveId" clId="{A3205A6B-5B88-44CF-B0E8-9B2C4FA1C9B1}" dt="2020-07-10T04:32:36.660" v="558" actId="255"/>
          <ac:spMkLst>
            <pc:docMk/>
            <pc:sldMk cId="0" sldId="281"/>
            <ac:spMk id="87043" creationId="{0DF0CBB8-57EA-4CDE-B910-0D4DAB2A9C4B}"/>
          </ac:spMkLst>
        </pc:spChg>
      </pc:sldChg>
      <pc:sldChg chg="modSp add">
        <pc:chgData name="Ravi Sundaram" userId="a7df020c0a403423" providerId="LiveId" clId="{A3205A6B-5B88-44CF-B0E8-9B2C4FA1C9B1}" dt="2020-07-12T06:10:27.651" v="846" actId="207"/>
        <pc:sldMkLst>
          <pc:docMk/>
          <pc:sldMk cId="0" sldId="282"/>
        </pc:sldMkLst>
        <pc:spChg chg="mod">
          <ac:chgData name="Ravi Sundaram" userId="a7df020c0a403423" providerId="LiveId" clId="{A3205A6B-5B88-44CF-B0E8-9B2C4FA1C9B1}" dt="2020-07-12T06:10:19.694" v="845" actId="207"/>
          <ac:spMkLst>
            <pc:docMk/>
            <pc:sldMk cId="0" sldId="282"/>
            <ac:spMk id="88068" creationId="{5C8F5BA4-1CBA-4A01-BB6D-AB46BBEA66CD}"/>
          </ac:spMkLst>
        </pc:spChg>
        <pc:spChg chg="mod">
          <ac:chgData name="Ravi Sundaram" userId="a7df020c0a403423" providerId="LiveId" clId="{A3205A6B-5B88-44CF-B0E8-9B2C4FA1C9B1}" dt="2020-07-12T06:10:27.651" v="846" actId="207"/>
          <ac:spMkLst>
            <pc:docMk/>
            <pc:sldMk cId="0" sldId="282"/>
            <ac:spMk id="88069" creationId="{4514AE18-137D-4C76-9E81-A28708A11ABE}"/>
          </ac:spMkLst>
        </pc:spChg>
      </pc:sldChg>
      <pc:sldChg chg="modSp add">
        <pc:chgData name="Ravi Sundaram" userId="a7df020c0a403423" providerId="LiveId" clId="{A3205A6B-5B88-44CF-B0E8-9B2C4FA1C9B1}" dt="2020-07-12T06:11:16.281" v="850" actId="207"/>
        <pc:sldMkLst>
          <pc:docMk/>
          <pc:sldMk cId="0" sldId="283"/>
        </pc:sldMkLst>
        <pc:spChg chg="mod">
          <ac:chgData name="Ravi Sundaram" userId="a7df020c0a403423" providerId="LiveId" clId="{A3205A6B-5B88-44CF-B0E8-9B2C4FA1C9B1}" dt="2020-07-12T06:11:11.963" v="849" actId="207"/>
          <ac:spMkLst>
            <pc:docMk/>
            <pc:sldMk cId="0" sldId="283"/>
            <ac:spMk id="89092" creationId="{3DE058D1-2E8F-4116-8354-5FCEB77A8179}"/>
          </ac:spMkLst>
        </pc:spChg>
        <pc:spChg chg="mod">
          <ac:chgData name="Ravi Sundaram" userId="a7df020c0a403423" providerId="LiveId" clId="{A3205A6B-5B88-44CF-B0E8-9B2C4FA1C9B1}" dt="2020-07-12T06:11:16.281" v="850" actId="207"/>
          <ac:spMkLst>
            <pc:docMk/>
            <pc:sldMk cId="0" sldId="283"/>
            <ac:spMk id="89093" creationId="{A804AB8C-A02B-4DB0-86E1-31A78FD212D7}"/>
          </ac:spMkLst>
        </pc:spChg>
      </pc:sldChg>
      <pc:sldChg chg="modSp add del">
        <pc:chgData name="Ravi Sundaram" userId="a7df020c0a403423" providerId="LiveId" clId="{A3205A6B-5B88-44CF-B0E8-9B2C4FA1C9B1}" dt="2020-07-10T04:27:54.933" v="538" actId="2696"/>
        <pc:sldMkLst>
          <pc:docMk/>
          <pc:sldMk cId="0" sldId="286"/>
        </pc:sldMkLst>
        <pc:spChg chg="mod">
          <ac:chgData name="Ravi Sundaram" userId="a7df020c0a403423" providerId="LiveId" clId="{A3205A6B-5B88-44CF-B0E8-9B2C4FA1C9B1}" dt="2020-07-10T04:26:38.322" v="530" actId="692"/>
          <ac:spMkLst>
            <pc:docMk/>
            <pc:sldMk cId="0" sldId="286"/>
            <ac:spMk id="92202" creationId="{47691944-1993-4FB6-8738-9F79015B280A}"/>
          </ac:spMkLst>
        </pc:spChg>
      </pc:sldChg>
      <pc:sldChg chg="add del">
        <pc:chgData name="Ravi Sundaram" userId="a7df020c0a403423" providerId="LiveId" clId="{A3205A6B-5B88-44CF-B0E8-9B2C4FA1C9B1}" dt="2020-07-12T06:09:51.135" v="844" actId="2696"/>
        <pc:sldMkLst>
          <pc:docMk/>
          <pc:sldMk cId="0" sldId="287"/>
        </pc:sldMkLst>
      </pc:sldChg>
      <pc:sldChg chg="add del">
        <pc:chgData name="Ravi Sundaram" userId="a7df020c0a403423" providerId="LiveId" clId="{A3205A6B-5B88-44CF-B0E8-9B2C4FA1C9B1}" dt="2020-07-10T04:32:50.217" v="559" actId="2696"/>
        <pc:sldMkLst>
          <pc:docMk/>
          <pc:sldMk cId="0" sldId="288"/>
        </pc:sldMkLst>
      </pc:sldChg>
      <pc:sldChg chg="del">
        <pc:chgData name="Ravi Sundaram" userId="a7df020c0a403423" providerId="LiveId" clId="{A3205A6B-5B88-44CF-B0E8-9B2C4FA1C9B1}" dt="2020-07-10T04:36:44.311" v="653" actId="2696"/>
        <pc:sldMkLst>
          <pc:docMk/>
          <pc:sldMk cId="3455594306" sldId="305"/>
        </pc:sldMkLst>
      </pc:sldChg>
      <pc:sldChg chg="addSp delSp modSp add modAnim">
        <pc:chgData name="Ravi Sundaram" userId="a7df020c0a403423" providerId="LiveId" clId="{A3205A6B-5B88-44CF-B0E8-9B2C4FA1C9B1}" dt="2020-07-12T06:09:26.032" v="841"/>
        <pc:sldMkLst>
          <pc:docMk/>
          <pc:sldMk cId="0" sldId="313"/>
        </pc:sldMkLst>
        <pc:spChg chg="del mod">
          <ac:chgData name="Ravi Sundaram" userId="a7df020c0a403423" providerId="LiveId" clId="{A3205A6B-5B88-44CF-B0E8-9B2C4FA1C9B1}" dt="2020-07-10T04:03:05.972" v="307" actId="478"/>
          <ac:spMkLst>
            <pc:docMk/>
            <pc:sldMk cId="0" sldId="313"/>
            <ac:spMk id="41" creationId="{7E3D0BEF-C97C-4775-B823-356D1ACF0F74}"/>
          </ac:spMkLst>
        </pc:spChg>
        <pc:spChg chg="mod">
          <ac:chgData name="Ravi Sundaram" userId="a7df020c0a403423" providerId="LiveId" clId="{A3205A6B-5B88-44CF-B0E8-9B2C4FA1C9B1}" dt="2020-07-10T04:05:21.482" v="328" actId="20577"/>
          <ac:spMkLst>
            <pc:docMk/>
            <pc:sldMk cId="0" sldId="313"/>
            <ac:spMk id="91140" creationId="{D1CCDA7D-6610-4F94-AEA6-ADB64460B00C}"/>
          </ac:spMkLst>
        </pc:spChg>
        <pc:spChg chg="mod">
          <ac:chgData name="Ravi Sundaram" userId="a7df020c0a403423" providerId="LiveId" clId="{A3205A6B-5B88-44CF-B0E8-9B2C4FA1C9B1}" dt="2020-07-10T04:06:36.678" v="336" actId="255"/>
          <ac:spMkLst>
            <pc:docMk/>
            <pc:sldMk cId="0" sldId="313"/>
            <ac:spMk id="91150" creationId="{85475890-650D-4274-8BA9-2E348603952A}"/>
          </ac:spMkLst>
        </pc:spChg>
        <pc:spChg chg="mod">
          <ac:chgData name="Ravi Sundaram" userId="a7df020c0a403423" providerId="LiveId" clId="{A3205A6B-5B88-44CF-B0E8-9B2C4FA1C9B1}" dt="2020-07-10T04:06:51" v="338" actId="255"/>
          <ac:spMkLst>
            <pc:docMk/>
            <pc:sldMk cId="0" sldId="313"/>
            <ac:spMk id="91151" creationId="{69262BD0-6F5D-41F7-806D-5D4BEEADF968}"/>
          </ac:spMkLst>
        </pc:spChg>
        <pc:spChg chg="mod">
          <ac:chgData name="Ravi Sundaram" userId="a7df020c0a403423" providerId="LiveId" clId="{A3205A6B-5B88-44CF-B0E8-9B2C4FA1C9B1}" dt="2020-07-10T04:06:17.267" v="333" actId="255"/>
          <ac:spMkLst>
            <pc:docMk/>
            <pc:sldMk cId="0" sldId="313"/>
            <ac:spMk id="91152" creationId="{3F548C38-CB87-474A-B6F5-35D142E5C0C2}"/>
          </ac:spMkLst>
        </pc:spChg>
        <pc:spChg chg="mod">
          <ac:chgData name="Ravi Sundaram" userId="a7df020c0a403423" providerId="LiveId" clId="{A3205A6B-5B88-44CF-B0E8-9B2C4FA1C9B1}" dt="2020-07-12T06:07:46.837" v="837" actId="255"/>
          <ac:spMkLst>
            <pc:docMk/>
            <pc:sldMk cId="0" sldId="313"/>
            <ac:spMk id="91154" creationId="{8AC52872-8CD1-4DD1-B678-39F79E2EC9BE}"/>
          </ac:spMkLst>
        </pc:spChg>
        <pc:spChg chg="mod">
          <ac:chgData name="Ravi Sundaram" userId="a7df020c0a403423" providerId="LiveId" clId="{A3205A6B-5B88-44CF-B0E8-9B2C4FA1C9B1}" dt="2020-07-10T04:06:43.583" v="337" actId="255"/>
          <ac:spMkLst>
            <pc:docMk/>
            <pc:sldMk cId="0" sldId="313"/>
            <ac:spMk id="91156" creationId="{3E6CB492-E565-4723-B9FA-23A1E914418A}"/>
          </ac:spMkLst>
        </pc:spChg>
        <pc:spChg chg="mod">
          <ac:chgData name="Ravi Sundaram" userId="a7df020c0a403423" providerId="LiveId" clId="{A3205A6B-5B88-44CF-B0E8-9B2C4FA1C9B1}" dt="2020-07-10T04:07:14.471" v="340" actId="255"/>
          <ac:spMkLst>
            <pc:docMk/>
            <pc:sldMk cId="0" sldId="313"/>
            <ac:spMk id="91161" creationId="{B12C242C-DDB3-44A4-BC9B-35991BD2344E}"/>
          </ac:spMkLst>
        </pc:spChg>
        <pc:spChg chg="mod">
          <ac:chgData name="Ravi Sundaram" userId="a7df020c0a403423" providerId="LiveId" clId="{A3205A6B-5B88-44CF-B0E8-9B2C4FA1C9B1}" dt="2020-07-10T04:06:29.882" v="335" actId="255"/>
          <ac:spMkLst>
            <pc:docMk/>
            <pc:sldMk cId="0" sldId="313"/>
            <ac:spMk id="91162" creationId="{C4122225-42E0-4316-8387-692EFDAE2E06}"/>
          </ac:spMkLst>
        </pc:spChg>
        <pc:spChg chg="mod">
          <ac:chgData name="Ravi Sundaram" userId="a7df020c0a403423" providerId="LiveId" clId="{A3205A6B-5B88-44CF-B0E8-9B2C4FA1C9B1}" dt="2020-07-10T04:06:23.805" v="334" actId="255"/>
          <ac:spMkLst>
            <pc:docMk/>
            <pc:sldMk cId="0" sldId="313"/>
            <ac:spMk id="91163" creationId="{3DBE8A13-08C8-4F8F-86D0-221A1F7A3219}"/>
          </ac:spMkLst>
        </pc:spChg>
        <pc:spChg chg="mod">
          <ac:chgData name="Ravi Sundaram" userId="a7df020c0a403423" providerId="LiveId" clId="{A3205A6B-5B88-44CF-B0E8-9B2C4FA1C9B1}" dt="2020-07-10T04:06:57.103" v="339" actId="255"/>
          <ac:spMkLst>
            <pc:docMk/>
            <pc:sldMk cId="0" sldId="313"/>
            <ac:spMk id="91164" creationId="{F5B3E610-06D1-495D-88B2-6FE6992ACB77}"/>
          </ac:spMkLst>
        </pc:spChg>
        <pc:spChg chg="mod">
          <ac:chgData name="Ravi Sundaram" userId="a7df020c0a403423" providerId="LiveId" clId="{A3205A6B-5B88-44CF-B0E8-9B2C4FA1C9B1}" dt="2020-07-10T04:07:23.909" v="341" actId="255"/>
          <ac:spMkLst>
            <pc:docMk/>
            <pc:sldMk cId="0" sldId="313"/>
            <ac:spMk id="91168" creationId="{B3C91DB1-D5B5-4530-8F30-0EDA80888827}"/>
          </ac:spMkLst>
        </pc:spChg>
        <pc:spChg chg="mod topLvl">
          <ac:chgData name="Ravi Sundaram" userId="a7df020c0a403423" providerId="LiveId" clId="{A3205A6B-5B88-44CF-B0E8-9B2C4FA1C9B1}" dt="2020-07-10T04:03:29.492" v="310" actId="165"/>
          <ac:spMkLst>
            <pc:docMk/>
            <pc:sldMk cId="0" sldId="313"/>
            <ac:spMk id="91171" creationId="{AC77DC59-F127-4267-8613-866348745F38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3" creationId="{38316DA9-E67E-40AE-95D8-DE5B7AF682DD}"/>
          </ac:spMkLst>
        </pc:spChg>
        <pc:spChg chg="mod topLvl">
          <ac:chgData name="Ravi Sundaram" userId="a7df020c0a403423" providerId="LiveId" clId="{A3205A6B-5B88-44CF-B0E8-9B2C4FA1C9B1}" dt="2020-07-10T04:05:43.066" v="329" actId="255"/>
          <ac:spMkLst>
            <pc:docMk/>
            <pc:sldMk cId="0" sldId="313"/>
            <ac:spMk id="91174" creationId="{470FF807-BB45-4703-A935-D036CB96CE3E}"/>
          </ac:spMkLst>
        </pc:spChg>
        <pc:spChg chg="mod topLvl">
          <ac:chgData name="Ravi Sundaram" userId="a7df020c0a403423" providerId="LiveId" clId="{A3205A6B-5B88-44CF-B0E8-9B2C4FA1C9B1}" dt="2020-07-10T04:05:54.559" v="330" actId="255"/>
          <ac:spMkLst>
            <pc:docMk/>
            <pc:sldMk cId="0" sldId="313"/>
            <ac:spMk id="91175" creationId="{256F9B19-B16C-4757-A931-33C86C669341}"/>
          </ac:spMkLst>
        </pc:spChg>
        <pc:spChg chg="mod topLvl">
          <ac:chgData name="Ravi Sundaram" userId="a7df020c0a403423" providerId="LiveId" clId="{A3205A6B-5B88-44CF-B0E8-9B2C4FA1C9B1}" dt="2020-07-10T04:06:01.226" v="331" actId="255"/>
          <ac:spMkLst>
            <pc:docMk/>
            <pc:sldMk cId="0" sldId="313"/>
            <ac:spMk id="91176" creationId="{6FB11260-61D6-4DD3-98EA-5E4EF5AF49A2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7" creationId="{65E02D0A-22C5-4AB8-91EB-F898C7536E2A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8" creationId="{D390F98E-AC18-4C9D-9264-E997ED0F3D65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9" creationId="{499A07C9-E487-4205-BE56-094980FA9056}"/>
          </ac:spMkLst>
        </pc:spChg>
        <pc:spChg chg="mod topLvl">
          <ac:chgData name="Ravi Sundaram" userId="a7df020c0a403423" providerId="LiveId" clId="{A3205A6B-5B88-44CF-B0E8-9B2C4FA1C9B1}" dt="2020-07-10T04:06:08.779" v="332" actId="255"/>
          <ac:spMkLst>
            <pc:docMk/>
            <pc:sldMk cId="0" sldId="313"/>
            <ac:spMk id="91180" creationId="{E3C06BDD-3BA9-4308-B082-FAC90557F640}"/>
          </ac:spMkLst>
        </pc:spChg>
        <pc:spChg chg="mod topLvl">
          <ac:chgData name="Ravi Sundaram" userId="a7df020c0a403423" providerId="LiveId" clId="{A3205A6B-5B88-44CF-B0E8-9B2C4FA1C9B1}" dt="2020-07-10T04:03:52.575" v="314" actId="692"/>
          <ac:spMkLst>
            <pc:docMk/>
            <pc:sldMk cId="0" sldId="313"/>
            <ac:spMk id="91184" creationId="{D0922068-ACF5-4275-826B-AFAA4BE786BF}"/>
          </ac:spMkLst>
        </pc:spChg>
        <pc:grpChg chg="del">
          <ac:chgData name="Ravi Sundaram" userId="a7df020c0a403423" providerId="LiveId" clId="{A3205A6B-5B88-44CF-B0E8-9B2C4FA1C9B1}" dt="2020-07-10T04:05:06.726" v="315" actId="165"/>
          <ac:grpSpMkLst>
            <pc:docMk/>
            <pc:sldMk cId="0" sldId="313"/>
            <ac:grpSpMk id="91182" creationId="{B577FB4A-5608-461A-85B0-E684794D379C}"/>
          </ac:grpSpMkLst>
        </pc:grpChg>
        <pc:grpChg chg="add del mod">
          <ac:chgData name="Ravi Sundaram" userId="a7df020c0a403423" providerId="LiveId" clId="{A3205A6B-5B88-44CF-B0E8-9B2C4FA1C9B1}" dt="2020-07-10T04:03:29.492" v="310" actId="165"/>
          <ac:grpSpMkLst>
            <pc:docMk/>
            <pc:sldMk cId="0" sldId="313"/>
            <ac:grpSpMk id="91185" creationId="{DC868EC7-1005-44E2-B383-FDF3716820AF}"/>
          </ac:grpSpMkLst>
        </pc:grpChg>
      </pc:sldChg>
      <pc:sldChg chg="modSp add ord modAnim">
        <pc:chgData name="Ravi Sundaram" userId="a7df020c0a403423" providerId="LiveId" clId="{A3205A6B-5B88-44CF-B0E8-9B2C4FA1C9B1}" dt="2020-07-13T05:59:47.233" v="862"/>
        <pc:sldMkLst>
          <pc:docMk/>
          <pc:sldMk cId="0" sldId="345"/>
        </pc:sldMkLst>
        <pc:spChg chg="mod">
          <ac:chgData name="Ravi Sundaram" userId="a7df020c0a403423" providerId="LiveId" clId="{A3205A6B-5B88-44CF-B0E8-9B2C4FA1C9B1}" dt="2020-07-10T04:32:27.153" v="557" actId="255"/>
          <ac:spMkLst>
            <pc:docMk/>
            <pc:sldMk cId="0" sldId="345"/>
            <ac:spMk id="154627" creationId="{0DDBE1BD-F48C-4371-A503-EF0495395976}"/>
          </ac:spMkLst>
        </pc:spChg>
      </pc:sldChg>
      <pc:sldChg chg="modSp add modAnim">
        <pc:chgData name="Ravi Sundaram" userId="a7df020c0a403423" providerId="LiveId" clId="{A3205A6B-5B88-44CF-B0E8-9B2C4FA1C9B1}" dt="2020-07-12T06:10:56.216" v="848"/>
        <pc:sldMkLst>
          <pc:docMk/>
          <pc:sldMk cId="4014147109" sldId="346"/>
        </pc:sldMkLst>
        <pc:spChg chg="mod">
          <ac:chgData name="Ravi Sundaram" userId="a7df020c0a403423" providerId="LiveId" clId="{A3205A6B-5B88-44CF-B0E8-9B2C4FA1C9B1}" dt="2020-07-10T04:38:58.882" v="834" actId="20577"/>
          <ac:spMkLst>
            <pc:docMk/>
            <pc:sldMk cId="4014147109" sldId="346"/>
            <ac:spMk id="3" creationId="{03364FEF-F44A-4071-922A-E51980E95FCC}"/>
          </ac:spMkLst>
        </pc:spChg>
      </pc:sldChg>
      <pc:sldChg chg="modSp add">
        <pc:chgData name="Ravi Sundaram" userId="a7df020c0a403423" providerId="LiveId" clId="{A3205A6B-5B88-44CF-B0E8-9B2C4FA1C9B1}" dt="2020-07-12T06:06:22.592" v="836" actId="113"/>
        <pc:sldMkLst>
          <pc:docMk/>
          <pc:sldMk cId="2059021238" sldId="347"/>
        </pc:sldMkLst>
        <pc:spChg chg="mod">
          <ac:chgData name="Ravi Sundaram" userId="a7df020c0a403423" providerId="LiveId" clId="{A3205A6B-5B88-44CF-B0E8-9B2C4FA1C9B1}" dt="2020-07-10T03:59:51.390" v="247" actId="20577"/>
          <ac:spMkLst>
            <pc:docMk/>
            <pc:sldMk cId="2059021238" sldId="347"/>
            <ac:spMk id="2" creationId="{5FA1FA58-59B8-4EFD-BF2B-069C457129B2}"/>
          </ac:spMkLst>
        </pc:spChg>
        <pc:spChg chg="mod">
          <ac:chgData name="Ravi Sundaram" userId="a7df020c0a403423" providerId="LiveId" clId="{A3205A6B-5B88-44CF-B0E8-9B2C4FA1C9B1}" dt="2020-07-12T06:06:22.592" v="836" actId="113"/>
          <ac:spMkLst>
            <pc:docMk/>
            <pc:sldMk cId="2059021238" sldId="347"/>
            <ac:spMk id="3" creationId="{03364FEF-F44A-4071-922A-E51980E95FCC}"/>
          </ac:spMkLst>
        </pc:spChg>
      </pc:sldChg>
      <pc:sldChg chg="addSp delSp modSp add del">
        <pc:chgData name="Ravi Sundaram" userId="a7df020c0a403423" providerId="LiveId" clId="{A3205A6B-5B88-44CF-B0E8-9B2C4FA1C9B1}" dt="2020-07-10T04:29:21.297" v="539" actId="2696"/>
        <pc:sldMkLst>
          <pc:docMk/>
          <pc:sldMk cId="615710415" sldId="348"/>
        </pc:sldMkLst>
        <pc:spChg chg="add">
          <ac:chgData name="Ravi Sundaram" userId="a7df020c0a403423" providerId="LiveId" clId="{A3205A6B-5B88-44CF-B0E8-9B2C4FA1C9B1}" dt="2020-07-10T04:26:57.366" v="533"/>
          <ac:spMkLst>
            <pc:docMk/>
            <pc:sldMk cId="615710415" sldId="348"/>
            <ac:spMk id="39" creationId="{1F128065-3ACD-42ED-9129-E5D138A29940}"/>
          </ac:spMkLst>
        </pc:spChg>
        <pc:spChg chg="add">
          <ac:chgData name="Ravi Sundaram" userId="a7df020c0a403423" providerId="LiveId" clId="{A3205A6B-5B88-44CF-B0E8-9B2C4FA1C9B1}" dt="2020-07-10T04:27:21.731" v="534"/>
          <ac:spMkLst>
            <pc:docMk/>
            <pc:sldMk cId="615710415" sldId="348"/>
            <ac:spMk id="40" creationId="{DEB2F705-FD79-4B1F-8431-0C262A42A79A}"/>
          </ac:spMkLst>
        </pc:spChg>
        <pc:spChg chg="add mod">
          <ac:chgData name="Ravi Sundaram" userId="a7df020c0a403423" providerId="LiveId" clId="{A3205A6B-5B88-44CF-B0E8-9B2C4FA1C9B1}" dt="2020-07-10T04:27:37.581" v="536" actId="255"/>
          <ac:spMkLst>
            <pc:docMk/>
            <pc:sldMk cId="615710415" sldId="348"/>
            <ac:spMk id="41" creationId="{D6CE3726-E660-47B1-97B4-4E35DADDEC40}"/>
          </ac:spMkLst>
        </pc:spChg>
        <pc:spChg chg="del">
          <ac:chgData name="Ravi Sundaram" userId="a7df020c0a403423" providerId="LiveId" clId="{A3205A6B-5B88-44CF-B0E8-9B2C4FA1C9B1}" dt="2020-07-10T04:26:56.010" v="532" actId="478"/>
          <ac:spMkLst>
            <pc:docMk/>
            <pc:sldMk cId="615710415" sldId="348"/>
            <ac:spMk id="91171" creationId="{AC77DC59-F127-4267-8613-866348745F38}"/>
          </ac:spMkLst>
        </pc:spChg>
        <pc:spChg chg="del">
          <ac:chgData name="Ravi Sundaram" userId="a7df020c0a403423" providerId="LiveId" clId="{A3205A6B-5B88-44CF-B0E8-9B2C4FA1C9B1}" dt="2020-07-10T04:26:52.192" v="531" actId="478"/>
          <ac:spMkLst>
            <pc:docMk/>
            <pc:sldMk cId="615710415" sldId="348"/>
            <ac:spMk id="91184" creationId="{D0922068-ACF5-4275-826B-AFAA4BE786BF}"/>
          </ac:spMkLst>
        </pc:spChg>
      </pc:sldChg>
      <pc:sldChg chg="modSp add ord modAnim">
        <pc:chgData name="Ravi Sundaram" userId="a7df020c0a403423" providerId="LiveId" clId="{A3205A6B-5B88-44CF-B0E8-9B2C4FA1C9B1}" dt="2020-07-13T05:59:22.389" v="861"/>
        <pc:sldMkLst>
          <pc:docMk/>
          <pc:sldMk cId="1640693443" sldId="349"/>
        </pc:sldMkLst>
        <pc:spChg chg="mod">
          <ac:chgData name="Ravi Sundaram" userId="a7df020c0a403423" providerId="LiveId" clId="{A3205A6B-5B88-44CF-B0E8-9B2C4FA1C9B1}" dt="2020-07-12T06:08:13.622" v="838" actId="255"/>
          <ac:spMkLst>
            <pc:docMk/>
            <pc:sldMk cId="1640693443" sldId="349"/>
            <ac:spMk id="91154" creationId="{8AC52872-8CD1-4DD1-B678-39F79E2EC9BE}"/>
          </ac:spMkLst>
        </pc:spChg>
      </pc:sldChg>
      <pc:sldChg chg="addSp delSp modSp add modAnim">
        <pc:chgData name="Ravi Sundaram" userId="a7df020c0a403423" providerId="LiveId" clId="{A3205A6B-5B88-44CF-B0E8-9B2C4FA1C9B1}" dt="2020-07-12T06:09:06.565" v="839"/>
        <pc:sldMkLst>
          <pc:docMk/>
          <pc:sldMk cId="2315145716" sldId="350"/>
        </pc:sldMkLst>
        <pc:spChg chg="add del mod">
          <ac:chgData name="Ravi Sundaram" userId="a7df020c0a403423" providerId="LiveId" clId="{A3205A6B-5B88-44CF-B0E8-9B2C4FA1C9B1}" dt="2020-07-10T04:30:52.193" v="545" actId="478"/>
          <ac:spMkLst>
            <pc:docMk/>
            <pc:sldMk cId="2315145716" sldId="350"/>
            <ac:spMk id="39" creationId="{1F128065-3ACD-42ED-9129-E5D138A29940}"/>
          </ac:spMkLst>
        </pc:spChg>
        <pc:spChg chg="mod">
          <ac:chgData name="Ravi Sundaram" userId="a7df020c0a403423" providerId="LiveId" clId="{A3205A6B-5B88-44CF-B0E8-9B2C4FA1C9B1}" dt="2020-07-10T04:31:56.572" v="556" actId="20577"/>
          <ac:spMkLst>
            <pc:docMk/>
            <pc:sldMk cId="2315145716" sldId="350"/>
            <ac:spMk id="41" creationId="{D6CE3726-E660-47B1-97B4-4E35DADDEC40}"/>
          </ac:spMkLst>
        </pc:spChg>
        <pc:spChg chg="add mod">
          <ac:chgData name="Ravi Sundaram" userId="a7df020c0a403423" providerId="LiveId" clId="{A3205A6B-5B88-44CF-B0E8-9B2C4FA1C9B1}" dt="2020-07-10T04:31:03.490" v="549" actId="692"/>
          <ac:spMkLst>
            <pc:docMk/>
            <pc:sldMk cId="2315145716" sldId="350"/>
            <ac:spMk id="42" creationId="{903DE41D-D360-484A-8CFF-97CCEB1CBECF}"/>
          </ac:spMkLst>
        </pc:spChg>
      </pc:sldChg>
      <pc:sldChg chg="modSp add ord modAnim">
        <pc:chgData name="Ravi Sundaram" userId="a7df020c0a403423" providerId="LiveId" clId="{A3205A6B-5B88-44CF-B0E8-9B2C4FA1C9B1}" dt="2020-07-13T06:25:55.834" v="864"/>
        <pc:sldMkLst>
          <pc:docMk/>
          <pc:sldMk cId="2856967658" sldId="351"/>
        </pc:sldMkLst>
        <pc:spChg chg="mod">
          <ac:chgData name="Ravi Sundaram" userId="a7df020c0a403423" providerId="LiveId" clId="{A3205A6B-5B88-44CF-B0E8-9B2C4FA1C9B1}" dt="2020-07-10T04:33:50.137" v="576" actId="20577"/>
          <ac:spMkLst>
            <pc:docMk/>
            <pc:sldMk cId="2856967658" sldId="351"/>
            <ac:spMk id="41" creationId="{D6CE3726-E660-47B1-97B4-4E35DADDEC40}"/>
          </ac:spMkLst>
        </pc:spChg>
        <pc:spChg chg="mod">
          <ac:chgData name="Ravi Sundaram" userId="a7df020c0a403423" providerId="LiveId" clId="{A3205A6B-5B88-44CF-B0E8-9B2C4FA1C9B1}" dt="2020-07-10T04:33:21.891" v="561"/>
          <ac:spMkLst>
            <pc:docMk/>
            <pc:sldMk cId="2856967658" sldId="351"/>
            <ac:spMk id="42" creationId="{903DE41D-D360-484A-8CFF-97CCEB1CBECF}"/>
          </ac:spMkLst>
        </pc:spChg>
      </pc:sldChg>
    </pc:docChg>
  </pc:docChgLst>
  <pc:docChgLst>
    <pc:chgData name="Ravi Sundaram" userId="a7df020c0a403423" providerId="LiveId" clId="{080751A1-5FB8-48F9-AC91-3A4745451AF4}"/>
    <pc:docChg chg="custSel addSld delSld modSld">
      <pc:chgData name="Ravi Sundaram" userId="a7df020c0a403423" providerId="LiveId" clId="{080751A1-5FB8-48F9-AC91-3A4745451AF4}" dt="2020-07-10T02:17:48.113" v="1423" actId="20577"/>
      <pc:docMkLst>
        <pc:docMk/>
      </pc:docMkLst>
      <pc:sldChg chg="modSp">
        <pc:chgData name="Ravi Sundaram" userId="a7df020c0a403423" providerId="LiveId" clId="{080751A1-5FB8-48F9-AC91-3A4745451AF4}" dt="2020-07-09T22:33:02.526" v="75" actId="20577"/>
        <pc:sldMkLst>
          <pc:docMk/>
          <pc:sldMk cId="4099122483" sldId="257"/>
        </pc:sldMkLst>
        <pc:spChg chg="mod">
          <ac:chgData name="Ravi Sundaram" userId="a7df020c0a403423" providerId="LiveId" clId="{080751A1-5FB8-48F9-AC91-3A4745451AF4}" dt="2020-07-09T22:33:02.526" v="75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080751A1-5FB8-48F9-AC91-3A4745451AF4}" dt="2020-07-10T00:31:01.275" v="97" actId="20577"/>
        <pc:sldMkLst>
          <pc:docMk/>
          <pc:sldMk cId="3479009568" sldId="258"/>
        </pc:sldMkLst>
        <pc:spChg chg="mod">
          <ac:chgData name="Ravi Sundaram" userId="a7df020c0a403423" providerId="LiveId" clId="{080751A1-5FB8-48F9-AC91-3A4745451AF4}" dt="2020-07-10T00:31:01.275" v="97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">
        <pc:chgData name="Ravi Sundaram" userId="a7df020c0a403423" providerId="LiveId" clId="{080751A1-5FB8-48F9-AC91-3A4745451AF4}" dt="2020-07-10T00:32:24.356" v="111" actId="20577"/>
        <pc:sldMkLst>
          <pc:docMk/>
          <pc:sldMk cId="2070658356" sldId="259"/>
        </pc:sldMkLst>
        <pc:spChg chg="mod">
          <ac:chgData name="Ravi Sundaram" userId="a7df020c0a403423" providerId="LiveId" clId="{080751A1-5FB8-48F9-AC91-3A4745451AF4}" dt="2020-07-10T00:32:24.356" v="111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del">
        <pc:chgData name="Ravi Sundaram" userId="a7df020c0a403423" providerId="LiveId" clId="{080751A1-5FB8-48F9-AC91-3A4745451AF4}" dt="2020-07-10T00:26:22.715" v="81" actId="2696"/>
        <pc:sldMkLst>
          <pc:docMk/>
          <pc:sldMk cId="2522838261" sldId="292"/>
        </pc:sldMkLst>
      </pc:sldChg>
      <pc:sldChg chg="del">
        <pc:chgData name="Ravi Sundaram" userId="a7df020c0a403423" providerId="LiveId" clId="{080751A1-5FB8-48F9-AC91-3A4745451AF4}" dt="2020-07-10T00:26:22.728" v="82" actId="2696"/>
        <pc:sldMkLst>
          <pc:docMk/>
          <pc:sldMk cId="2602221767" sldId="293"/>
        </pc:sldMkLst>
      </pc:sldChg>
      <pc:sldChg chg="del">
        <pc:chgData name="Ravi Sundaram" userId="a7df020c0a403423" providerId="LiveId" clId="{080751A1-5FB8-48F9-AC91-3A4745451AF4}" dt="2020-07-10T00:26:22.668" v="77" actId="2696"/>
        <pc:sldMkLst>
          <pc:docMk/>
          <pc:sldMk cId="4249748749" sldId="294"/>
        </pc:sldMkLst>
      </pc:sldChg>
      <pc:sldChg chg="del">
        <pc:chgData name="Ravi Sundaram" userId="a7df020c0a403423" providerId="LiveId" clId="{080751A1-5FB8-48F9-AC91-3A4745451AF4}" dt="2020-07-10T00:26:22.683" v="78" actId="2696"/>
        <pc:sldMkLst>
          <pc:docMk/>
          <pc:sldMk cId="3777554877" sldId="295"/>
        </pc:sldMkLst>
      </pc:sldChg>
      <pc:sldChg chg="del">
        <pc:chgData name="Ravi Sundaram" userId="a7df020c0a403423" providerId="LiveId" clId="{080751A1-5FB8-48F9-AC91-3A4745451AF4}" dt="2020-07-10T00:26:22.694" v="79" actId="2696"/>
        <pc:sldMkLst>
          <pc:docMk/>
          <pc:sldMk cId="3801658020" sldId="296"/>
        </pc:sldMkLst>
      </pc:sldChg>
      <pc:sldChg chg="del">
        <pc:chgData name="Ravi Sundaram" userId="a7df020c0a403423" providerId="LiveId" clId="{080751A1-5FB8-48F9-AC91-3A4745451AF4}" dt="2020-07-10T00:26:22.705" v="80" actId="2696"/>
        <pc:sldMkLst>
          <pc:docMk/>
          <pc:sldMk cId="2780867210" sldId="297"/>
        </pc:sldMkLst>
      </pc:sldChg>
      <pc:sldChg chg="del">
        <pc:chgData name="Ravi Sundaram" userId="a7df020c0a403423" providerId="LiveId" clId="{080751A1-5FB8-48F9-AC91-3A4745451AF4}" dt="2020-07-10T00:26:22.739" v="83" actId="2696"/>
        <pc:sldMkLst>
          <pc:docMk/>
          <pc:sldMk cId="2876685785" sldId="298"/>
        </pc:sldMkLst>
      </pc:sldChg>
      <pc:sldChg chg="del">
        <pc:chgData name="Ravi Sundaram" userId="a7df020c0a403423" providerId="LiveId" clId="{080751A1-5FB8-48F9-AC91-3A4745451AF4}" dt="2020-07-10T00:26:22.757" v="84" actId="2696"/>
        <pc:sldMkLst>
          <pc:docMk/>
          <pc:sldMk cId="3039323288" sldId="300"/>
        </pc:sldMkLst>
      </pc:sldChg>
      <pc:sldChg chg="del">
        <pc:chgData name="Ravi Sundaram" userId="a7df020c0a403423" providerId="LiveId" clId="{080751A1-5FB8-48F9-AC91-3A4745451AF4}" dt="2020-07-10T00:26:22.770" v="85" actId="2696"/>
        <pc:sldMkLst>
          <pc:docMk/>
          <pc:sldMk cId="2572948063" sldId="301"/>
        </pc:sldMkLst>
      </pc:sldChg>
      <pc:sldChg chg="del">
        <pc:chgData name="Ravi Sundaram" userId="a7df020c0a403423" providerId="LiveId" clId="{080751A1-5FB8-48F9-AC91-3A4745451AF4}" dt="2020-07-10T00:26:22.781" v="86" actId="2696"/>
        <pc:sldMkLst>
          <pc:docMk/>
          <pc:sldMk cId="1309514103" sldId="302"/>
        </pc:sldMkLst>
      </pc:sldChg>
      <pc:sldChg chg="del">
        <pc:chgData name="Ravi Sundaram" userId="a7df020c0a403423" providerId="LiveId" clId="{080751A1-5FB8-48F9-AC91-3A4745451AF4}" dt="2020-07-10T00:26:22.795" v="87" actId="2696"/>
        <pc:sldMkLst>
          <pc:docMk/>
          <pc:sldMk cId="1768516238" sldId="304"/>
        </pc:sldMkLst>
      </pc:sldChg>
      <pc:sldChg chg="modSp add">
        <pc:chgData name="Ravi Sundaram" userId="a7df020c0a403423" providerId="LiveId" clId="{080751A1-5FB8-48F9-AC91-3A4745451AF4}" dt="2020-07-10T01:27:57.173" v="130" actId="20577"/>
        <pc:sldMkLst>
          <pc:docMk/>
          <pc:sldMk cId="3455594306" sldId="305"/>
        </pc:sldMkLst>
        <pc:spChg chg="mod">
          <ac:chgData name="Ravi Sundaram" userId="a7df020c0a403423" providerId="LiveId" clId="{080751A1-5FB8-48F9-AC91-3A4745451AF4}" dt="2020-07-10T01:27:57.173" v="130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33:19.811" v="283" actId="20577"/>
        <pc:sldMkLst>
          <pc:docMk/>
          <pc:sldMk cId="202630305" sldId="306"/>
        </pc:sldMkLst>
        <pc:spChg chg="mod">
          <ac:chgData name="Ravi Sundaram" userId="a7df020c0a403423" providerId="LiveId" clId="{080751A1-5FB8-48F9-AC91-3A4745451AF4}" dt="2020-07-10T01:28:50.439" v="174" actId="20577"/>
          <ac:spMkLst>
            <pc:docMk/>
            <pc:sldMk cId="202630305" sldId="306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33:19.811" v="283" actId="20577"/>
          <ac:spMkLst>
            <pc:docMk/>
            <pc:sldMk cId="202630305" sldId="306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42:41.342" v="651" actId="947"/>
        <pc:sldMkLst>
          <pc:docMk/>
          <pc:sldMk cId="2506444983" sldId="307"/>
        </pc:sldMkLst>
        <pc:spChg chg="mod">
          <ac:chgData name="Ravi Sundaram" userId="a7df020c0a403423" providerId="LiveId" clId="{080751A1-5FB8-48F9-AC91-3A4745451AF4}" dt="2020-07-10T01:34:39.549" v="293" actId="20577"/>
          <ac:spMkLst>
            <pc:docMk/>
            <pc:sldMk cId="2506444983" sldId="307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42:41.342" v="651" actId="947"/>
          <ac:spMkLst>
            <pc:docMk/>
            <pc:sldMk cId="2506444983" sldId="307"/>
            <ac:spMk id="3" creationId="{1C4EFA41-EDF3-4D89-812E-85BCE7B8A73E}"/>
          </ac:spMkLst>
        </pc:spChg>
      </pc:sldChg>
      <pc:sldChg chg="addSp delSp modSp add">
        <pc:chgData name="Ravi Sundaram" userId="a7df020c0a403423" providerId="LiveId" clId="{080751A1-5FB8-48F9-AC91-3A4745451AF4}" dt="2020-07-10T01:57:25.952" v="910" actId="207"/>
        <pc:sldMkLst>
          <pc:docMk/>
          <pc:sldMk cId="2965344762" sldId="308"/>
        </pc:sldMkLst>
        <pc:spChg chg="mod">
          <ac:chgData name="Ravi Sundaram" userId="a7df020c0a403423" providerId="LiveId" clId="{080751A1-5FB8-48F9-AC91-3A4745451AF4}" dt="2020-07-10T01:44:24.868" v="678" actId="20577"/>
          <ac:spMkLst>
            <pc:docMk/>
            <pc:sldMk cId="2965344762" sldId="308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50:32.570" v="824" actId="14100"/>
          <ac:spMkLst>
            <pc:docMk/>
            <pc:sldMk cId="2965344762" sldId="308"/>
            <ac:spMk id="3" creationId="{1C4EFA41-EDF3-4D89-812E-85BCE7B8A73E}"/>
          </ac:spMkLst>
        </pc:spChg>
        <pc:spChg chg="add mod">
          <ac:chgData name="Ravi Sundaram" userId="a7df020c0a403423" providerId="LiveId" clId="{080751A1-5FB8-48F9-AC91-3A4745451AF4}" dt="2020-07-10T01:52:31.317" v="853" actId="1076"/>
          <ac:spMkLst>
            <pc:docMk/>
            <pc:sldMk cId="2965344762" sldId="308"/>
            <ac:spMk id="11" creationId="{C417491F-09B5-49C5-9CD7-6D0A7A92FB16}"/>
          </ac:spMkLst>
        </pc:spChg>
        <pc:spChg chg="add mod">
          <ac:chgData name="Ravi Sundaram" userId="a7df020c0a403423" providerId="LiveId" clId="{080751A1-5FB8-48F9-AC91-3A4745451AF4}" dt="2020-07-10T01:52:41.867" v="860" actId="20577"/>
          <ac:spMkLst>
            <pc:docMk/>
            <pc:sldMk cId="2965344762" sldId="308"/>
            <ac:spMk id="12" creationId="{4114CE50-24C8-4310-9911-3ECE23DD922C}"/>
          </ac:spMkLst>
        </pc:spChg>
        <pc:spChg chg="add mod">
          <ac:chgData name="Ravi Sundaram" userId="a7df020c0a403423" providerId="LiveId" clId="{080751A1-5FB8-48F9-AC91-3A4745451AF4}" dt="2020-07-10T01:54:55.034" v="888" actId="207"/>
          <ac:spMkLst>
            <pc:docMk/>
            <pc:sldMk cId="2965344762" sldId="308"/>
            <ac:spMk id="19" creationId="{8531D519-CD89-4045-98F1-02F7315AC5DD}"/>
          </ac:spMkLst>
        </pc:spChg>
        <pc:spChg chg="add mod">
          <ac:chgData name="Ravi Sundaram" userId="a7df020c0a403423" providerId="LiveId" clId="{080751A1-5FB8-48F9-AC91-3A4745451AF4}" dt="2020-07-10T01:57:25.952" v="910" actId="207"/>
          <ac:spMkLst>
            <pc:docMk/>
            <pc:sldMk cId="2965344762" sldId="308"/>
            <ac:spMk id="33" creationId="{96492979-318C-471B-B380-05549DB7EB3E}"/>
          </ac:spMkLst>
        </pc:spChg>
        <pc:cxnChg chg="add del mod">
          <ac:chgData name="Ravi Sundaram" userId="a7df020c0a403423" providerId="LiveId" clId="{080751A1-5FB8-48F9-AC91-3A4745451AF4}" dt="2020-07-10T01:53:41.819" v="864" actId="478"/>
          <ac:cxnSpMkLst>
            <pc:docMk/>
            <pc:sldMk cId="2965344762" sldId="308"/>
            <ac:cxnSpMk id="5" creationId="{0BFD1F8E-2263-4E5A-A295-9886D4F52E18}"/>
          </ac:cxnSpMkLst>
        </pc:cxnChg>
        <pc:cxnChg chg="add mod">
          <ac:chgData name="Ravi Sundaram" userId="a7df020c0a403423" providerId="LiveId" clId="{080751A1-5FB8-48F9-AC91-3A4745451AF4}" dt="2020-07-10T01:51:23.542" v="829" actId="692"/>
          <ac:cxnSpMkLst>
            <pc:docMk/>
            <pc:sldMk cId="2965344762" sldId="308"/>
            <ac:cxnSpMk id="7" creationId="{12AED8AD-5C1D-4CF7-B491-390E8D07A10B}"/>
          </ac:cxnSpMkLst>
        </pc:cxnChg>
        <pc:cxnChg chg="add del mod">
          <ac:chgData name="Ravi Sundaram" userId="a7df020c0a403423" providerId="LiveId" clId="{080751A1-5FB8-48F9-AC91-3A4745451AF4}" dt="2020-07-10T01:53:29.769" v="862" actId="478"/>
          <ac:cxnSpMkLst>
            <pc:docMk/>
            <pc:sldMk cId="2965344762" sldId="308"/>
            <ac:cxnSpMk id="8" creationId="{5932A7FC-57E3-4307-8AF4-ED89A1CF9B12}"/>
          </ac:cxnSpMkLst>
        </pc:cxnChg>
        <pc:cxnChg chg="add mod">
          <ac:chgData name="Ravi Sundaram" userId="a7df020c0a403423" providerId="LiveId" clId="{080751A1-5FB8-48F9-AC91-3A4745451AF4}" dt="2020-07-10T01:54:11.175" v="870" actId="692"/>
          <ac:cxnSpMkLst>
            <pc:docMk/>
            <pc:sldMk cId="2965344762" sldId="308"/>
            <ac:cxnSpMk id="14" creationId="{3982F9A8-E514-4834-8FDB-28D55DA760DF}"/>
          </ac:cxnSpMkLst>
        </pc:cxnChg>
        <pc:cxnChg chg="add mod">
          <ac:chgData name="Ravi Sundaram" userId="a7df020c0a403423" providerId="LiveId" clId="{080751A1-5FB8-48F9-AC91-3A4745451AF4}" dt="2020-07-10T01:53:57.434" v="867" actId="14100"/>
          <ac:cxnSpMkLst>
            <pc:docMk/>
            <pc:sldMk cId="2965344762" sldId="308"/>
            <ac:cxnSpMk id="15" creationId="{3476262C-D58B-4E6B-982B-4EAC1FE3EB8F}"/>
          </ac:cxnSpMkLst>
        </pc:cxnChg>
        <pc:cxnChg chg="add del">
          <ac:chgData name="Ravi Sundaram" userId="a7df020c0a403423" providerId="LiveId" clId="{080751A1-5FB8-48F9-AC91-3A4745451AF4}" dt="2020-07-10T01:54:23.458" v="872"/>
          <ac:cxnSpMkLst>
            <pc:docMk/>
            <pc:sldMk cId="2965344762" sldId="308"/>
            <ac:cxnSpMk id="18" creationId="{70C28DF8-6103-45D2-9F37-B49A6F23D200}"/>
          </ac:cxnSpMkLst>
        </pc:cxnChg>
        <pc:cxnChg chg="add mod">
          <ac:chgData name="Ravi Sundaram" userId="a7df020c0a403423" providerId="LiveId" clId="{080751A1-5FB8-48F9-AC91-3A4745451AF4}" dt="2020-07-10T01:55:54.161" v="892" actId="692"/>
          <ac:cxnSpMkLst>
            <pc:docMk/>
            <pc:sldMk cId="2965344762" sldId="308"/>
            <ac:cxnSpMk id="21" creationId="{841375BF-A7E1-4A7D-95BB-D4945A3CDA31}"/>
          </ac:cxnSpMkLst>
        </pc:cxnChg>
        <pc:cxnChg chg="add mod">
          <ac:chgData name="Ravi Sundaram" userId="a7df020c0a403423" providerId="LiveId" clId="{080751A1-5FB8-48F9-AC91-3A4745451AF4}" dt="2020-07-10T01:56:24.112" v="896" actId="14100"/>
          <ac:cxnSpMkLst>
            <pc:docMk/>
            <pc:sldMk cId="2965344762" sldId="308"/>
            <ac:cxnSpMk id="22" creationId="{D22E35DE-8273-4AAE-9B80-948145B11870}"/>
          </ac:cxnSpMkLst>
        </pc:cxnChg>
        <pc:cxnChg chg="add mod">
          <ac:chgData name="Ravi Sundaram" userId="a7df020c0a403423" providerId="LiveId" clId="{080751A1-5FB8-48F9-AC91-3A4745451AF4}" dt="2020-07-10T01:56:38.527" v="899" actId="14100"/>
          <ac:cxnSpMkLst>
            <pc:docMk/>
            <pc:sldMk cId="2965344762" sldId="308"/>
            <ac:cxnSpMk id="26" creationId="{D67E2CB7-97AF-4A79-ACAE-1F9D8BF98F40}"/>
          </ac:cxnSpMkLst>
        </pc:cxnChg>
        <pc:cxnChg chg="add mod">
          <ac:chgData name="Ravi Sundaram" userId="a7df020c0a403423" providerId="LiveId" clId="{080751A1-5FB8-48F9-AC91-3A4745451AF4}" dt="2020-07-10T01:57:02.920" v="905" actId="14100"/>
          <ac:cxnSpMkLst>
            <pc:docMk/>
            <pc:sldMk cId="2965344762" sldId="308"/>
            <ac:cxnSpMk id="28" creationId="{570512CB-5015-42E2-8357-05DBB471F8A4}"/>
          </ac:cxnSpMkLst>
        </pc:cxnChg>
      </pc:sldChg>
      <pc:sldChg chg="modSp add">
        <pc:chgData name="Ravi Sundaram" userId="a7df020c0a403423" providerId="LiveId" clId="{080751A1-5FB8-48F9-AC91-3A4745451AF4}" dt="2020-07-10T02:06:53.457" v="1213" actId="20577"/>
        <pc:sldMkLst>
          <pc:docMk/>
          <pc:sldMk cId="380021759" sldId="309"/>
        </pc:sldMkLst>
        <pc:spChg chg="mod">
          <ac:chgData name="Ravi Sundaram" userId="a7df020c0a403423" providerId="LiveId" clId="{080751A1-5FB8-48F9-AC91-3A4745451AF4}" dt="2020-07-10T01:59:51.186" v="973" actId="20577"/>
          <ac:spMkLst>
            <pc:docMk/>
            <pc:sldMk cId="380021759" sldId="309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06:53.457" v="1213" actId="20577"/>
          <ac:spMkLst>
            <pc:docMk/>
            <pc:sldMk cId="380021759" sldId="309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1:04.160" v="1261" actId="20577"/>
        <pc:sldMkLst>
          <pc:docMk/>
          <pc:sldMk cId="2211901668" sldId="310"/>
        </pc:sldMkLst>
        <pc:spChg chg="mod">
          <ac:chgData name="Ravi Sundaram" userId="a7df020c0a403423" providerId="LiveId" clId="{080751A1-5FB8-48F9-AC91-3A4745451AF4}" dt="2020-07-10T02:05:14.123" v="1164" actId="20577"/>
          <ac:spMkLst>
            <pc:docMk/>
            <pc:sldMk cId="2211901668" sldId="310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1:04.160" v="1261" actId="20577"/>
          <ac:spMkLst>
            <pc:docMk/>
            <pc:sldMk cId="2211901668" sldId="310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4:09.254" v="1380" actId="20577"/>
        <pc:sldMkLst>
          <pc:docMk/>
          <pc:sldMk cId="335736984" sldId="311"/>
        </pc:sldMkLst>
        <pc:spChg chg="mod">
          <ac:chgData name="Ravi Sundaram" userId="a7df020c0a403423" providerId="LiveId" clId="{080751A1-5FB8-48F9-AC91-3A4745451AF4}" dt="2020-07-10T02:12:02.354" v="1299" actId="20577"/>
          <ac:spMkLst>
            <pc:docMk/>
            <pc:sldMk cId="335736984" sldId="311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4:09.254" v="1380" actId="20577"/>
          <ac:spMkLst>
            <pc:docMk/>
            <pc:sldMk cId="335736984" sldId="311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7:48.113" v="1423" actId="20577"/>
        <pc:sldMkLst>
          <pc:docMk/>
          <pc:sldMk cId="3625756718" sldId="312"/>
        </pc:sldMkLst>
        <pc:spChg chg="mod">
          <ac:chgData name="Ravi Sundaram" userId="a7df020c0a403423" providerId="LiveId" clId="{080751A1-5FB8-48F9-AC91-3A4745451AF4}" dt="2020-07-10T02:15:18.774" v="1390" actId="20577"/>
          <ac:spMkLst>
            <pc:docMk/>
            <pc:sldMk cId="3625756718" sldId="312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7:48.113" v="1423" actId="20577"/>
          <ac:spMkLst>
            <pc:docMk/>
            <pc:sldMk cId="3625756718" sldId="312"/>
            <ac:spMk id="3" creationId="{1C4EFA41-EDF3-4D89-812E-85BCE7B8A7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>
            <a:extLst>
              <a:ext uri="{FF2B5EF4-FFF2-40B4-BE49-F238E27FC236}">
                <a16:creationId xmlns:a16="http://schemas.microsoft.com/office/drawing/2014/main" id="{8222FE0F-CD11-41D0-8A9C-A5B67D092C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6995" name="Rectangle 3">
            <a:extLst>
              <a:ext uri="{FF2B5EF4-FFF2-40B4-BE49-F238E27FC236}">
                <a16:creationId xmlns:a16="http://schemas.microsoft.com/office/drawing/2014/main" id="{82638262-F9A2-4C6C-BDA3-7B4BA94B4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">
            <a:extLst>
              <a:ext uri="{FF2B5EF4-FFF2-40B4-BE49-F238E27FC236}">
                <a16:creationId xmlns:a16="http://schemas.microsoft.com/office/drawing/2014/main" id="{C39903B2-4E57-46E8-B41B-B7C9B9C3F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2899" name="Rectangle 3">
            <a:extLst>
              <a:ext uri="{FF2B5EF4-FFF2-40B4-BE49-F238E27FC236}">
                <a16:creationId xmlns:a16="http://schemas.microsoft.com/office/drawing/2014/main" id="{D51F232B-9CE0-4453-88A7-A5EB3A2B7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8" tIns="45715" rIns="91428" bIns="45715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DA95BF17-4730-47AE-A555-115EAA2D2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705A45FC-57D9-471C-9880-CC975EAA3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8" tIns="45715" rIns="91428" bIns="45715"/>
          <a:lstStyle/>
          <a:p>
            <a:r>
              <a:rPr lang="en-US" altLang="en-US"/>
              <a:t>S is only needed for the proof of correctness, not the algorithm itself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>
            <a:extLst>
              <a:ext uri="{FF2B5EF4-FFF2-40B4-BE49-F238E27FC236}">
                <a16:creationId xmlns:a16="http://schemas.microsoft.com/office/drawing/2014/main" id="{593EF615-48A9-43EA-AAED-C1E5BC1436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9043" name="Rectangle 3">
            <a:extLst>
              <a:ext uri="{FF2B5EF4-FFF2-40B4-BE49-F238E27FC236}">
                <a16:creationId xmlns:a16="http://schemas.microsoft.com/office/drawing/2014/main" id="{E69EF23A-1ACA-4398-A2CE-7EE4D2ED9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Consider any path P from s to v. It is already at least as long as </a:t>
            </a:r>
            <a:r>
              <a:rPr lang="en-US" altLang="en-US">
                <a:sym typeface="Symbol" panose="05050102010706020507" pitchFamily="18" charset="2"/>
              </a:rPr>
              <a:t>(v) </a:t>
            </a:r>
            <a:r>
              <a:rPr lang="en-US" altLang="en-US"/>
              <a:t>by the time it leaves 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>
            <a:extLst>
              <a:ext uri="{FF2B5EF4-FFF2-40B4-BE49-F238E27FC236}">
                <a16:creationId xmlns:a16="http://schemas.microsoft.com/office/drawing/2014/main" id="{F1077BB7-5ACF-4F32-B118-452B167EF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1091" name="Rectangle 3">
            <a:extLst>
              <a:ext uri="{FF2B5EF4-FFF2-40B4-BE49-F238E27FC236}">
                <a16:creationId xmlns:a16="http://schemas.microsoft.com/office/drawing/2014/main" id="{53792F43-D1E2-4C71-9390-26F5A7559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8" tIns="45715" rIns="91428" bIns="45715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210" name="Picture 2">
            <a:extLst>
              <a:ext uri="{FF2B5EF4-FFF2-40B4-BE49-F238E27FC236}">
                <a16:creationId xmlns:a16="http://schemas.microsoft.com/office/drawing/2014/main" id="{13CD8F47-8377-43C4-BBCB-70D00B056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981200"/>
            <a:ext cx="3119967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8211" name="Line 3">
            <a:extLst>
              <a:ext uri="{FF2B5EF4-FFF2-40B4-BE49-F238E27FC236}">
                <a16:creationId xmlns:a16="http://schemas.microsoft.com/office/drawing/2014/main" id="{A9FFB8F3-4864-41C9-91AC-3CE0E6492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" y="1708150"/>
            <a:ext cx="12196233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78212" name="Rectangle 4">
            <a:extLst>
              <a:ext uri="{FF2B5EF4-FFF2-40B4-BE49-F238E27FC236}">
                <a16:creationId xmlns:a16="http://schemas.microsoft.com/office/drawing/2014/main" id="{D3535E68-7FB3-4EE0-89B3-79EC95CCFCB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12192000" cy="1524000"/>
          </a:xfrm>
        </p:spPr>
        <p:txBody>
          <a:bodyPr anchor="b"/>
          <a:lstStyle>
            <a:lvl1pPr>
              <a:lnSpc>
                <a:spcPct val="80000"/>
              </a:lnSpc>
              <a:defRPr sz="4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78213" name="Text Box 5">
            <a:extLst>
              <a:ext uri="{FF2B5EF4-FFF2-40B4-BE49-F238E27FC236}">
                <a16:creationId xmlns:a16="http://schemas.microsoft.com/office/drawing/2014/main" id="{E290A537-22CF-4B3F-8483-3B94F4275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6"/>
            <a:ext cx="12192000" cy="24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/>
              <a:t>Princeton University     •     COS 226     •     Algorithms and Data Structures     •     Spring 2003     •    http://www.Princeton.EDU/~cs226</a:t>
            </a:r>
          </a:p>
        </p:txBody>
      </p:sp>
    </p:spTree>
    <p:extLst>
      <p:ext uri="{BB962C8B-B14F-4D97-AF65-F5344CB8AC3E}">
        <p14:creationId xmlns:p14="http://schemas.microsoft.com/office/powerpoint/2010/main" val="1656406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15A0-7DD6-45C2-A7A9-DA23DA6C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ADD0-2121-4B78-A257-C8C64669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24DAB-77D7-4B37-A1B8-1AE9EE9C3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80F51B-AF82-4A3B-8939-370FBFBD9437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659217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1248-DDC0-4B23-B76C-74CBFBB6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5C5D4-DB94-42D7-94BB-BB67B7CF0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82FD2-9DC3-4095-A368-EAE8B11F2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D18F7D-4E54-414F-BF98-13D730F62FA3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508808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8EA5-BD64-41B4-A03E-1266B7EB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D093-A5BC-4031-9707-9D46B2D15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30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F94F5-DA1C-4B29-9691-43294C22F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130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606DB-BFE8-4666-A7A7-B190F7ED1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D5268D-58F6-4460-8A21-114207C57ACC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982705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6127-2471-4F3F-A968-E80E7C9D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05BC6-1C03-4C93-8A2D-8543AA51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ABC0B-4D1F-4C20-A7D5-2EF517AB7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3CD055-7F37-41E6-9071-F91A96908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1FFF0-5CA9-45D9-94B9-E9258AB90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D2752-B694-45F0-8D2A-E30FF2F6C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22648F-5788-4112-98D7-9F1F474B4DEF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798318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1DFC-E380-4B32-81D1-4C979B3D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5BC633-1263-4BE1-A42E-31CF7CEA7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D1F2BA5-A91F-4D32-A69F-EDD05738C833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187285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24B4C-846B-4588-B516-A9D2BC17E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8C2F3B-A07D-4103-A3B2-746AD83BB4E9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0357954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3E34-E5A3-42E4-81CF-B7D329EA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77C6-605C-4F16-8282-938F9B16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8419F-E50D-46FC-ABCA-E403F36DF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95A67-C0C9-4011-8DC4-5AA5440F6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D8F44C-C983-4CCB-8031-54FEEABA4F60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5693527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D4B6-1BEF-4DC8-8FD1-1E2486FD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6E4A2-3CC3-457A-8D4E-ECE727A31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4452C-EBE0-4F06-8314-B77CD3AF9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F179-6D0E-4345-88CB-F051C113F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9FDBA2-2EB5-4E48-8548-6D5BADB337F5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009122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E71D-833B-4704-8ECA-8B14BA3C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9F264-F9BD-438F-A3B3-2A137953E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EF197-3E6F-4E68-AE8E-04BDE1C4D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8F7672-84A4-4EDA-BEE5-B1D94B0B241E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9349878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B7479-5759-4DD1-98A7-C58A82CC4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52400"/>
            <a:ext cx="3048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1E338-BA80-41F6-957A-435705D26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8940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34DED-168B-4741-90E5-CDA7A546D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CFB8FF0-8D64-4AFC-BDB7-3BF56689C9EF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27120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1C3C6908-B3EF-4C27-B915-CC429EFEC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14A12A2B-5F76-4AA6-8FB1-559A3DEF8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77188" name="Rectangle 4">
            <a:extLst>
              <a:ext uri="{FF2B5EF4-FFF2-40B4-BE49-F238E27FC236}">
                <a16:creationId xmlns:a16="http://schemas.microsoft.com/office/drawing/2014/main" id="{FB46B2CD-1670-4A47-AB97-C09D282AEF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6294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B25D6097-D4FF-498D-90F1-DFA32E703432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0378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fol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Monotype Sorts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SzPct val="35000"/>
        <a:buFont typeface="Monotype Sorts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80000"/>
        <a:buChar char="–"/>
        <a:defRPr kumimoji="1" kern="1200">
          <a:solidFill>
            <a:srgbClr val="004000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folHlink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6. GREEDY ALGORITHMS - I</a:t>
            </a:r>
            <a:br>
              <a:rPr lang="en-US" sz="4000" dirty="0"/>
            </a:br>
            <a:br>
              <a:rPr lang="en-US" sz="4000" dirty="0"/>
            </a:br>
            <a:r>
              <a:rPr lang="en-US" sz="4000"/>
              <a:t>Lesson 3: Shortest Paths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Shortest Paths problem</a:t>
            </a:r>
          </a:p>
          <a:p>
            <a:r>
              <a:rPr lang="en-US" dirty="0"/>
              <a:t>Dijkstra’s algorithm</a:t>
            </a:r>
          </a:p>
          <a:p>
            <a:r>
              <a:rPr lang="en-US" dirty="0"/>
              <a:t>Proof of Correctness</a:t>
            </a:r>
          </a:p>
          <a:p>
            <a:r>
              <a:rPr lang="en-US" dirty="0"/>
              <a:t>Implementation 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6795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>
            <a:extLst>
              <a:ext uri="{FF2B5EF4-FFF2-40B4-BE49-F238E27FC236}">
                <a16:creationId xmlns:a16="http://schemas.microsoft.com/office/drawing/2014/main" id="{B9C4E438-5A48-4ABA-A096-E57CBA85B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-108915"/>
            <a:ext cx="10515600" cy="1325563"/>
          </a:xfrm>
        </p:spPr>
        <p:txBody>
          <a:bodyPr/>
          <a:lstStyle/>
          <a:p>
            <a:r>
              <a:rPr lang="en-US" altLang="en-US" dirty="0"/>
              <a:t>Shortest Path Problem</a:t>
            </a:r>
          </a:p>
        </p:txBody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16320D4F-8EA1-4471-AE8D-0B1955F1F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349" y="1046162"/>
            <a:ext cx="10515600" cy="4584702"/>
          </a:xfrm>
        </p:spPr>
        <p:txBody>
          <a:bodyPr/>
          <a:lstStyle/>
          <a:p>
            <a:r>
              <a:rPr lang="en-US" altLang="en-US" dirty="0"/>
              <a:t>Shortest path network.</a:t>
            </a:r>
          </a:p>
          <a:p>
            <a:pPr lvl="1"/>
            <a:r>
              <a:rPr lang="en-US" altLang="en-US" dirty="0"/>
              <a:t>Directed graph G = (V, E).</a:t>
            </a:r>
          </a:p>
          <a:p>
            <a:pPr lvl="1"/>
            <a:r>
              <a:rPr lang="en-US" altLang="en-US" dirty="0"/>
              <a:t>Source s, destination t.</a:t>
            </a:r>
          </a:p>
          <a:p>
            <a:pPr lvl="1"/>
            <a:r>
              <a:rPr lang="en-US" altLang="en-US" dirty="0"/>
              <a:t>Length </a:t>
            </a:r>
            <a:r>
              <a:rPr lang="en-US" altLang="en-US" dirty="0">
                <a:sym typeface="MT Extra" panose="05050102010205020202" pitchFamily="18" charset="2"/>
              </a:rPr>
              <a:t>l</a:t>
            </a:r>
            <a:r>
              <a:rPr lang="en-US" altLang="en-US" baseline="-25000" dirty="0">
                <a:sym typeface="MT Extra" panose="05050102010205020202" pitchFamily="18" charset="2"/>
              </a:rPr>
              <a:t>e</a:t>
            </a:r>
            <a:r>
              <a:rPr lang="en-US" altLang="en-US" dirty="0">
                <a:sym typeface="MT Extra" panose="05050102010205020202" pitchFamily="18" charset="2"/>
              </a:rPr>
              <a:t> </a:t>
            </a:r>
            <a:r>
              <a:rPr lang="en-US" altLang="en-US" dirty="0"/>
              <a:t>= length of edge e.</a:t>
            </a:r>
          </a:p>
          <a:p>
            <a:r>
              <a:rPr lang="en-US" altLang="en-US" dirty="0"/>
              <a:t>Shortest path problem:  </a:t>
            </a:r>
            <a:r>
              <a:rPr lang="en-US" altLang="en-US" dirty="0">
                <a:solidFill>
                  <a:schemeClr val="tx1"/>
                </a:solidFill>
              </a:rPr>
              <a:t>find shortest directed path from s to t.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95972" name="Rectangle 4">
            <a:extLst>
              <a:ext uri="{FF2B5EF4-FFF2-40B4-BE49-F238E27FC236}">
                <a16:creationId xmlns:a16="http://schemas.microsoft.com/office/drawing/2014/main" id="{AF3A504A-D4DE-4C74-8240-906F89CC0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957" y="4530106"/>
            <a:ext cx="2774949" cy="9108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r>
              <a:rPr lang="en-US" altLang="en-US" sz="2400" dirty="0"/>
              <a:t>Cost of path s-2-3-5-t</a:t>
            </a:r>
            <a:br>
              <a:rPr lang="en-US" altLang="en-US" sz="2400" dirty="0"/>
            </a:br>
            <a:r>
              <a:rPr lang="en-US" altLang="en-US" sz="2400" dirty="0"/>
              <a:t>     =  9 + 23 + 2 + 16</a:t>
            </a:r>
            <a:br>
              <a:rPr lang="en-US" altLang="en-US" sz="2400" dirty="0"/>
            </a:br>
            <a:r>
              <a:rPr lang="en-US" altLang="en-US" sz="2400" dirty="0"/>
              <a:t>     = 50.</a:t>
            </a:r>
          </a:p>
        </p:txBody>
      </p:sp>
      <p:sp>
        <p:nvSpPr>
          <p:cNvPr id="596011" name="Line 43">
            <a:extLst>
              <a:ext uri="{FF2B5EF4-FFF2-40B4-BE49-F238E27FC236}">
                <a16:creationId xmlns:a16="http://schemas.microsoft.com/office/drawing/2014/main" id="{7C8AF542-63F6-4917-9595-02D2099E78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72954" y="3177469"/>
            <a:ext cx="76200" cy="25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6012" name="Text Box 44">
            <a:extLst>
              <a:ext uri="{FF2B5EF4-FFF2-40B4-BE49-F238E27FC236}">
                <a16:creationId xmlns:a16="http://schemas.microsoft.com/office/drawing/2014/main" id="{2D208651-93B8-4A7E-B364-0358FF0AD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312" y="3548944"/>
            <a:ext cx="4311245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2000" dirty="0">
                <a:solidFill>
                  <a:schemeClr val="hlink"/>
                </a:solidFill>
              </a:rPr>
              <a:t>cost of path = sum of edge costs in path</a:t>
            </a:r>
          </a:p>
        </p:txBody>
      </p:sp>
      <p:sp>
        <p:nvSpPr>
          <p:cNvPr id="596097" name="Oval 129">
            <a:extLst>
              <a:ext uri="{FF2B5EF4-FFF2-40B4-BE49-F238E27FC236}">
                <a16:creationId xmlns:a16="http://schemas.microsoft.com/office/drawing/2014/main" id="{9FF9EF93-9DCB-4B38-AB4D-9ACF7D95E8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395" y="4485656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 dirty="0">
                <a:latin typeface="Courier New" panose="02070309020205020404" pitchFamily="49" charset="0"/>
              </a:rPr>
              <a:t>s</a:t>
            </a:r>
          </a:p>
        </p:txBody>
      </p:sp>
      <p:sp>
        <p:nvSpPr>
          <p:cNvPr id="596098" name="Oval 130">
            <a:extLst>
              <a:ext uri="{FF2B5EF4-FFF2-40B4-BE49-F238E27FC236}">
                <a16:creationId xmlns:a16="http://schemas.microsoft.com/office/drawing/2014/main" id="{7F6A9EA3-C58E-4814-81F2-77FFACF370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33432" y="4155456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596099" name="Oval 131">
            <a:extLst>
              <a:ext uri="{FF2B5EF4-FFF2-40B4-BE49-F238E27FC236}">
                <a16:creationId xmlns:a16="http://schemas.microsoft.com/office/drawing/2014/main" id="{246295DE-40B5-43D7-B5EE-18C085B75F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1395" y="6134678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t</a:t>
            </a:r>
          </a:p>
        </p:txBody>
      </p:sp>
      <p:sp>
        <p:nvSpPr>
          <p:cNvPr id="596100" name="Oval 132">
            <a:extLst>
              <a:ext uri="{FF2B5EF4-FFF2-40B4-BE49-F238E27FC236}">
                <a16:creationId xmlns:a16="http://schemas.microsoft.com/office/drawing/2014/main" id="{4F9519D5-E54A-4510-9DDF-4CA03945D4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94845" y="4155456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96101" name="Oval 133">
            <a:extLst>
              <a:ext uri="{FF2B5EF4-FFF2-40B4-BE49-F238E27FC236}">
                <a16:creationId xmlns:a16="http://schemas.microsoft.com/office/drawing/2014/main" id="{61599F89-357F-42D7-812F-A165D5C6C9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4595" y="4938094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596102" name="Oval 134">
            <a:extLst>
              <a:ext uri="{FF2B5EF4-FFF2-40B4-BE49-F238E27FC236}">
                <a16:creationId xmlns:a16="http://schemas.microsoft.com/office/drawing/2014/main" id="{D6230308-F8EA-49B6-83E6-E45157B7C4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6120" y="6236669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596103" name="Oval 135">
            <a:extLst>
              <a:ext uri="{FF2B5EF4-FFF2-40B4-BE49-F238E27FC236}">
                <a16:creationId xmlns:a16="http://schemas.microsoft.com/office/drawing/2014/main" id="{04E34B54-4CCB-46A1-8062-2C7E2DDC23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3195" y="5144077"/>
            <a:ext cx="269875" cy="27305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596104" name="Oval 136">
            <a:extLst>
              <a:ext uri="{FF2B5EF4-FFF2-40B4-BE49-F238E27FC236}">
                <a16:creationId xmlns:a16="http://schemas.microsoft.com/office/drawing/2014/main" id="{A9844129-2A26-44F0-A842-25173F68F1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4395" y="5372678"/>
            <a:ext cx="269875" cy="26987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latin typeface="Courier New" panose="02070309020205020404" pitchFamily="49" charset="0"/>
              </a:rPr>
              <a:t>5</a:t>
            </a:r>
          </a:p>
        </p:txBody>
      </p:sp>
      <p:cxnSp>
        <p:nvCxnSpPr>
          <p:cNvPr id="596105" name="AutoShape 137">
            <a:extLst>
              <a:ext uri="{FF2B5EF4-FFF2-40B4-BE49-F238E27FC236}">
                <a16:creationId xmlns:a16="http://schemas.microsoft.com/office/drawing/2014/main" id="{F1732CB0-F59C-4B36-8655-01B86DE2208C}"/>
              </a:ext>
            </a:extLst>
          </p:cNvPr>
          <p:cNvCxnSpPr>
            <a:cxnSpLocks noChangeShapeType="1"/>
            <a:stCxn id="596097" idx="7"/>
            <a:endCxn id="596100" idx="2"/>
          </p:cNvCxnSpPr>
          <p:nvPr/>
        </p:nvCxnSpPr>
        <p:spPr bwMode="auto">
          <a:xfrm flipV="1">
            <a:off x="637748" y="4290394"/>
            <a:ext cx="957097" cy="234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06" name="AutoShape 138">
            <a:extLst>
              <a:ext uri="{FF2B5EF4-FFF2-40B4-BE49-F238E27FC236}">
                <a16:creationId xmlns:a16="http://schemas.microsoft.com/office/drawing/2014/main" id="{109F8FBE-4E78-48B9-B0F3-A3C240EA6392}"/>
              </a:ext>
            </a:extLst>
          </p:cNvPr>
          <p:cNvCxnSpPr>
            <a:cxnSpLocks noChangeShapeType="1"/>
            <a:stCxn id="596097" idx="6"/>
            <a:endCxn id="596101" idx="1"/>
          </p:cNvCxnSpPr>
          <p:nvPr/>
        </p:nvCxnSpPr>
        <p:spPr bwMode="auto">
          <a:xfrm>
            <a:off x="677270" y="4620594"/>
            <a:ext cx="1496847" cy="3570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07" name="AutoShape 139">
            <a:extLst>
              <a:ext uri="{FF2B5EF4-FFF2-40B4-BE49-F238E27FC236}">
                <a16:creationId xmlns:a16="http://schemas.microsoft.com/office/drawing/2014/main" id="{EA33012D-61B4-4CAF-B2EC-CE3FBC7DEE55}"/>
              </a:ext>
            </a:extLst>
          </p:cNvPr>
          <p:cNvCxnSpPr>
            <a:cxnSpLocks noChangeShapeType="1"/>
            <a:stCxn id="596097" idx="4"/>
            <a:endCxn id="596102" idx="0"/>
          </p:cNvCxnSpPr>
          <p:nvPr/>
        </p:nvCxnSpPr>
        <p:spPr bwMode="auto">
          <a:xfrm>
            <a:off x="542333" y="4755531"/>
            <a:ext cx="1228725" cy="1481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08" name="AutoShape 140">
            <a:extLst>
              <a:ext uri="{FF2B5EF4-FFF2-40B4-BE49-F238E27FC236}">
                <a16:creationId xmlns:a16="http://schemas.microsoft.com/office/drawing/2014/main" id="{46AA8C4E-5D20-4E19-BDF7-8385582F374E}"/>
              </a:ext>
            </a:extLst>
          </p:cNvPr>
          <p:cNvCxnSpPr>
            <a:cxnSpLocks noChangeShapeType="1"/>
            <a:stCxn id="596101" idx="7"/>
            <a:endCxn id="596098" idx="2"/>
          </p:cNvCxnSpPr>
          <p:nvPr/>
        </p:nvCxnSpPr>
        <p:spPr bwMode="auto">
          <a:xfrm flipV="1">
            <a:off x="2364948" y="4290394"/>
            <a:ext cx="3168484" cy="6872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09" name="AutoShape 141">
            <a:extLst>
              <a:ext uri="{FF2B5EF4-FFF2-40B4-BE49-F238E27FC236}">
                <a16:creationId xmlns:a16="http://schemas.microsoft.com/office/drawing/2014/main" id="{90504EA2-F6B8-46CF-8211-A91E3966F221}"/>
              </a:ext>
            </a:extLst>
          </p:cNvPr>
          <p:cNvCxnSpPr>
            <a:cxnSpLocks noChangeShapeType="1"/>
            <a:stCxn id="596103" idx="7"/>
            <a:endCxn id="596098" idx="4"/>
          </p:cNvCxnSpPr>
          <p:nvPr/>
        </p:nvCxnSpPr>
        <p:spPr bwMode="auto">
          <a:xfrm flipV="1">
            <a:off x="5133548" y="4425331"/>
            <a:ext cx="534822" cy="7587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0" name="AutoShape 142">
            <a:extLst>
              <a:ext uri="{FF2B5EF4-FFF2-40B4-BE49-F238E27FC236}">
                <a16:creationId xmlns:a16="http://schemas.microsoft.com/office/drawing/2014/main" id="{FA83220B-8D6F-4D1F-9C45-B55E7C4510D0}"/>
              </a:ext>
            </a:extLst>
          </p:cNvPr>
          <p:cNvCxnSpPr>
            <a:cxnSpLocks noChangeShapeType="1"/>
            <a:stCxn id="596101" idx="5"/>
            <a:endCxn id="596104" idx="1"/>
          </p:cNvCxnSpPr>
          <p:nvPr/>
        </p:nvCxnSpPr>
        <p:spPr bwMode="auto">
          <a:xfrm>
            <a:off x="2364948" y="5168447"/>
            <a:ext cx="748969" cy="24375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1" name="AutoShape 143">
            <a:extLst>
              <a:ext uri="{FF2B5EF4-FFF2-40B4-BE49-F238E27FC236}">
                <a16:creationId xmlns:a16="http://schemas.microsoft.com/office/drawing/2014/main" id="{3B997608-E787-434F-A6BA-9C409CFDF956}"/>
              </a:ext>
            </a:extLst>
          </p:cNvPr>
          <p:cNvCxnSpPr>
            <a:cxnSpLocks noChangeShapeType="1"/>
            <a:stCxn id="596104" idx="5"/>
            <a:endCxn id="596099" idx="2"/>
          </p:cNvCxnSpPr>
          <p:nvPr/>
        </p:nvCxnSpPr>
        <p:spPr bwMode="auto">
          <a:xfrm>
            <a:off x="3304582" y="5602865"/>
            <a:ext cx="2436813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2" name="AutoShape 144">
            <a:extLst>
              <a:ext uri="{FF2B5EF4-FFF2-40B4-BE49-F238E27FC236}">
                <a16:creationId xmlns:a16="http://schemas.microsoft.com/office/drawing/2014/main" id="{483E1DA5-83E3-41E8-BBDF-3BD39C8A6A8E}"/>
              </a:ext>
            </a:extLst>
          </p:cNvPr>
          <p:cNvCxnSpPr>
            <a:cxnSpLocks noChangeShapeType="1"/>
            <a:stCxn id="596104" idx="6"/>
            <a:endCxn id="596103" idx="2"/>
          </p:cNvCxnSpPr>
          <p:nvPr/>
        </p:nvCxnSpPr>
        <p:spPr bwMode="auto">
          <a:xfrm flipV="1">
            <a:off x="3344270" y="5280603"/>
            <a:ext cx="1558925" cy="2270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3" name="AutoShape 145">
            <a:extLst>
              <a:ext uri="{FF2B5EF4-FFF2-40B4-BE49-F238E27FC236}">
                <a16:creationId xmlns:a16="http://schemas.microsoft.com/office/drawing/2014/main" id="{CF0A9F79-3C50-4D39-BDCB-E03B874DD3E1}"/>
              </a:ext>
            </a:extLst>
          </p:cNvPr>
          <p:cNvCxnSpPr>
            <a:cxnSpLocks noChangeShapeType="1"/>
            <a:stCxn id="596103" idx="4"/>
            <a:endCxn id="596099" idx="1"/>
          </p:cNvCxnSpPr>
          <p:nvPr/>
        </p:nvCxnSpPr>
        <p:spPr bwMode="auto">
          <a:xfrm>
            <a:off x="5038131" y="5417127"/>
            <a:ext cx="742950" cy="757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4" name="AutoShape 146">
            <a:extLst>
              <a:ext uri="{FF2B5EF4-FFF2-40B4-BE49-F238E27FC236}">
                <a16:creationId xmlns:a16="http://schemas.microsoft.com/office/drawing/2014/main" id="{3619AA88-3A2B-4180-89D0-AA69EB2A7F11}"/>
              </a:ext>
            </a:extLst>
          </p:cNvPr>
          <p:cNvCxnSpPr>
            <a:cxnSpLocks noChangeShapeType="1"/>
            <a:stCxn id="596098" idx="3"/>
            <a:endCxn id="596104" idx="7"/>
          </p:cNvCxnSpPr>
          <p:nvPr/>
        </p:nvCxnSpPr>
        <p:spPr bwMode="auto">
          <a:xfrm flipH="1">
            <a:off x="3304748" y="4385809"/>
            <a:ext cx="2268206" cy="10263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5" name="AutoShape 147">
            <a:extLst>
              <a:ext uri="{FF2B5EF4-FFF2-40B4-BE49-F238E27FC236}">
                <a16:creationId xmlns:a16="http://schemas.microsoft.com/office/drawing/2014/main" id="{9DA364C3-0686-4AB0-801A-35AE699CAD9F}"/>
              </a:ext>
            </a:extLst>
          </p:cNvPr>
          <p:cNvCxnSpPr>
            <a:cxnSpLocks noChangeShapeType="1"/>
            <a:stCxn id="596101" idx="4"/>
            <a:endCxn id="596102" idx="7"/>
          </p:cNvCxnSpPr>
          <p:nvPr/>
        </p:nvCxnSpPr>
        <p:spPr bwMode="auto">
          <a:xfrm flipH="1">
            <a:off x="1866473" y="5207969"/>
            <a:ext cx="403060" cy="10682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6" name="AutoShape 148">
            <a:extLst>
              <a:ext uri="{FF2B5EF4-FFF2-40B4-BE49-F238E27FC236}">
                <a16:creationId xmlns:a16="http://schemas.microsoft.com/office/drawing/2014/main" id="{0BCC8DD9-0A90-4BDC-8D07-7F80E6BCC900}"/>
              </a:ext>
            </a:extLst>
          </p:cNvPr>
          <p:cNvCxnSpPr>
            <a:cxnSpLocks noChangeShapeType="1"/>
            <a:stCxn id="596102" idx="6"/>
            <a:endCxn id="596104" idx="2"/>
          </p:cNvCxnSpPr>
          <p:nvPr/>
        </p:nvCxnSpPr>
        <p:spPr bwMode="auto">
          <a:xfrm flipV="1">
            <a:off x="1905995" y="5507616"/>
            <a:ext cx="1168400" cy="8639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7" name="AutoShape 149">
            <a:extLst>
              <a:ext uri="{FF2B5EF4-FFF2-40B4-BE49-F238E27FC236}">
                <a16:creationId xmlns:a16="http://schemas.microsoft.com/office/drawing/2014/main" id="{5F829DA2-5977-4E80-BC35-1C2C8B3AF61C}"/>
              </a:ext>
            </a:extLst>
          </p:cNvPr>
          <p:cNvCxnSpPr>
            <a:cxnSpLocks noChangeShapeType="1"/>
            <a:stCxn id="596100" idx="6"/>
            <a:endCxn id="596098" idx="1"/>
          </p:cNvCxnSpPr>
          <p:nvPr/>
        </p:nvCxnSpPr>
        <p:spPr bwMode="auto">
          <a:xfrm flipV="1">
            <a:off x="1864720" y="4194978"/>
            <a:ext cx="3708234" cy="9541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8" name="AutoShape 150">
            <a:extLst>
              <a:ext uri="{FF2B5EF4-FFF2-40B4-BE49-F238E27FC236}">
                <a16:creationId xmlns:a16="http://schemas.microsoft.com/office/drawing/2014/main" id="{4C5390E3-6372-4B4E-A74C-DCFD36D137DF}"/>
              </a:ext>
            </a:extLst>
          </p:cNvPr>
          <p:cNvCxnSpPr>
            <a:cxnSpLocks noChangeShapeType="1"/>
            <a:stCxn id="596102" idx="6"/>
            <a:endCxn id="596099" idx="3"/>
          </p:cNvCxnSpPr>
          <p:nvPr/>
        </p:nvCxnSpPr>
        <p:spPr bwMode="auto">
          <a:xfrm flipV="1">
            <a:off x="1905995" y="6365031"/>
            <a:ext cx="3874922" cy="65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19" name="AutoShape 151">
            <a:extLst>
              <a:ext uri="{FF2B5EF4-FFF2-40B4-BE49-F238E27FC236}">
                <a16:creationId xmlns:a16="http://schemas.microsoft.com/office/drawing/2014/main" id="{3082BC8D-1A7E-45DA-B575-EAE8BD1305B6}"/>
              </a:ext>
            </a:extLst>
          </p:cNvPr>
          <p:cNvCxnSpPr>
            <a:cxnSpLocks noChangeShapeType="1"/>
            <a:stCxn id="596098" idx="5"/>
            <a:endCxn id="596099" idx="0"/>
          </p:cNvCxnSpPr>
          <p:nvPr/>
        </p:nvCxnSpPr>
        <p:spPr bwMode="auto">
          <a:xfrm>
            <a:off x="5763785" y="4385809"/>
            <a:ext cx="112548" cy="17488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6120" name="Text Box 152">
            <a:extLst>
              <a:ext uri="{FF2B5EF4-FFF2-40B4-BE49-F238E27FC236}">
                <a16:creationId xmlns:a16="http://schemas.microsoft.com/office/drawing/2014/main" id="{66FF34A3-FF3C-44CB-98A9-211EA3607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9682" y="4112203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596121" name="Text Box 153">
            <a:extLst>
              <a:ext uri="{FF2B5EF4-FFF2-40B4-BE49-F238E27FC236}">
                <a16:creationId xmlns:a16="http://schemas.microsoft.com/office/drawing/2014/main" id="{5637EE52-50AD-485B-8D7E-CB372FF1B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1420" y="4578928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 dirty="0">
                <a:solidFill>
                  <a:schemeClr val="hlink"/>
                </a:solidFill>
                <a:latin typeface="Courier New" panose="02070309020205020404" pitchFamily="49" charset="0"/>
              </a:rPr>
              <a:t>18</a:t>
            </a:r>
          </a:p>
        </p:txBody>
      </p:sp>
      <p:sp>
        <p:nvSpPr>
          <p:cNvPr id="596122" name="Text Box 154">
            <a:extLst>
              <a:ext uri="{FF2B5EF4-FFF2-40B4-BE49-F238E27FC236}">
                <a16:creationId xmlns:a16="http://schemas.microsoft.com/office/drawing/2014/main" id="{6F3B1932-11B3-4B2F-BE83-CEB0AEDF3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545" y="4812291"/>
            <a:ext cx="1682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96123" name="Text Box 155">
            <a:extLst>
              <a:ext uri="{FF2B5EF4-FFF2-40B4-BE49-F238E27FC236}">
                <a16:creationId xmlns:a16="http://schemas.microsoft.com/office/drawing/2014/main" id="{0B778D7E-D492-4AA2-B9F5-A3AF1332E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757" y="4282066"/>
            <a:ext cx="1682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96124" name="Text Box 156">
            <a:extLst>
              <a:ext uri="{FF2B5EF4-FFF2-40B4-BE49-F238E27FC236}">
                <a16:creationId xmlns:a16="http://schemas.microsoft.com/office/drawing/2014/main" id="{27AA75B2-0978-4E39-B228-4AF31A3E5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645" y="4697991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96125" name="Text Box 157">
            <a:extLst>
              <a:ext uri="{FF2B5EF4-FFF2-40B4-BE49-F238E27FC236}">
                <a16:creationId xmlns:a16="http://schemas.microsoft.com/office/drawing/2014/main" id="{483B05E7-27C4-4FD1-A313-C2D3CD31A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132" y="5440941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15</a:t>
            </a:r>
          </a:p>
        </p:txBody>
      </p:sp>
      <p:sp>
        <p:nvSpPr>
          <p:cNvPr id="596126" name="Text Box 158">
            <a:extLst>
              <a:ext uri="{FF2B5EF4-FFF2-40B4-BE49-F238E27FC236}">
                <a16:creationId xmlns:a16="http://schemas.microsoft.com/office/drawing/2014/main" id="{8D00705E-CB7B-44A0-8CD7-178AE7E1F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057" y="5525078"/>
            <a:ext cx="1682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96127" name="Text Box 159">
            <a:extLst>
              <a:ext uri="{FF2B5EF4-FFF2-40B4-BE49-F238E27FC236}">
                <a16:creationId xmlns:a16="http://schemas.microsoft.com/office/drawing/2014/main" id="{DAF34B1D-8F95-466C-B6A7-9579BA3ED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4495" y="5180591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30</a:t>
            </a:r>
          </a:p>
        </p:txBody>
      </p:sp>
      <p:sp>
        <p:nvSpPr>
          <p:cNvPr id="596128" name="Text Box 160">
            <a:extLst>
              <a:ext uri="{FF2B5EF4-FFF2-40B4-BE49-F238E27FC236}">
                <a16:creationId xmlns:a16="http://schemas.microsoft.com/office/drawing/2014/main" id="{E5BC7B6D-8B97-4BC0-B2B9-3BAFB6A73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45" y="5793366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20</a:t>
            </a:r>
          </a:p>
        </p:txBody>
      </p:sp>
      <p:sp>
        <p:nvSpPr>
          <p:cNvPr id="596129" name="Text Box 161">
            <a:extLst>
              <a:ext uri="{FF2B5EF4-FFF2-40B4-BE49-F238E27FC236}">
                <a16:creationId xmlns:a16="http://schemas.microsoft.com/office/drawing/2014/main" id="{55CB22B7-18A6-4445-95AB-922927D4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170" y="6233103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44</a:t>
            </a:r>
          </a:p>
        </p:txBody>
      </p:sp>
      <p:sp>
        <p:nvSpPr>
          <p:cNvPr id="596130" name="Text Box 162">
            <a:extLst>
              <a:ext uri="{FF2B5EF4-FFF2-40B4-BE49-F238E27FC236}">
                <a16:creationId xmlns:a16="http://schemas.microsoft.com/office/drawing/2014/main" id="{F72A7B0C-27BE-4640-9E73-BE0255411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270" y="5791778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596131" name="Text Box 163">
            <a:extLst>
              <a:ext uri="{FF2B5EF4-FFF2-40B4-BE49-F238E27FC236}">
                <a16:creationId xmlns:a16="http://schemas.microsoft.com/office/drawing/2014/main" id="{BEF04295-299B-491A-BDB4-9BFDB1427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9770" y="5264728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11</a:t>
            </a:r>
          </a:p>
        </p:txBody>
      </p:sp>
      <p:sp>
        <p:nvSpPr>
          <p:cNvPr id="596132" name="Text Box 164">
            <a:extLst>
              <a:ext uri="{FF2B5EF4-FFF2-40B4-BE49-F238E27FC236}">
                <a16:creationId xmlns:a16="http://schemas.microsoft.com/office/drawing/2014/main" id="{C2905D24-2E10-4B4B-8176-AC4B788F3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095" y="4774191"/>
            <a:ext cx="1682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596133" name="Text Box 165">
            <a:extLst>
              <a:ext uri="{FF2B5EF4-FFF2-40B4-BE49-F238E27FC236}">
                <a16:creationId xmlns:a16="http://schemas.microsoft.com/office/drawing/2014/main" id="{56A177B1-A6B1-453E-AC38-AB4AE065F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820" y="5179003"/>
            <a:ext cx="2444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96134" name="Text Box 166">
            <a:extLst>
              <a:ext uri="{FF2B5EF4-FFF2-40B4-BE49-F238E27FC236}">
                <a16:creationId xmlns:a16="http://schemas.microsoft.com/office/drawing/2014/main" id="{D3E1E1EC-3564-4355-8629-0017A2A61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5945" y="5666366"/>
            <a:ext cx="168275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chemeClr val="hlink"/>
                </a:solidFill>
                <a:latin typeface="Courier New" panose="02070309020205020404" pitchFamily="49" charset="0"/>
              </a:rPr>
              <a:t>6</a:t>
            </a:r>
          </a:p>
        </p:txBody>
      </p:sp>
      <p:cxnSp>
        <p:nvCxnSpPr>
          <p:cNvPr id="596135" name="AutoShape 167">
            <a:extLst>
              <a:ext uri="{FF2B5EF4-FFF2-40B4-BE49-F238E27FC236}">
                <a16:creationId xmlns:a16="http://schemas.microsoft.com/office/drawing/2014/main" id="{F4995093-529E-4A27-81A5-9533A6629517}"/>
              </a:ext>
            </a:extLst>
          </p:cNvPr>
          <p:cNvCxnSpPr>
            <a:cxnSpLocks noChangeShapeType="1"/>
            <a:stCxn id="596097" idx="7"/>
            <a:endCxn id="596100" idx="2"/>
          </p:cNvCxnSpPr>
          <p:nvPr/>
        </p:nvCxnSpPr>
        <p:spPr bwMode="auto">
          <a:xfrm flipV="1">
            <a:off x="637748" y="4290394"/>
            <a:ext cx="957097" cy="234784"/>
          </a:xfrm>
          <a:prstGeom prst="straightConnector1">
            <a:avLst/>
          </a:prstGeom>
          <a:noFill/>
          <a:ln w="88900">
            <a:solidFill>
              <a:srgbClr val="003399">
                <a:alpha val="25000"/>
              </a:srgbClr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36" name="AutoShape 168">
            <a:extLst>
              <a:ext uri="{FF2B5EF4-FFF2-40B4-BE49-F238E27FC236}">
                <a16:creationId xmlns:a16="http://schemas.microsoft.com/office/drawing/2014/main" id="{1729B12C-DBF9-4843-87DD-6BAB2204A766}"/>
              </a:ext>
            </a:extLst>
          </p:cNvPr>
          <p:cNvCxnSpPr>
            <a:cxnSpLocks noChangeShapeType="1"/>
            <a:stCxn id="596104" idx="5"/>
            <a:endCxn id="596099" idx="2"/>
          </p:cNvCxnSpPr>
          <p:nvPr/>
        </p:nvCxnSpPr>
        <p:spPr bwMode="auto">
          <a:xfrm>
            <a:off x="3304582" y="5602865"/>
            <a:ext cx="2436813" cy="666750"/>
          </a:xfrm>
          <a:prstGeom prst="straightConnector1">
            <a:avLst/>
          </a:prstGeom>
          <a:noFill/>
          <a:ln w="88900">
            <a:solidFill>
              <a:srgbClr val="003399">
                <a:alpha val="25000"/>
              </a:srgbClr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37" name="AutoShape 169">
            <a:extLst>
              <a:ext uri="{FF2B5EF4-FFF2-40B4-BE49-F238E27FC236}">
                <a16:creationId xmlns:a16="http://schemas.microsoft.com/office/drawing/2014/main" id="{686CF167-66A4-4D5C-811C-FA6DCE8C5694}"/>
              </a:ext>
            </a:extLst>
          </p:cNvPr>
          <p:cNvCxnSpPr>
            <a:cxnSpLocks noChangeShapeType="1"/>
            <a:stCxn id="596098" idx="3"/>
            <a:endCxn id="596104" idx="7"/>
          </p:cNvCxnSpPr>
          <p:nvPr/>
        </p:nvCxnSpPr>
        <p:spPr bwMode="auto">
          <a:xfrm flipH="1">
            <a:off x="3304748" y="4385809"/>
            <a:ext cx="2268206" cy="1026391"/>
          </a:xfrm>
          <a:prstGeom prst="straightConnector1">
            <a:avLst/>
          </a:prstGeom>
          <a:noFill/>
          <a:ln w="88900">
            <a:solidFill>
              <a:srgbClr val="003399">
                <a:alpha val="25000"/>
              </a:srgbClr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6138" name="AutoShape 170">
            <a:extLst>
              <a:ext uri="{FF2B5EF4-FFF2-40B4-BE49-F238E27FC236}">
                <a16:creationId xmlns:a16="http://schemas.microsoft.com/office/drawing/2014/main" id="{A88EF762-695F-490F-BAC6-2CB02E2BB7FF}"/>
              </a:ext>
            </a:extLst>
          </p:cNvPr>
          <p:cNvCxnSpPr>
            <a:cxnSpLocks noChangeShapeType="1"/>
            <a:stCxn id="596100" idx="6"/>
            <a:endCxn id="596098" idx="1"/>
          </p:cNvCxnSpPr>
          <p:nvPr/>
        </p:nvCxnSpPr>
        <p:spPr bwMode="auto">
          <a:xfrm flipV="1">
            <a:off x="1864720" y="4194978"/>
            <a:ext cx="3708234" cy="95416"/>
          </a:xfrm>
          <a:prstGeom prst="straightConnector1">
            <a:avLst/>
          </a:prstGeom>
          <a:noFill/>
          <a:ln w="88900">
            <a:solidFill>
              <a:srgbClr val="003399">
                <a:alpha val="25000"/>
              </a:srgbClr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2" grpId="0" animBg="1"/>
      <p:bldP spid="596012" grpId="0"/>
      <p:bldP spid="596097" grpId="0" animBg="1"/>
      <p:bldP spid="596098" grpId="0" animBg="1"/>
      <p:bldP spid="596099" grpId="0" animBg="1"/>
      <p:bldP spid="596100" grpId="0" animBg="1"/>
      <p:bldP spid="596101" grpId="0" animBg="1"/>
      <p:bldP spid="596102" grpId="0" animBg="1"/>
      <p:bldP spid="596103" grpId="0" animBg="1"/>
      <p:bldP spid="596104" grpId="0" animBg="1"/>
      <p:bldP spid="596120" grpId="0" animBg="1"/>
      <p:bldP spid="596121" grpId="0" animBg="1"/>
      <p:bldP spid="596122" grpId="0" animBg="1"/>
      <p:bldP spid="596123" grpId="0" animBg="1"/>
      <p:bldP spid="596124" grpId="0" animBg="1"/>
      <p:bldP spid="596125" grpId="0" animBg="1"/>
      <p:bldP spid="596126" grpId="0" animBg="1"/>
      <p:bldP spid="596127" grpId="0" animBg="1"/>
      <p:bldP spid="596128" grpId="0" animBg="1"/>
      <p:bldP spid="596129" grpId="0" animBg="1"/>
      <p:bldP spid="596130" grpId="0" animBg="1"/>
      <p:bldP spid="596131" grpId="0" animBg="1"/>
      <p:bldP spid="596132" grpId="0" animBg="1"/>
      <p:bldP spid="596133" grpId="0" animBg="1"/>
      <p:bldP spid="5961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>
            <a:extLst>
              <a:ext uri="{FF2B5EF4-FFF2-40B4-BE49-F238E27FC236}">
                <a16:creationId xmlns:a16="http://schemas.microsoft.com/office/drawing/2014/main" id="{21313BC1-6A4B-4ED0-9E21-2BDA66398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7067" y="-20782"/>
            <a:ext cx="10515600" cy="1325563"/>
          </a:xfrm>
        </p:spPr>
        <p:txBody>
          <a:bodyPr/>
          <a:lstStyle/>
          <a:p>
            <a:r>
              <a:rPr lang="en-US" altLang="en-US" dirty="0"/>
              <a:t>Dijkstra's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1875" name="Rectangle 3">
                <a:extLst>
                  <a:ext uri="{FF2B5EF4-FFF2-40B4-BE49-F238E27FC236}">
                    <a16:creationId xmlns:a16="http://schemas.microsoft.com/office/drawing/2014/main" id="{E9D6E57B-AEDA-4F48-9D12-B557F663049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10389" y="1143000"/>
                <a:ext cx="10515600" cy="4351338"/>
              </a:xfrm>
            </p:spPr>
            <p:txBody>
              <a:bodyPr/>
              <a:lstStyle/>
              <a:p>
                <a:r>
                  <a:rPr lang="en-US" altLang="en-US" dirty="0">
                    <a:sym typeface="Symbol" panose="05050102010706020507" pitchFamily="18" charset="2"/>
                  </a:rPr>
                  <a:t>Dijkstra's algorithm.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Maintain a set of </a:t>
                </a:r>
                <a:r>
                  <a:rPr lang="en-US" altLang="en-US" dirty="0">
                    <a:solidFill>
                      <a:schemeClr val="accent1"/>
                    </a:solidFill>
                    <a:sym typeface="Symbol" panose="05050102010706020507" pitchFamily="18" charset="2"/>
                  </a:rPr>
                  <a:t>explored nodes</a:t>
                </a:r>
                <a:r>
                  <a:rPr lang="en-US" altLang="en-US" dirty="0">
                    <a:sym typeface="Symbol" panose="05050102010706020507" pitchFamily="18" charset="2"/>
                  </a:rPr>
                  <a:t> S for which we have determined the shortest path distance d(u) from s to u.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Initialize S = {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s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}, d(s) = 0.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Repeatedly choose unexplored node v which minimizes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                                    </a:t>
                </a:r>
              </a:p>
              <a:p>
                <a:pPr marL="457200" lvl="1" indent="0">
                  <a:buNone/>
                </a:pP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                                        </a:t>
                </a:r>
                <a:r>
                  <a:rPr lang="el-GR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(v)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𝑢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: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𝑢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ε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𝑢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𝑙𝑒</m:t>
                        </m:r>
                      </m:e>
                    </m:func>
                  </m:oMath>
                </a14:m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  <a:sym typeface="Symbol" panose="05050102010706020507" pitchFamily="18" charset="2"/>
                </a:endParaRPr>
              </a:p>
              <a:p>
                <a:pPr marL="457200" lvl="1" indent="0">
                  <a:buNone/>
                </a:pP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add v to S and set d(v) = </a:t>
                </a:r>
                <a:r>
                  <a:rPr lang="el-GR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dirty="0">
                    <a:sym typeface="Symbol" panose="05050102010706020507" pitchFamily="18" charset="2"/>
                  </a:rPr>
                  <a:t>(v).</a:t>
                </a:r>
              </a:p>
            </p:txBody>
          </p:sp>
        </mc:Choice>
        <mc:Fallback>
          <p:sp>
            <p:nvSpPr>
              <p:cNvPr id="591875" name="Rectangle 3">
                <a:extLst>
                  <a:ext uri="{FF2B5EF4-FFF2-40B4-BE49-F238E27FC236}">
                    <a16:creationId xmlns:a16="http://schemas.microsoft.com/office/drawing/2014/main" id="{E9D6E57B-AEDA-4F48-9D12-B557F6630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0389" y="1143000"/>
                <a:ext cx="10515600" cy="4351338"/>
              </a:xfrm>
              <a:blipFill>
                <a:blip r:embed="rId3"/>
                <a:stretch>
                  <a:fillRect l="-1043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1877" name="Freeform 5">
            <a:extLst>
              <a:ext uri="{FF2B5EF4-FFF2-40B4-BE49-F238E27FC236}">
                <a16:creationId xmlns:a16="http://schemas.microsoft.com/office/drawing/2014/main" id="{41BDED9A-81CA-4656-AD51-48B2CFFDBC25}"/>
              </a:ext>
            </a:extLst>
          </p:cNvPr>
          <p:cNvSpPr>
            <a:spLocks/>
          </p:cNvSpPr>
          <p:nvPr/>
        </p:nvSpPr>
        <p:spPr bwMode="auto">
          <a:xfrm>
            <a:off x="2512219" y="4610101"/>
            <a:ext cx="3429000" cy="2057400"/>
          </a:xfrm>
          <a:custGeom>
            <a:avLst/>
            <a:gdLst>
              <a:gd name="T0" fmla="*/ 225 w 1702"/>
              <a:gd name="T1" fmla="*/ 271 h 994"/>
              <a:gd name="T2" fmla="*/ 299 w 1702"/>
              <a:gd name="T3" fmla="*/ 222 h 994"/>
              <a:gd name="T4" fmla="*/ 348 w 1702"/>
              <a:gd name="T5" fmla="*/ 181 h 994"/>
              <a:gd name="T6" fmla="*/ 447 w 1702"/>
              <a:gd name="T7" fmla="*/ 140 h 994"/>
              <a:gd name="T8" fmla="*/ 471 w 1702"/>
              <a:gd name="T9" fmla="*/ 131 h 994"/>
              <a:gd name="T10" fmla="*/ 521 w 1702"/>
              <a:gd name="T11" fmla="*/ 115 h 994"/>
              <a:gd name="T12" fmla="*/ 570 w 1702"/>
              <a:gd name="T13" fmla="*/ 99 h 994"/>
              <a:gd name="T14" fmla="*/ 850 w 1702"/>
              <a:gd name="T15" fmla="*/ 25 h 994"/>
              <a:gd name="T16" fmla="*/ 1072 w 1702"/>
              <a:gd name="T17" fmla="*/ 0 h 994"/>
              <a:gd name="T18" fmla="*/ 1294 w 1702"/>
              <a:gd name="T19" fmla="*/ 8 h 994"/>
              <a:gd name="T20" fmla="*/ 1360 w 1702"/>
              <a:gd name="T21" fmla="*/ 25 h 994"/>
              <a:gd name="T22" fmla="*/ 1410 w 1702"/>
              <a:gd name="T23" fmla="*/ 41 h 994"/>
              <a:gd name="T24" fmla="*/ 1516 w 1702"/>
              <a:gd name="T25" fmla="*/ 90 h 994"/>
              <a:gd name="T26" fmla="*/ 1558 w 1702"/>
              <a:gd name="T27" fmla="*/ 123 h 994"/>
              <a:gd name="T28" fmla="*/ 1574 w 1702"/>
              <a:gd name="T29" fmla="*/ 148 h 994"/>
              <a:gd name="T30" fmla="*/ 1591 w 1702"/>
              <a:gd name="T31" fmla="*/ 164 h 994"/>
              <a:gd name="T32" fmla="*/ 1640 w 1702"/>
              <a:gd name="T33" fmla="*/ 255 h 994"/>
              <a:gd name="T34" fmla="*/ 1681 w 1702"/>
              <a:gd name="T35" fmla="*/ 354 h 994"/>
              <a:gd name="T36" fmla="*/ 1656 w 1702"/>
              <a:gd name="T37" fmla="*/ 584 h 994"/>
              <a:gd name="T38" fmla="*/ 1591 w 1702"/>
              <a:gd name="T39" fmla="*/ 675 h 994"/>
              <a:gd name="T40" fmla="*/ 1541 w 1702"/>
              <a:gd name="T41" fmla="*/ 765 h 994"/>
              <a:gd name="T42" fmla="*/ 1508 w 1702"/>
              <a:gd name="T43" fmla="*/ 831 h 994"/>
              <a:gd name="T44" fmla="*/ 1401 w 1702"/>
              <a:gd name="T45" fmla="*/ 938 h 994"/>
              <a:gd name="T46" fmla="*/ 1056 w 1702"/>
              <a:gd name="T47" fmla="*/ 979 h 994"/>
              <a:gd name="T48" fmla="*/ 636 w 1702"/>
              <a:gd name="T49" fmla="*/ 946 h 994"/>
              <a:gd name="T50" fmla="*/ 364 w 1702"/>
              <a:gd name="T51" fmla="*/ 856 h 994"/>
              <a:gd name="T52" fmla="*/ 307 w 1702"/>
              <a:gd name="T53" fmla="*/ 839 h 994"/>
              <a:gd name="T54" fmla="*/ 290 w 1702"/>
              <a:gd name="T55" fmla="*/ 823 h 994"/>
              <a:gd name="T56" fmla="*/ 233 w 1702"/>
              <a:gd name="T57" fmla="*/ 798 h 994"/>
              <a:gd name="T58" fmla="*/ 76 w 1702"/>
              <a:gd name="T59" fmla="*/ 683 h 994"/>
              <a:gd name="T60" fmla="*/ 85 w 1702"/>
              <a:gd name="T61" fmla="*/ 345 h 994"/>
              <a:gd name="T62" fmla="*/ 225 w 1702"/>
              <a:gd name="T63" fmla="*/ 271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02" h="994">
                <a:moveTo>
                  <a:pt x="225" y="271"/>
                </a:moveTo>
                <a:cubicBezTo>
                  <a:pt x="250" y="254"/>
                  <a:pt x="279" y="243"/>
                  <a:pt x="299" y="222"/>
                </a:cubicBezTo>
                <a:cubicBezTo>
                  <a:pt x="318" y="202"/>
                  <a:pt x="323" y="193"/>
                  <a:pt x="348" y="181"/>
                </a:cubicBezTo>
                <a:cubicBezTo>
                  <a:pt x="379" y="166"/>
                  <a:pt x="415" y="151"/>
                  <a:pt x="447" y="140"/>
                </a:cubicBezTo>
                <a:cubicBezTo>
                  <a:pt x="455" y="137"/>
                  <a:pt x="463" y="134"/>
                  <a:pt x="471" y="131"/>
                </a:cubicBezTo>
                <a:cubicBezTo>
                  <a:pt x="488" y="125"/>
                  <a:pt x="504" y="120"/>
                  <a:pt x="521" y="115"/>
                </a:cubicBezTo>
                <a:cubicBezTo>
                  <a:pt x="537" y="110"/>
                  <a:pt x="570" y="99"/>
                  <a:pt x="570" y="99"/>
                </a:cubicBezTo>
                <a:cubicBezTo>
                  <a:pt x="648" y="46"/>
                  <a:pt x="759" y="35"/>
                  <a:pt x="850" y="25"/>
                </a:cubicBezTo>
                <a:cubicBezTo>
                  <a:pt x="923" y="9"/>
                  <a:pt x="1072" y="0"/>
                  <a:pt x="1072" y="0"/>
                </a:cubicBezTo>
                <a:cubicBezTo>
                  <a:pt x="1146" y="3"/>
                  <a:pt x="1220" y="3"/>
                  <a:pt x="1294" y="8"/>
                </a:cubicBezTo>
                <a:cubicBezTo>
                  <a:pt x="1300" y="8"/>
                  <a:pt x="1355" y="23"/>
                  <a:pt x="1360" y="25"/>
                </a:cubicBezTo>
                <a:cubicBezTo>
                  <a:pt x="1377" y="30"/>
                  <a:pt x="1410" y="41"/>
                  <a:pt x="1410" y="41"/>
                </a:cubicBezTo>
                <a:cubicBezTo>
                  <a:pt x="1439" y="61"/>
                  <a:pt x="1482" y="79"/>
                  <a:pt x="1516" y="90"/>
                </a:cubicBezTo>
                <a:cubicBezTo>
                  <a:pt x="1529" y="103"/>
                  <a:pt x="1545" y="110"/>
                  <a:pt x="1558" y="123"/>
                </a:cubicBezTo>
                <a:cubicBezTo>
                  <a:pt x="1565" y="130"/>
                  <a:pt x="1568" y="140"/>
                  <a:pt x="1574" y="148"/>
                </a:cubicBezTo>
                <a:cubicBezTo>
                  <a:pt x="1579" y="154"/>
                  <a:pt x="1585" y="159"/>
                  <a:pt x="1591" y="164"/>
                </a:cubicBezTo>
                <a:cubicBezTo>
                  <a:pt x="1601" y="196"/>
                  <a:pt x="1617" y="232"/>
                  <a:pt x="1640" y="255"/>
                </a:cubicBezTo>
                <a:cubicBezTo>
                  <a:pt x="1652" y="293"/>
                  <a:pt x="1660" y="321"/>
                  <a:pt x="1681" y="354"/>
                </a:cubicBezTo>
                <a:cubicBezTo>
                  <a:pt x="1694" y="432"/>
                  <a:pt x="1702" y="516"/>
                  <a:pt x="1656" y="584"/>
                </a:cubicBezTo>
                <a:cubicBezTo>
                  <a:pt x="1645" y="618"/>
                  <a:pt x="1616" y="649"/>
                  <a:pt x="1591" y="675"/>
                </a:cubicBezTo>
                <a:cubicBezTo>
                  <a:pt x="1578" y="711"/>
                  <a:pt x="1569" y="738"/>
                  <a:pt x="1541" y="765"/>
                </a:cubicBezTo>
                <a:cubicBezTo>
                  <a:pt x="1523" y="822"/>
                  <a:pt x="1537" y="802"/>
                  <a:pt x="1508" y="831"/>
                </a:cubicBezTo>
                <a:cubicBezTo>
                  <a:pt x="1495" y="873"/>
                  <a:pt x="1443" y="925"/>
                  <a:pt x="1401" y="938"/>
                </a:cubicBezTo>
                <a:cubicBezTo>
                  <a:pt x="1317" y="994"/>
                  <a:pt x="1153" y="974"/>
                  <a:pt x="1056" y="979"/>
                </a:cubicBezTo>
                <a:cubicBezTo>
                  <a:pt x="814" y="973"/>
                  <a:pt x="795" y="985"/>
                  <a:pt x="636" y="946"/>
                </a:cubicBezTo>
                <a:cubicBezTo>
                  <a:pt x="554" y="893"/>
                  <a:pt x="460" y="869"/>
                  <a:pt x="364" y="856"/>
                </a:cubicBezTo>
                <a:cubicBezTo>
                  <a:pt x="345" y="849"/>
                  <a:pt x="325" y="848"/>
                  <a:pt x="307" y="839"/>
                </a:cubicBezTo>
                <a:cubicBezTo>
                  <a:pt x="300" y="836"/>
                  <a:pt x="296" y="827"/>
                  <a:pt x="290" y="823"/>
                </a:cubicBezTo>
                <a:cubicBezTo>
                  <a:pt x="266" y="807"/>
                  <a:pt x="258" y="806"/>
                  <a:pt x="233" y="798"/>
                </a:cubicBezTo>
                <a:cubicBezTo>
                  <a:pt x="185" y="752"/>
                  <a:pt x="124" y="729"/>
                  <a:pt x="76" y="683"/>
                </a:cubicBezTo>
                <a:cubicBezTo>
                  <a:pt x="42" y="578"/>
                  <a:pt x="0" y="430"/>
                  <a:pt x="85" y="345"/>
                </a:cubicBezTo>
                <a:cubicBezTo>
                  <a:pt x="103" y="290"/>
                  <a:pt x="172" y="271"/>
                  <a:pt x="225" y="271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1878" name="Line 6">
            <a:extLst>
              <a:ext uri="{FF2B5EF4-FFF2-40B4-BE49-F238E27FC236}">
                <a16:creationId xmlns:a16="http://schemas.microsoft.com/office/drawing/2014/main" id="{642BF898-5E10-41A5-8C42-93D5530B3A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4113" y="2722418"/>
            <a:ext cx="2486620" cy="650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1880" name="Oval 8">
            <a:extLst>
              <a:ext uri="{FF2B5EF4-FFF2-40B4-BE49-F238E27FC236}">
                <a16:creationId xmlns:a16="http://schemas.microsoft.com/office/drawing/2014/main" id="{0B24201E-B5C4-4E94-84AA-9AFD5E3105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55626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s</a:t>
            </a:r>
          </a:p>
        </p:txBody>
      </p:sp>
      <p:sp>
        <p:nvSpPr>
          <p:cNvPr id="591881" name="Oval 9">
            <a:extLst>
              <a:ext uri="{FF2B5EF4-FFF2-40B4-BE49-F238E27FC236}">
                <a16:creationId xmlns:a16="http://schemas.microsoft.com/office/drawing/2014/main" id="{6416B43C-20B7-45BB-A010-94F639FDF0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638801"/>
            <a:ext cx="223838" cy="2270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91882" name="Oval 10">
            <a:extLst>
              <a:ext uri="{FF2B5EF4-FFF2-40B4-BE49-F238E27FC236}">
                <a16:creationId xmlns:a16="http://schemas.microsoft.com/office/drawing/2014/main" id="{53901C8F-1073-42DF-89D6-0EE93FD95F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51054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91883" name="Oval 11">
            <a:extLst>
              <a:ext uri="{FF2B5EF4-FFF2-40B4-BE49-F238E27FC236}">
                <a16:creationId xmlns:a16="http://schemas.microsoft.com/office/drawing/2014/main" id="{438E3042-ABA8-4CFB-8B5B-2640D64E76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1564" y="5486400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91884" name="Oval 12">
            <a:extLst>
              <a:ext uri="{FF2B5EF4-FFF2-40B4-BE49-F238E27FC236}">
                <a16:creationId xmlns:a16="http://schemas.microsoft.com/office/drawing/2014/main" id="{4B48DE9F-DB7B-408F-BDDC-A0A2182A48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5943601"/>
            <a:ext cx="223838" cy="2270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91885" name="Oval 13">
            <a:extLst>
              <a:ext uri="{FF2B5EF4-FFF2-40B4-BE49-F238E27FC236}">
                <a16:creationId xmlns:a16="http://schemas.microsoft.com/office/drawing/2014/main" id="{89DB5F44-A813-4D78-B8B7-3D30FF8835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4764" y="5486400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91886" name="Oval 14">
            <a:extLst>
              <a:ext uri="{FF2B5EF4-FFF2-40B4-BE49-F238E27FC236}">
                <a16:creationId xmlns:a16="http://schemas.microsoft.com/office/drawing/2014/main" id="{D4C17C34-4AF9-4AAE-A8EA-3B42DBDEF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59436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91887" name="Oval 15">
            <a:extLst>
              <a:ext uri="{FF2B5EF4-FFF2-40B4-BE49-F238E27FC236}">
                <a16:creationId xmlns:a16="http://schemas.microsoft.com/office/drawing/2014/main" id="{1887219B-EDA6-414B-B8CF-D7434E8DA3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6564" y="4572000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v</a:t>
            </a:r>
          </a:p>
        </p:txBody>
      </p:sp>
      <p:sp>
        <p:nvSpPr>
          <p:cNvPr id="591888" name="Oval 16">
            <a:extLst>
              <a:ext uri="{FF2B5EF4-FFF2-40B4-BE49-F238E27FC236}">
                <a16:creationId xmlns:a16="http://schemas.microsoft.com/office/drawing/2014/main" id="{A3DB88D5-FD04-4339-9625-AEC679174A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49530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u</a:t>
            </a:r>
          </a:p>
        </p:txBody>
      </p:sp>
      <p:cxnSp>
        <p:nvCxnSpPr>
          <p:cNvPr id="591889" name="AutoShape 17">
            <a:extLst>
              <a:ext uri="{FF2B5EF4-FFF2-40B4-BE49-F238E27FC236}">
                <a16:creationId xmlns:a16="http://schemas.microsoft.com/office/drawing/2014/main" id="{D1289DC2-0947-4780-8042-4481E1E655E3}"/>
              </a:ext>
            </a:extLst>
          </p:cNvPr>
          <p:cNvCxnSpPr>
            <a:cxnSpLocks noChangeShapeType="1"/>
            <a:stCxn id="591888" idx="6"/>
            <a:endCxn id="591887" idx="2"/>
          </p:cNvCxnSpPr>
          <p:nvPr/>
        </p:nvCxnSpPr>
        <p:spPr bwMode="auto">
          <a:xfrm flipV="1">
            <a:off x="5100639" y="4686300"/>
            <a:ext cx="1685925" cy="3810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1890" name="Text Box 18">
            <a:extLst>
              <a:ext uri="{FF2B5EF4-FFF2-40B4-BE49-F238E27FC236}">
                <a16:creationId xmlns:a16="http://schemas.microsoft.com/office/drawing/2014/main" id="{0BB53D12-507D-4653-B2F9-5A3A946E5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6" y="4638676"/>
            <a:ext cx="484107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/>
              <a:t>d(u)</a:t>
            </a:r>
          </a:p>
        </p:txBody>
      </p:sp>
      <p:cxnSp>
        <p:nvCxnSpPr>
          <p:cNvPr id="591891" name="AutoShape 19">
            <a:extLst>
              <a:ext uri="{FF2B5EF4-FFF2-40B4-BE49-F238E27FC236}">
                <a16:creationId xmlns:a16="http://schemas.microsoft.com/office/drawing/2014/main" id="{2F98348F-261A-4270-B8E5-A730E0377703}"/>
              </a:ext>
            </a:extLst>
          </p:cNvPr>
          <p:cNvCxnSpPr>
            <a:cxnSpLocks noChangeShapeType="1"/>
            <a:stCxn id="591883" idx="7"/>
            <a:endCxn id="591887" idx="3"/>
          </p:cNvCxnSpPr>
          <p:nvPr/>
        </p:nvCxnSpPr>
        <p:spPr bwMode="auto">
          <a:xfrm flipV="1">
            <a:off x="5072064" y="4767264"/>
            <a:ext cx="1747837" cy="752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2" name="AutoShape 20">
            <a:extLst>
              <a:ext uri="{FF2B5EF4-FFF2-40B4-BE49-F238E27FC236}">
                <a16:creationId xmlns:a16="http://schemas.microsoft.com/office/drawing/2014/main" id="{4DD7A26E-B975-4768-ACB7-0F4468114BCA}"/>
              </a:ext>
            </a:extLst>
          </p:cNvPr>
          <p:cNvCxnSpPr>
            <a:cxnSpLocks noChangeShapeType="1"/>
            <a:stCxn id="591883" idx="6"/>
            <a:endCxn id="591885" idx="2"/>
          </p:cNvCxnSpPr>
          <p:nvPr/>
        </p:nvCxnSpPr>
        <p:spPr bwMode="auto">
          <a:xfrm>
            <a:off x="5105401" y="5600700"/>
            <a:ext cx="2519363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3" name="AutoShape 21">
            <a:extLst>
              <a:ext uri="{FF2B5EF4-FFF2-40B4-BE49-F238E27FC236}">
                <a16:creationId xmlns:a16="http://schemas.microsoft.com/office/drawing/2014/main" id="{00382017-3340-4E25-9DCB-4FEDD7FA782F}"/>
              </a:ext>
            </a:extLst>
          </p:cNvPr>
          <p:cNvCxnSpPr>
            <a:cxnSpLocks noChangeShapeType="1"/>
            <a:stCxn id="591884" idx="6"/>
            <a:endCxn id="591886" idx="2"/>
          </p:cNvCxnSpPr>
          <p:nvPr/>
        </p:nvCxnSpPr>
        <p:spPr bwMode="auto">
          <a:xfrm>
            <a:off x="4719638" y="6057900"/>
            <a:ext cx="1757362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4" name="AutoShape 22">
            <a:extLst>
              <a:ext uri="{FF2B5EF4-FFF2-40B4-BE49-F238E27FC236}">
                <a16:creationId xmlns:a16="http://schemas.microsoft.com/office/drawing/2014/main" id="{5D264CD5-287E-4CE3-AD41-B565810BA3E4}"/>
              </a:ext>
            </a:extLst>
          </p:cNvPr>
          <p:cNvCxnSpPr>
            <a:cxnSpLocks noChangeShapeType="1"/>
            <a:stCxn id="591887" idx="5"/>
            <a:endCxn id="591885" idx="1"/>
          </p:cNvCxnSpPr>
          <p:nvPr/>
        </p:nvCxnSpPr>
        <p:spPr bwMode="auto">
          <a:xfrm>
            <a:off x="6977064" y="4767264"/>
            <a:ext cx="681037" cy="752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5" name="AutoShape 23">
            <a:extLst>
              <a:ext uri="{FF2B5EF4-FFF2-40B4-BE49-F238E27FC236}">
                <a16:creationId xmlns:a16="http://schemas.microsoft.com/office/drawing/2014/main" id="{6586A09F-A42A-4DC6-A87B-8A15800A828F}"/>
              </a:ext>
            </a:extLst>
          </p:cNvPr>
          <p:cNvCxnSpPr>
            <a:cxnSpLocks noChangeShapeType="1"/>
            <a:stCxn id="591886" idx="6"/>
            <a:endCxn id="591885" idx="3"/>
          </p:cNvCxnSpPr>
          <p:nvPr/>
        </p:nvCxnSpPr>
        <p:spPr bwMode="auto">
          <a:xfrm flipV="1">
            <a:off x="6700838" y="5681664"/>
            <a:ext cx="957262" cy="3762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6" name="AutoShape 24">
            <a:extLst>
              <a:ext uri="{FF2B5EF4-FFF2-40B4-BE49-F238E27FC236}">
                <a16:creationId xmlns:a16="http://schemas.microsoft.com/office/drawing/2014/main" id="{3F7A8347-0EAA-41A1-8DAA-63A0CED2DC87}"/>
              </a:ext>
            </a:extLst>
          </p:cNvPr>
          <p:cNvCxnSpPr>
            <a:cxnSpLocks noChangeShapeType="1"/>
            <a:stCxn id="591880" idx="7"/>
            <a:endCxn id="591882" idx="3"/>
          </p:cNvCxnSpPr>
          <p:nvPr/>
        </p:nvCxnSpPr>
        <p:spPr bwMode="auto">
          <a:xfrm flipV="1">
            <a:off x="3238500" y="5300664"/>
            <a:ext cx="909638" cy="2952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7" name="AutoShape 25">
            <a:extLst>
              <a:ext uri="{FF2B5EF4-FFF2-40B4-BE49-F238E27FC236}">
                <a16:creationId xmlns:a16="http://schemas.microsoft.com/office/drawing/2014/main" id="{82811FB0-5970-4F73-9E16-33FE3DB4D231}"/>
              </a:ext>
            </a:extLst>
          </p:cNvPr>
          <p:cNvCxnSpPr>
            <a:cxnSpLocks noChangeShapeType="1"/>
            <a:stCxn id="591880" idx="6"/>
            <a:endCxn id="591881" idx="2"/>
          </p:cNvCxnSpPr>
          <p:nvPr/>
        </p:nvCxnSpPr>
        <p:spPr bwMode="auto">
          <a:xfrm>
            <a:off x="3271838" y="5676900"/>
            <a:ext cx="614362" cy="762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8" name="AutoShape 26">
            <a:extLst>
              <a:ext uri="{FF2B5EF4-FFF2-40B4-BE49-F238E27FC236}">
                <a16:creationId xmlns:a16="http://schemas.microsoft.com/office/drawing/2014/main" id="{C95B15FD-2EBD-4997-9DFC-00E2B914D480}"/>
              </a:ext>
            </a:extLst>
          </p:cNvPr>
          <p:cNvCxnSpPr>
            <a:cxnSpLocks noChangeShapeType="1"/>
            <a:stCxn id="591881" idx="5"/>
            <a:endCxn id="591884" idx="2"/>
          </p:cNvCxnSpPr>
          <p:nvPr/>
        </p:nvCxnSpPr>
        <p:spPr bwMode="auto">
          <a:xfrm>
            <a:off x="4076700" y="5832476"/>
            <a:ext cx="419100" cy="2254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899" name="AutoShape 27">
            <a:extLst>
              <a:ext uri="{FF2B5EF4-FFF2-40B4-BE49-F238E27FC236}">
                <a16:creationId xmlns:a16="http://schemas.microsoft.com/office/drawing/2014/main" id="{BD5B30DC-0C36-4AEE-925B-CAFCFA361217}"/>
              </a:ext>
            </a:extLst>
          </p:cNvPr>
          <p:cNvCxnSpPr>
            <a:cxnSpLocks noChangeShapeType="1"/>
            <a:stCxn id="591881" idx="6"/>
            <a:endCxn id="591883" idx="2"/>
          </p:cNvCxnSpPr>
          <p:nvPr/>
        </p:nvCxnSpPr>
        <p:spPr bwMode="auto">
          <a:xfrm flipV="1">
            <a:off x="4110039" y="5600700"/>
            <a:ext cx="771525" cy="152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900" name="AutoShape 28">
            <a:extLst>
              <a:ext uri="{FF2B5EF4-FFF2-40B4-BE49-F238E27FC236}">
                <a16:creationId xmlns:a16="http://schemas.microsoft.com/office/drawing/2014/main" id="{78769CA5-A8AD-4375-BFDF-3A386421B8BF}"/>
              </a:ext>
            </a:extLst>
          </p:cNvPr>
          <p:cNvCxnSpPr>
            <a:cxnSpLocks noChangeShapeType="1"/>
            <a:stCxn id="591888" idx="4"/>
            <a:endCxn id="591883" idx="0"/>
          </p:cNvCxnSpPr>
          <p:nvPr/>
        </p:nvCxnSpPr>
        <p:spPr bwMode="auto">
          <a:xfrm>
            <a:off x="4989513" y="5181600"/>
            <a:ext cx="4762" cy="3048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1901" name="AutoShape 29">
            <a:extLst>
              <a:ext uri="{FF2B5EF4-FFF2-40B4-BE49-F238E27FC236}">
                <a16:creationId xmlns:a16="http://schemas.microsoft.com/office/drawing/2014/main" id="{04844302-BA21-494D-B4C9-BE14AF0A3E3F}"/>
              </a:ext>
            </a:extLst>
          </p:cNvPr>
          <p:cNvCxnSpPr>
            <a:cxnSpLocks noChangeShapeType="1"/>
            <a:stCxn id="591882" idx="6"/>
            <a:endCxn id="591888" idx="2"/>
          </p:cNvCxnSpPr>
          <p:nvPr/>
        </p:nvCxnSpPr>
        <p:spPr bwMode="auto">
          <a:xfrm flipV="1">
            <a:off x="4338638" y="5067300"/>
            <a:ext cx="538162" cy="152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1902" name="Text Box 30">
            <a:extLst>
              <a:ext uri="{FF2B5EF4-FFF2-40B4-BE49-F238E27FC236}">
                <a16:creationId xmlns:a16="http://schemas.microsoft.com/office/drawing/2014/main" id="{32AC3E49-41F9-412B-A31D-B197DBF5B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181601"/>
            <a:ext cx="26770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/>
              <a:t>S</a:t>
            </a:r>
          </a:p>
        </p:txBody>
      </p:sp>
      <p:sp>
        <p:nvSpPr>
          <p:cNvPr id="591903" name="Text Box 31">
            <a:extLst>
              <a:ext uri="{FF2B5EF4-FFF2-40B4-BE49-F238E27FC236}">
                <a16:creationId xmlns:a16="http://schemas.microsoft.com/office/drawing/2014/main" id="{794AAF55-C83B-4518-A1A4-9163BC00F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5976" y="4451350"/>
            <a:ext cx="31899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dirty="0">
                <a:latin typeface="Abadi" panose="020B0604020202020204" pitchFamily="34" charset="0"/>
                <a:sym typeface="MT Extra" panose="05050102010205020202" pitchFamily="18" charset="2"/>
              </a:rPr>
              <a:t>l</a:t>
            </a:r>
            <a:r>
              <a:rPr lang="en-US" altLang="en-US" baseline="-25000" dirty="0">
                <a:latin typeface="Abadi" panose="020B0604020202020204" pitchFamily="34" charset="0"/>
                <a:sym typeface="MT Extra" panose="05050102010205020202" pitchFamily="18" charset="2"/>
              </a:rPr>
              <a:t>e</a:t>
            </a:r>
          </a:p>
        </p:txBody>
      </p:sp>
      <p:sp>
        <p:nvSpPr>
          <p:cNvPr id="591905" name="Text Box 33">
            <a:extLst>
              <a:ext uri="{FF2B5EF4-FFF2-40B4-BE49-F238E27FC236}">
                <a16:creationId xmlns:a16="http://schemas.microsoft.com/office/drawing/2014/main" id="{8E3C508D-DEA5-4A7B-AB7B-B6452A015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0733" y="2227908"/>
            <a:ext cx="2895600" cy="101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dirty="0"/>
              <a:t>shortest path to some u in explored part, followed by a single edge (u, 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>
            <a:extLst>
              <a:ext uri="{FF2B5EF4-FFF2-40B4-BE49-F238E27FC236}">
                <a16:creationId xmlns:a16="http://schemas.microsoft.com/office/drawing/2014/main" id="{CCB09093-BBE3-4265-BC3B-DD46F8038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894" y="-227888"/>
            <a:ext cx="10515600" cy="1325563"/>
          </a:xfrm>
        </p:spPr>
        <p:txBody>
          <a:bodyPr/>
          <a:lstStyle/>
          <a:p>
            <a:r>
              <a:rPr lang="en-US" altLang="en-US" dirty="0"/>
              <a:t>Dijkstra's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9827" name="Rectangle 3">
                <a:extLst>
                  <a:ext uri="{FF2B5EF4-FFF2-40B4-BE49-F238E27FC236}">
                    <a16:creationId xmlns:a16="http://schemas.microsoft.com/office/drawing/2014/main" id="{00805D61-EC0D-49EF-8F05-4DA618A3C93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1950" y="939801"/>
                <a:ext cx="10515600" cy="4351338"/>
              </a:xfrm>
            </p:spPr>
            <p:txBody>
              <a:bodyPr/>
              <a:lstStyle/>
              <a:p>
                <a:r>
                  <a:rPr lang="en-US" altLang="en-US" dirty="0">
                    <a:sym typeface="Symbol" panose="05050102010706020507" pitchFamily="18" charset="2"/>
                  </a:rPr>
                  <a:t>Dijkstra's algorithm.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Maintain a set of </a:t>
                </a:r>
                <a:r>
                  <a:rPr lang="en-US" altLang="en-US" dirty="0">
                    <a:solidFill>
                      <a:schemeClr val="accent1"/>
                    </a:solidFill>
                    <a:sym typeface="Symbol" panose="05050102010706020507" pitchFamily="18" charset="2"/>
                  </a:rPr>
                  <a:t>explored nodes</a:t>
                </a:r>
                <a:r>
                  <a:rPr lang="en-US" altLang="en-US" dirty="0">
                    <a:sym typeface="Symbol" panose="05050102010706020507" pitchFamily="18" charset="2"/>
                  </a:rPr>
                  <a:t> S for which we have determined the shortest path distance d(u) from s to u.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Initialize S = {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s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}, d(s) = 0.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Repeatedly choose unexplored node v which minimizes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endParaRPr lang="en-US" altLang="en-US" dirty="0">
                  <a:sym typeface="Symbol" panose="05050102010706020507" pitchFamily="18" charset="2"/>
                </a:endParaRPr>
              </a:p>
              <a:p>
                <a:pPr marL="457200" lvl="1" indent="0">
                  <a:buNone/>
                </a:pP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                                    </a:t>
                </a:r>
                <a:r>
                  <a:rPr lang="el-GR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(v)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𝑢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: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𝑢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ε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𝑢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𝑙𝑒</m:t>
                        </m:r>
                      </m:e>
                    </m:func>
                  </m:oMath>
                </a14:m>
                <a:endParaRPr lang="en-US" altLang="en-US" dirty="0">
                  <a:sym typeface="Symbol" panose="05050102010706020507" pitchFamily="18" charset="2"/>
                </a:endParaRPr>
              </a:p>
              <a:p>
                <a:pPr marL="457200" lvl="1" indent="0">
                  <a:buNone/>
                </a:pP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add v to S and set d(v) = </a:t>
                </a:r>
                <a:r>
                  <a:rPr lang="el-GR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dirty="0">
                    <a:sym typeface="Symbol" panose="05050102010706020507" pitchFamily="18" charset="2"/>
                  </a:rPr>
                  <a:t>(v).</a:t>
                </a:r>
              </a:p>
            </p:txBody>
          </p:sp>
        </mc:Choice>
        <mc:Fallback>
          <p:sp>
            <p:nvSpPr>
              <p:cNvPr id="589827" name="Rectangle 3">
                <a:extLst>
                  <a:ext uri="{FF2B5EF4-FFF2-40B4-BE49-F238E27FC236}">
                    <a16:creationId xmlns:a16="http://schemas.microsoft.com/office/drawing/2014/main" id="{00805D61-EC0D-49EF-8F05-4DA618A3C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1950" y="939801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9829" name="Freeform 5">
            <a:extLst>
              <a:ext uri="{FF2B5EF4-FFF2-40B4-BE49-F238E27FC236}">
                <a16:creationId xmlns:a16="http://schemas.microsoft.com/office/drawing/2014/main" id="{5205F36A-77EA-467E-9F45-2DFDA95736DB}"/>
              </a:ext>
            </a:extLst>
          </p:cNvPr>
          <p:cNvSpPr>
            <a:spLocks/>
          </p:cNvSpPr>
          <p:nvPr/>
        </p:nvSpPr>
        <p:spPr bwMode="auto">
          <a:xfrm>
            <a:off x="2514600" y="4286250"/>
            <a:ext cx="4878388" cy="2266950"/>
          </a:xfrm>
          <a:custGeom>
            <a:avLst/>
            <a:gdLst>
              <a:gd name="T0" fmla="*/ 286 w 3073"/>
              <a:gd name="T1" fmla="*/ 485 h 1428"/>
              <a:gd name="T2" fmla="*/ 379 w 3073"/>
              <a:gd name="T3" fmla="*/ 421 h 1428"/>
              <a:gd name="T4" fmla="*/ 442 w 3073"/>
              <a:gd name="T5" fmla="*/ 368 h 1428"/>
              <a:gd name="T6" fmla="*/ 567 w 3073"/>
              <a:gd name="T7" fmla="*/ 315 h 1428"/>
              <a:gd name="T8" fmla="*/ 598 w 3073"/>
              <a:gd name="T9" fmla="*/ 303 h 1428"/>
              <a:gd name="T10" fmla="*/ 661 w 3073"/>
              <a:gd name="T11" fmla="*/ 282 h 1428"/>
              <a:gd name="T12" fmla="*/ 723 w 3073"/>
              <a:gd name="T13" fmla="*/ 261 h 1428"/>
              <a:gd name="T14" fmla="*/ 1079 w 3073"/>
              <a:gd name="T15" fmla="*/ 165 h 1428"/>
              <a:gd name="T16" fmla="*/ 1360 w 3073"/>
              <a:gd name="T17" fmla="*/ 132 h 1428"/>
              <a:gd name="T18" fmla="*/ 1642 w 3073"/>
              <a:gd name="T19" fmla="*/ 142 h 1428"/>
              <a:gd name="T20" fmla="*/ 1930 w 3073"/>
              <a:gd name="T21" fmla="*/ 105 h 1428"/>
              <a:gd name="T22" fmla="*/ 2106 w 3073"/>
              <a:gd name="T23" fmla="*/ 74 h 1428"/>
              <a:gd name="T24" fmla="*/ 2356 w 3073"/>
              <a:gd name="T25" fmla="*/ 36 h 1428"/>
              <a:gd name="T26" fmla="*/ 2607 w 3073"/>
              <a:gd name="T27" fmla="*/ 17 h 1428"/>
              <a:gd name="T28" fmla="*/ 2920 w 3073"/>
              <a:gd name="T29" fmla="*/ 61 h 1428"/>
              <a:gd name="T30" fmla="*/ 2995 w 3073"/>
              <a:gd name="T31" fmla="*/ 149 h 1428"/>
              <a:gd name="T32" fmla="*/ 3051 w 3073"/>
              <a:gd name="T33" fmla="*/ 330 h 1428"/>
              <a:gd name="T34" fmla="*/ 2863 w 3073"/>
              <a:gd name="T35" fmla="*/ 537 h 1428"/>
              <a:gd name="T36" fmla="*/ 2481 w 3073"/>
              <a:gd name="T37" fmla="*/ 700 h 1428"/>
              <a:gd name="T38" fmla="*/ 2102 w 3073"/>
              <a:gd name="T39" fmla="*/ 893 h 1428"/>
              <a:gd name="T40" fmla="*/ 2019 w 3073"/>
              <a:gd name="T41" fmla="*/ 1012 h 1428"/>
              <a:gd name="T42" fmla="*/ 1956 w 3073"/>
              <a:gd name="T43" fmla="*/ 1129 h 1428"/>
              <a:gd name="T44" fmla="*/ 1914 w 3073"/>
              <a:gd name="T45" fmla="*/ 1215 h 1428"/>
              <a:gd name="T46" fmla="*/ 1778 w 3073"/>
              <a:gd name="T47" fmla="*/ 1355 h 1428"/>
              <a:gd name="T48" fmla="*/ 1340 w 3073"/>
              <a:gd name="T49" fmla="*/ 1408 h 1428"/>
              <a:gd name="T50" fmla="*/ 807 w 3073"/>
              <a:gd name="T51" fmla="*/ 1365 h 1428"/>
              <a:gd name="T52" fmla="*/ 462 w 3073"/>
              <a:gd name="T53" fmla="*/ 1248 h 1428"/>
              <a:gd name="T54" fmla="*/ 390 w 3073"/>
              <a:gd name="T55" fmla="*/ 1226 h 1428"/>
              <a:gd name="T56" fmla="*/ 368 w 3073"/>
              <a:gd name="T57" fmla="*/ 1205 h 1428"/>
              <a:gd name="T58" fmla="*/ 296 w 3073"/>
              <a:gd name="T59" fmla="*/ 1172 h 1428"/>
              <a:gd name="T60" fmla="*/ 96 w 3073"/>
              <a:gd name="T61" fmla="*/ 1023 h 1428"/>
              <a:gd name="T62" fmla="*/ 108 w 3073"/>
              <a:gd name="T63" fmla="*/ 582 h 1428"/>
              <a:gd name="T64" fmla="*/ 286 w 3073"/>
              <a:gd name="T65" fmla="*/ 485 h 1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073" h="1428">
                <a:moveTo>
                  <a:pt x="286" y="485"/>
                </a:moveTo>
                <a:cubicBezTo>
                  <a:pt x="317" y="463"/>
                  <a:pt x="354" y="449"/>
                  <a:pt x="379" y="421"/>
                </a:cubicBezTo>
                <a:cubicBezTo>
                  <a:pt x="404" y="395"/>
                  <a:pt x="410" y="384"/>
                  <a:pt x="442" y="368"/>
                </a:cubicBezTo>
                <a:cubicBezTo>
                  <a:pt x="481" y="348"/>
                  <a:pt x="527" y="329"/>
                  <a:pt x="567" y="315"/>
                </a:cubicBezTo>
                <a:cubicBezTo>
                  <a:pt x="577" y="311"/>
                  <a:pt x="588" y="307"/>
                  <a:pt x="598" y="303"/>
                </a:cubicBezTo>
                <a:cubicBezTo>
                  <a:pt x="619" y="295"/>
                  <a:pt x="640" y="288"/>
                  <a:pt x="661" y="282"/>
                </a:cubicBezTo>
                <a:cubicBezTo>
                  <a:pt x="682" y="275"/>
                  <a:pt x="723" y="261"/>
                  <a:pt x="723" y="261"/>
                </a:cubicBezTo>
                <a:cubicBezTo>
                  <a:pt x="822" y="192"/>
                  <a:pt x="963" y="178"/>
                  <a:pt x="1079" y="165"/>
                </a:cubicBezTo>
                <a:cubicBezTo>
                  <a:pt x="1171" y="144"/>
                  <a:pt x="1360" y="132"/>
                  <a:pt x="1360" y="132"/>
                </a:cubicBezTo>
                <a:cubicBezTo>
                  <a:pt x="1454" y="136"/>
                  <a:pt x="1548" y="136"/>
                  <a:pt x="1642" y="142"/>
                </a:cubicBezTo>
                <a:cubicBezTo>
                  <a:pt x="1650" y="142"/>
                  <a:pt x="1924" y="102"/>
                  <a:pt x="1930" y="105"/>
                </a:cubicBezTo>
                <a:cubicBezTo>
                  <a:pt x="1952" y="111"/>
                  <a:pt x="2106" y="74"/>
                  <a:pt x="2106" y="74"/>
                </a:cubicBezTo>
                <a:cubicBezTo>
                  <a:pt x="2143" y="101"/>
                  <a:pt x="2313" y="22"/>
                  <a:pt x="2356" y="36"/>
                </a:cubicBezTo>
                <a:cubicBezTo>
                  <a:pt x="2372" y="53"/>
                  <a:pt x="2591" y="0"/>
                  <a:pt x="2607" y="17"/>
                </a:cubicBezTo>
                <a:cubicBezTo>
                  <a:pt x="2616" y="26"/>
                  <a:pt x="2912" y="51"/>
                  <a:pt x="2920" y="61"/>
                </a:cubicBezTo>
                <a:cubicBezTo>
                  <a:pt x="2972" y="86"/>
                  <a:pt x="2981" y="107"/>
                  <a:pt x="2995" y="149"/>
                </a:cubicBezTo>
                <a:cubicBezTo>
                  <a:pt x="3017" y="194"/>
                  <a:pt x="3073" y="265"/>
                  <a:pt x="3051" y="330"/>
                </a:cubicBezTo>
                <a:cubicBezTo>
                  <a:pt x="3064" y="372"/>
                  <a:pt x="2963" y="524"/>
                  <a:pt x="2863" y="537"/>
                </a:cubicBezTo>
                <a:cubicBezTo>
                  <a:pt x="2879" y="587"/>
                  <a:pt x="2455" y="657"/>
                  <a:pt x="2481" y="700"/>
                </a:cubicBezTo>
                <a:cubicBezTo>
                  <a:pt x="2350" y="757"/>
                  <a:pt x="2160" y="805"/>
                  <a:pt x="2102" y="893"/>
                </a:cubicBezTo>
                <a:cubicBezTo>
                  <a:pt x="2088" y="938"/>
                  <a:pt x="2051" y="978"/>
                  <a:pt x="2019" y="1012"/>
                </a:cubicBezTo>
                <a:cubicBezTo>
                  <a:pt x="2003" y="1059"/>
                  <a:pt x="1991" y="1094"/>
                  <a:pt x="1956" y="1129"/>
                </a:cubicBezTo>
                <a:cubicBezTo>
                  <a:pt x="1933" y="1204"/>
                  <a:pt x="1951" y="1178"/>
                  <a:pt x="1914" y="1215"/>
                </a:cubicBezTo>
                <a:cubicBezTo>
                  <a:pt x="1897" y="1270"/>
                  <a:pt x="1831" y="1338"/>
                  <a:pt x="1778" y="1355"/>
                </a:cubicBezTo>
                <a:cubicBezTo>
                  <a:pt x="1671" y="1428"/>
                  <a:pt x="1463" y="1402"/>
                  <a:pt x="1340" y="1408"/>
                </a:cubicBezTo>
                <a:cubicBezTo>
                  <a:pt x="1033" y="1401"/>
                  <a:pt x="1009" y="1416"/>
                  <a:pt x="807" y="1365"/>
                </a:cubicBezTo>
                <a:cubicBezTo>
                  <a:pt x="703" y="1296"/>
                  <a:pt x="584" y="1265"/>
                  <a:pt x="462" y="1248"/>
                </a:cubicBezTo>
                <a:cubicBezTo>
                  <a:pt x="438" y="1239"/>
                  <a:pt x="412" y="1238"/>
                  <a:pt x="390" y="1226"/>
                </a:cubicBezTo>
                <a:cubicBezTo>
                  <a:pt x="381" y="1222"/>
                  <a:pt x="376" y="1210"/>
                  <a:pt x="368" y="1205"/>
                </a:cubicBezTo>
                <a:cubicBezTo>
                  <a:pt x="338" y="1184"/>
                  <a:pt x="327" y="1183"/>
                  <a:pt x="296" y="1172"/>
                </a:cubicBezTo>
                <a:cubicBezTo>
                  <a:pt x="235" y="1112"/>
                  <a:pt x="157" y="1082"/>
                  <a:pt x="96" y="1023"/>
                </a:cubicBezTo>
                <a:cubicBezTo>
                  <a:pt x="53" y="886"/>
                  <a:pt x="0" y="693"/>
                  <a:pt x="108" y="582"/>
                </a:cubicBezTo>
                <a:cubicBezTo>
                  <a:pt x="131" y="510"/>
                  <a:pt x="218" y="485"/>
                  <a:pt x="286" y="48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89830" name="Oval 6">
            <a:extLst>
              <a:ext uri="{FF2B5EF4-FFF2-40B4-BE49-F238E27FC236}">
                <a16:creationId xmlns:a16="http://schemas.microsoft.com/office/drawing/2014/main" id="{6DB30D2C-640E-4386-BD0C-179068A5D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55626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s</a:t>
            </a:r>
          </a:p>
        </p:txBody>
      </p:sp>
      <p:sp>
        <p:nvSpPr>
          <p:cNvPr id="589831" name="Oval 7">
            <a:extLst>
              <a:ext uri="{FF2B5EF4-FFF2-40B4-BE49-F238E27FC236}">
                <a16:creationId xmlns:a16="http://schemas.microsoft.com/office/drawing/2014/main" id="{5CC8EC05-4129-45AC-8468-1873164345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638801"/>
            <a:ext cx="223838" cy="2270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9832" name="Oval 8">
            <a:extLst>
              <a:ext uri="{FF2B5EF4-FFF2-40B4-BE49-F238E27FC236}">
                <a16:creationId xmlns:a16="http://schemas.microsoft.com/office/drawing/2014/main" id="{539BEA7B-B697-431D-80EC-0F3F10CFCB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51054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9833" name="Oval 9">
            <a:extLst>
              <a:ext uri="{FF2B5EF4-FFF2-40B4-BE49-F238E27FC236}">
                <a16:creationId xmlns:a16="http://schemas.microsoft.com/office/drawing/2014/main" id="{BCCBCB0E-3A0E-402F-AC6B-26886B3231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1564" y="5486400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9834" name="Oval 10">
            <a:extLst>
              <a:ext uri="{FF2B5EF4-FFF2-40B4-BE49-F238E27FC236}">
                <a16:creationId xmlns:a16="http://schemas.microsoft.com/office/drawing/2014/main" id="{FFF33C74-6CB1-4854-BA98-6C7F1462FC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5943601"/>
            <a:ext cx="223838" cy="2270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9835" name="Oval 11">
            <a:extLst>
              <a:ext uri="{FF2B5EF4-FFF2-40B4-BE49-F238E27FC236}">
                <a16:creationId xmlns:a16="http://schemas.microsoft.com/office/drawing/2014/main" id="{54E0A17B-919A-4628-AAA8-D97DCD44E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4764" y="5486400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9836" name="Oval 12">
            <a:extLst>
              <a:ext uri="{FF2B5EF4-FFF2-40B4-BE49-F238E27FC236}">
                <a16:creationId xmlns:a16="http://schemas.microsoft.com/office/drawing/2014/main" id="{40FF2019-EC56-47B9-BCFC-2DD72707D8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59436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9837" name="Oval 13">
            <a:extLst>
              <a:ext uri="{FF2B5EF4-FFF2-40B4-BE49-F238E27FC236}">
                <a16:creationId xmlns:a16="http://schemas.microsoft.com/office/drawing/2014/main" id="{0CDC7B06-E40F-4A39-8A83-086835626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6564" y="4572000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v</a:t>
            </a:r>
          </a:p>
        </p:txBody>
      </p:sp>
      <p:sp>
        <p:nvSpPr>
          <p:cNvPr id="589838" name="Oval 14">
            <a:extLst>
              <a:ext uri="{FF2B5EF4-FFF2-40B4-BE49-F238E27FC236}">
                <a16:creationId xmlns:a16="http://schemas.microsoft.com/office/drawing/2014/main" id="{1F17DC1A-46D0-4E4C-A4C6-DAD9C83823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4953000"/>
            <a:ext cx="223838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u</a:t>
            </a:r>
          </a:p>
        </p:txBody>
      </p:sp>
      <p:cxnSp>
        <p:nvCxnSpPr>
          <p:cNvPr id="589839" name="AutoShape 15">
            <a:extLst>
              <a:ext uri="{FF2B5EF4-FFF2-40B4-BE49-F238E27FC236}">
                <a16:creationId xmlns:a16="http://schemas.microsoft.com/office/drawing/2014/main" id="{D533C9CB-9A5E-4CF3-A14B-075A9665BF59}"/>
              </a:ext>
            </a:extLst>
          </p:cNvPr>
          <p:cNvCxnSpPr>
            <a:cxnSpLocks noChangeShapeType="1"/>
            <a:stCxn id="589838" idx="6"/>
            <a:endCxn id="589837" idx="2"/>
          </p:cNvCxnSpPr>
          <p:nvPr/>
        </p:nvCxnSpPr>
        <p:spPr bwMode="auto">
          <a:xfrm flipV="1">
            <a:off x="5100639" y="4686300"/>
            <a:ext cx="1685925" cy="3810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89840" name="Text Box 16">
            <a:extLst>
              <a:ext uri="{FF2B5EF4-FFF2-40B4-BE49-F238E27FC236}">
                <a16:creationId xmlns:a16="http://schemas.microsoft.com/office/drawing/2014/main" id="{C74072E9-03E8-464F-BAF2-D999B556A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6" y="4638676"/>
            <a:ext cx="484107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/>
              <a:t>d(u)</a:t>
            </a:r>
          </a:p>
        </p:txBody>
      </p:sp>
      <p:cxnSp>
        <p:nvCxnSpPr>
          <p:cNvPr id="589841" name="AutoShape 17">
            <a:extLst>
              <a:ext uri="{FF2B5EF4-FFF2-40B4-BE49-F238E27FC236}">
                <a16:creationId xmlns:a16="http://schemas.microsoft.com/office/drawing/2014/main" id="{D08DDC3C-6253-40F3-99C9-2E0A7ABD3158}"/>
              </a:ext>
            </a:extLst>
          </p:cNvPr>
          <p:cNvCxnSpPr>
            <a:cxnSpLocks noChangeShapeType="1"/>
            <a:stCxn id="589833" idx="7"/>
            <a:endCxn id="589837" idx="3"/>
          </p:cNvCxnSpPr>
          <p:nvPr/>
        </p:nvCxnSpPr>
        <p:spPr bwMode="auto">
          <a:xfrm flipV="1">
            <a:off x="5072064" y="4767264"/>
            <a:ext cx="1747837" cy="752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2" name="AutoShape 18">
            <a:extLst>
              <a:ext uri="{FF2B5EF4-FFF2-40B4-BE49-F238E27FC236}">
                <a16:creationId xmlns:a16="http://schemas.microsoft.com/office/drawing/2014/main" id="{4E6746FD-CBE8-4329-BA7E-A6018CDFBAF4}"/>
              </a:ext>
            </a:extLst>
          </p:cNvPr>
          <p:cNvCxnSpPr>
            <a:cxnSpLocks noChangeShapeType="1"/>
            <a:stCxn id="589833" idx="6"/>
            <a:endCxn id="589835" idx="2"/>
          </p:cNvCxnSpPr>
          <p:nvPr/>
        </p:nvCxnSpPr>
        <p:spPr bwMode="auto">
          <a:xfrm>
            <a:off x="5105401" y="5600700"/>
            <a:ext cx="2519363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3" name="AutoShape 19">
            <a:extLst>
              <a:ext uri="{FF2B5EF4-FFF2-40B4-BE49-F238E27FC236}">
                <a16:creationId xmlns:a16="http://schemas.microsoft.com/office/drawing/2014/main" id="{DF55125A-0C46-44D8-98B1-63B32BB2D298}"/>
              </a:ext>
            </a:extLst>
          </p:cNvPr>
          <p:cNvCxnSpPr>
            <a:cxnSpLocks noChangeShapeType="1"/>
            <a:stCxn id="589834" idx="6"/>
            <a:endCxn id="589836" idx="2"/>
          </p:cNvCxnSpPr>
          <p:nvPr/>
        </p:nvCxnSpPr>
        <p:spPr bwMode="auto">
          <a:xfrm>
            <a:off x="4719638" y="6057900"/>
            <a:ext cx="1757362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4" name="AutoShape 20">
            <a:extLst>
              <a:ext uri="{FF2B5EF4-FFF2-40B4-BE49-F238E27FC236}">
                <a16:creationId xmlns:a16="http://schemas.microsoft.com/office/drawing/2014/main" id="{F424BA2F-FC11-40BC-BD51-8FAE85A675DA}"/>
              </a:ext>
            </a:extLst>
          </p:cNvPr>
          <p:cNvCxnSpPr>
            <a:cxnSpLocks noChangeShapeType="1"/>
            <a:stCxn id="589837" idx="5"/>
            <a:endCxn id="589835" idx="1"/>
          </p:cNvCxnSpPr>
          <p:nvPr/>
        </p:nvCxnSpPr>
        <p:spPr bwMode="auto">
          <a:xfrm>
            <a:off x="6977064" y="4767264"/>
            <a:ext cx="681037" cy="752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5" name="AutoShape 21">
            <a:extLst>
              <a:ext uri="{FF2B5EF4-FFF2-40B4-BE49-F238E27FC236}">
                <a16:creationId xmlns:a16="http://schemas.microsoft.com/office/drawing/2014/main" id="{EFAF4681-91A1-4A14-82D6-98A69C26CAD8}"/>
              </a:ext>
            </a:extLst>
          </p:cNvPr>
          <p:cNvCxnSpPr>
            <a:cxnSpLocks noChangeShapeType="1"/>
            <a:stCxn id="589836" idx="6"/>
            <a:endCxn id="589835" idx="3"/>
          </p:cNvCxnSpPr>
          <p:nvPr/>
        </p:nvCxnSpPr>
        <p:spPr bwMode="auto">
          <a:xfrm flipV="1">
            <a:off x="6700838" y="5681664"/>
            <a:ext cx="957262" cy="3762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6" name="AutoShape 22">
            <a:extLst>
              <a:ext uri="{FF2B5EF4-FFF2-40B4-BE49-F238E27FC236}">
                <a16:creationId xmlns:a16="http://schemas.microsoft.com/office/drawing/2014/main" id="{C2C40EAD-5094-4D13-A651-D5FD67B0A1D4}"/>
              </a:ext>
            </a:extLst>
          </p:cNvPr>
          <p:cNvCxnSpPr>
            <a:cxnSpLocks noChangeShapeType="1"/>
            <a:stCxn id="589830" idx="7"/>
            <a:endCxn id="589832" idx="3"/>
          </p:cNvCxnSpPr>
          <p:nvPr/>
        </p:nvCxnSpPr>
        <p:spPr bwMode="auto">
          <a:xfrm flipV="1">
            <a:off x="3238500" y="5300664"/>
            <a:ext cx="909638" cy="2952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7" name="AutoShape 23">
            <a:extLst>
              <a:ext uri="{FF2B5EF4-FFF2-40B4-BE49-F238E27FC236}">
                <a16:creationId xmlns:a16="http://schemas.microsoft.com/office/drawing/2014/main" id="{98917BCA-9994-4C6D-9397-F4913B9BE4C0}"/>
              </a:ext>
            </a:extLst>
          </p:cNvPr>
          <p:cNvCxnSpPr>
            <a:cxnSpLocks noChangeShapeType="1"/>
            <a:stCxn id="589830" idx="6"/>
            <a:endCxn id="589831" idx="2"/>
          </p:cNvCxnSpPr>
          <p:nvPr/>
        </p:nvCxnSpPr>
        <p:spPr bwMode="auto">
          <a:xfrm>
            <a:off x="3271838" y="5676900"/>
            <a:ext cx="614362" cy="762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8" name="AutoShape 24">
            <a:extLst>
              <a:ext uri="{FF2B5EF4-FFF2-40B4-BE49-F238E27FC236}">
                <a16:creationId xmlns:a16="http://schemas.microsoft.com/office/drawing/2014/main" id="{CE045747-429C-4790-93BF-AAF6029FAF9A}"/>
              </a:ext>
            </a:extLst>
          </p:cNvPr>
          <p:cNvCxnSpPr>
            <a:cxnSpLocks noChangeShapeType="1"/>
            <a:stCxn id="589831" idx="5"/>
            <a:endCxn id="589834" idx="2"/>
          </p:cNvCxnSpPr>
          <p:nvPr/>
        </p:nvCxnSpPr>
        <p:spPr bwMode="auto">
          <a:xfrm>
            <a:off x="4076700" y="5832476"/>
            <a:ext cx="419100" cy="2254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49" name="AutoShape 25">
            <a:extLst>
              <a:ext uri="{FF2B5EF4-FFF2-40B4-BE49-F238E27FC236}">
                <a16:creationId xmlns:a16="http://schemas.microsoft.com/office/drawing/2014/main" id="{8C357ECF-0F05-4360-BB47-4D3E91BFE968}"/>
              </a:ext>
            </a:extLst>
          </p:cNvPr>
          <p:cNvCxnSpPr>
            <a:cxnSpLocks noChangeShapeType="1"/>
            <a:stCxn id="589831" idx="6"/>
            <a:endCxn id="589833" idx="2"/>
          </p:cNvCxnSpPr>
          <p:nvPr/>
        </p:nvCxnSpPr>
        <p:spPr bwMode="auto">
          <a:xfrm flipV="1">
            <a:off x="4110039" y="5600700"/>
            <a:ext cx="771525" cy="152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50" name="AutoShape 26">
            <a:extLst>
              <a:ext uri="{FF2B5EF4-FFF2-40B4-BE49-F238E27FC236}">
                <a16:creationId xmlns:a16="http://schemas.microsoft.com/office/drawing/2014/main" id="{F3BD4D5D-13D9-409C-B1B4-6C0E719E3219}"/>
              </a:ext>
            </a:extLst>
          </p:cNvPr>
          <p:cNvCxnSpPr>
            <a:cxnSpLocks noChangeShapeType="1"/>
            <a:stCxn id="589838" idx="4"/>
            <a:endCxn id="589833" idx="0"/>
          </p:cNvCxnSpPr>
          <p:nvPr/>
        </p:nvCxnSpPr>
        <p:spPr bwMode="auto">
          <a:xfrm>
            <a:off x="4989513" y="5181600"/>
            <a:ext cx="4762" cy="3048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9851" name="AutoShape 27">
            <a:extLst>
              <a:ext uri="{FF2B5EF4-FFF2-40B4-BE49-F238E27FC236}">
                <a16:creationId xmlns:a16="http://schemas.microsoft.com/office/drawing/2014/main" id="{DBAD7149-0D13-431C-9DC4-A93DB0F480AB}"/>
              </a:ext>
            </a:extLst>
          </p:cNvPr>
          <p:cNvCxnSpPr>
            <a:cxnSpLocks noChangeShapeType="1"/>
            <a:stCxn id="589832" idx="6"/>
            <a:endCxn id="589838" idx="2"/>
          </p:cNvCxnSpPr>
          <p:nvPr/>
        </p:nvCxnSpPr>
        <p:spPr bwMode="auto">
          <a:xfrm flipV="1">
            <a:off x="4338638" y="5067300"/>
            <a:ext cx="538162" cy="152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89852" name="Line 28">
            <a:extLst>
              <a:ext uri="{FF2B5EF4-FFF2-40B4-BE49-F238E27FC236}">
                <a16:creationId xmlns:a16="http://schemas.microsoft.com/office/drawing/2014/main" id="{BEE50AB2-D0E9-4603-A3D0-23CCF501C3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4634" y="2677495"/>
            <a:ext cx="2305165" cy="5568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89853" name="Text Box 29">
            <a:extLst>
              <a:ext uri="{FF2B5EF4-FFF2-40B4-BE49-F238E27FC236}">
                <a16:creationId xmlns:a16="http://schemas.microsoft.com/office/drawing/2014/main" id="{BCBBA7FB-3F01-478C-871A-371C8A315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103781"/>
            <a:ext cx="2895600" cy="101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dirty="0"/>
              <a:t>shortest path to some u in explored part, followed by a single edge (u, v)</a:t>
            </a:r>
          </a:p>
        </p:txBody>
      </p:sp>
      <p:sp>
        <p:nvSpPr>
          <p:cNvPr id="589854" name="Text Box 30">
            <a:extLst>
              <a:ext uri="{FF2B5EF4-FFF2-40B4-BE49-F238E27FC236}">
                <a16:creationId xmlns:a16="http://schemas.microsoft.com/office/drawing/2014/main" id="{F7C3C8C2-11C7-46EC-A422-FC8B910A4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181601"/>
            <a:ext cx="26770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/>
              <a:t>S</a:t>
            </a:r>
          </a:p>
        </p:txBody>
      </p:sp>
      <p:sp>
        <p:nvSpPr>
          <p:cNvPr id="589855" name="Text Box 31">
            <a:extLst>
              <a:ext uri="{FF2B5EF4-FFF2-40B4-BE49-F238E27FC236}">
                <a16:creationId xmlns:a16="http://schemas.microsoft.com/office/drawing/2014/main" id="{C6A12F9F-7B26-40BA-A0D6-2B6F3C0E0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5976" y="4451350"/>
            <a:ext cx="315792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dirty="0">
                <a:sym typeface="MT Extra" panose="05050102010205020202" pitchFamily="18" charset="2"/>
              </a:rPr>
              <a:t>l</a:t>
            </a:r>
            <a:r>
              <a:rPr lang="en-US" altLang="en-US" baseline="-25000" dirty="0">
                <a:sym typeface="MT Extra" panose="05050102010205020202" pitchFamily="18" charset="2"/>
              </a:rPr>
              <a:t>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>
            <a:extLst>
              <a:ext uri="{FF2B5EF4-FFF2-40B4-BE49-F238E27FC236}">
                <a16:creationId xmlns:a16="http://schemas.microsoft.com/office/drawing/2014/main" id="{3927FC88-2F4B-4077-8EC0-A7686E9D7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56455" y="-213519"/>
            <a:ext cx="10515600" cy="1325563"/>
          </a:xfrm>
        </p:spPr>
        <p:txBody>
          <a:bodyPr/>
          <a:lstStyle/>
          <a:p>
            <a:r>
              <a:rPr lang="en-US" altLang="en-US" dirty="0"/>
              <a:t>Dijkstra's Algorithm:  Proof of Correctness</a:t>
            </a:r>
          </a:p>
        </p:txBody>
      </p:sp>
      <p:sp>
        <p:nvSpPr>
          <p:cNvPr id="598019" name="Rectangle 3">
            <a:extLst>
              <a:ext uri="{FF2B5EF4-FFF2-40B4-BE49-F238E27FC236}">
                <a16:creationId xmlns:a16="http://schemas.microsoft.com/office/drawing/2014/main" id="{D77A4E77-701D-4834-8D8B-8CE7BFD72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1608" y="886171"/>
            <a:ext cx="9889764" cy="4280796"/>
          </a:xfrm>
        </p:spPr>
        <p:txBody>
          <a:bodyPr>
            <a:normAutofit lnSpcReduction="10000"/>
          </a:bodyPr>
          <a:lstStyle/>
          <a:p>
            <a:pPr defTabSz="488950">
              <a:tabLst>
                <a:tab pos="1778000" algn="l"/>
              </a:tabLst>
            </a:pPr>
            <a:r>
              <a:rPr lang="en-US" altLang="en-US" dirty="0"/>
              <a:t>Invariant.  </a:t>
            </a:r>
            <a:r>
              <a:rPr lang="en-US" altLang="en-US" dirty="0">
                <a:solidFill>
                  <a:schemeClr val="tx1"/>
                </a:solidFill>
              </a:rPr>
              <a:t>For each node u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 S</a:t>
            </a:r>
            <a:r>
              <a:rPr lang="en-US" altLang="en-US" dirty="0">
                <a:solidFill>
                  <a:schemeClr val="tx1"/>
                </a:solidFill>
              </a:rPr>
              <a:t>, d(u) is the length of the shortest s-u path.</a:t>
            </a:r>
          </a:p>
          <a:p>
            <a:pPr defTabSz="488950">
              <a:tabLst>
                <a:tab pos="1778000" algn="l"/>
              </a:tabLst>
            </a:pPr>
            <a:r>
              <a:rPr lang="en-US" altLang="en-US" dirty="0"/>
              <a:t>Pf.  </a:t>
            </a:r>
            <a:r>
              <a:rPr lang="en-US" altLang="en-US" dirty="0">
                <a:solidFill>
                  <a:schemeClr val="hlink"/>
                </a:solidFill>
              </a:rPr>
              <a:t>(by induction on |S|)</a:t>
            </a:r>
          </a:p>
          <a:p>
            <a:pPr defTabSz="488950">
              <a:tabLst>
                <a:tab pos="1778000" algn="l"/>
              </a:tabLst>
            </a:pPr>
            <a:r>
              <a:rPr lang="en-US" altLang="en-US" dirty="0"/>
              <a:t>Base case:</a:t>
            </a:r>
            <a:r>
              <a:rPr lang="en-US" altLang="en-US" dirty="0">
                <a:solidFill>
                  <a:schemeClr val="tx1"/>
                </a:solidFill>
              </a:rPr>
              <a:t>  |S| = 1 is trivial.</a:t>
            </a:r>
          </a:p>
          <a:p>
            <a:pPr defTabSz="488950">
              <a:tabLst>
                <a:tab pos="1778000" algn="l"/>
              </a:tabLst>
            </a:pPr>
            <a:r>
              <a:rPr lang="en-US" altLang="en-US" dirty="0"/>
              <a:t>Inductive hypothesis:</a:t>
            </a:r>
            <a:r>
              <a:rPr lang="en-US" altLang="en-US" dirty="0">
                <a:solidFill>
                  <a:schemeClr val="tx1"/>
                </a:solidFill>
              </a:rPr>
              <a:t>  Assume true for |S| = k 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  1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lvl="1" defTabSz="488950">
              <a:tabLst>
                <a:tab pos="1778000" algn="l"/>
              </a:tabLst>
            </a:pPr>
            <a:r>
              <a:rPr lang="en-US" altLang="en-US" dirty="0"/>
              <a:t>Let v be next node added to S and let u-v be the chosen edge.</a:t>
            </a:r>
          </a:p>
          <a:p>
            <a:pPr lvl="1" defTabSz="488950">
              <a:tabLst>
                <a:tab pos="1778000" algn="l"/>
              </a:tabLst>
            </a:pPr>
            <a:r>
              <a:rPr lang="en-US" altLang="en-US" dirty="0"/>
              <a:t>The shortest s-u path plus (u, v) is an s-v path of length </a:t>
            </a:r>
            <a:r>
              <a:rPr lang="en-US" altLang="en-US" dirty="0">
                <a:sym typeface="Symbol" panose="05050102010706020507" pitchFamily="18" charset="2"/>
              </a:rPr>
              <a:t>(v).</a:t>
            </a:r>
            <a:endParaRPr lang="en-US" altLang="en-US" dirty="0"/>
          </a:p>
          <a:p>
            <a:pPr lvl="1" defTabSz="488950">
              <a:tabLst>
                <a:tab pos="1778000" algn="l"/>
              </a:tabLst>
            </a:pPr>
            <a:r>
              <a:rPr lang="en-US" altLang="en-US" dirty="0"/>
              <a:t>Consider any s-v path P. We'll see that it's no shorter than </a:t>
            </a:r>
            <a:r>
              <a:rPr lang="en-US" altLang="en-US" dirty="0">
                <a:sym typeface="Symbol" panose="05050102010706020507" pitchFamily="18" charset="2"/>
              </a:rPr>
              <a:t>(v)</a:t>
            </a:r>
            <a:r>
              <a:rPr lang="en-US" altLang="en-US" dirty="0"/>
              <a:t>.</a:t>
            </a:r>
          </a:p>
          <a:p>
            <a:pPr lvl="1" defTabSz="488950">
              <a:tabLst>
                <a:tab pos="1778000" algn="l"/>
              </a:tabLst>
            </a:pPr>
            <a:r>
              <a:rPr lang="en-US" altLang="en-US" dirty="0"/>
              <a:t>Let x-y be the first edge in P that leaves S,</a:t>
            </a:r>
            <a:br>
              <a:rPr lang="en-US" altLang="en-US" dirty="0"/>
            </a:br>
            <a:r>
              <a:rPr lang="en-US" altLang="en-US" dirty="0"/>
              <a:t>and let P' be the sub-path to x.</a:t>
            </a:r>
          </a:p>
          <a:p>
            <a:pPr lvl="1" defTabSz="488950">
              <a:tabLst>
                <a:tab pos="1778000" algn="l"/>
              </a:tabLst>
            </a:pPr>
            <a:r>
              <a:rPr lang="en-US" altLang="en-US" dirty="0"/>
              <a:t>P is already too long as soon as it leaves S.</a:t>
            </a:r>
          </a:p>
          <a:p>
            <a:pPr lvl="1" defTabSz="488950">
              <a:tabLst>
                <a:tab pos="1778000" algn="l"/>
              </a:tabLst>
            </a:pPr>
            <a:endParaRPr lang="en-US" altLang="en-US" dirty="0"/>
          </a:p>
        </p:txBody>
      </p:sp>
      <p:sp>
        <p:nvSpPr>
          <p:cNvPr id="598020" name="Rectangle 4">
            <a:extLst>
              <a:ext uri="{FF2B5EF4-FFF2-40B4-BE49-F238E27FC236}">
                <a16:creationId xmlns:a16="http://schemas.microsoft.com/office/drawing/2014/main" id="{A9931F62-A036-4835-973E-B3097DBAC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82" y="5335281"/>
            <a:ext cx="817418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64117" tIns="91440" rIns="164117" bIns="91440">
            <a:spAutoFit/>
          </a:bodyPr>
          <a:lstStyle>
            <a:lvl1pPr defTabSz="820738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09575" defTabSz="820738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0738" defTabSz="820738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30313" defTabSz="820738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641475" defTabSz="820738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dirty="0">
                <a:latin typeface="+mn-lt"/>
              </a:rPr>
              <a:t> </a:t>
            </a:r>
            <a:r>
              <a:rPr lang="en-US" altLang="en-US" dirty="0">
                <a:latin typeface="+mn-lt"/>
                <a:sym typeface="MT Extra" panose="05050102010205020202" pitchFamily="18" charset="2"/>
              </a:rPr>
              <a:t>l(P)</a:t>
            </a:r>
            <a:r>
              <a:rPr lang="en-US" altLang="en-US" dirty="0">
                <a:latin typeface="+mn-lt"/>
              </a:rPr>
              <a:t>  </a:t>
            </a:r>
            <a:r>
              <a:rPr lang="en-US" altLang="en-US" dirty="0">
                <a:latin typeface="+mn-lt"/>
                <a:sym typeface="Symbol" panose="05050102010706020507" pitchFamily="18" charset="2"/>
              </a:rPr>
              <a:t></a:t>
            </a:r>
            <a:r>
              <a:rPr lang="en-US" altLang="en-US" dirty="0">
                <a:latin typeface="+mn-lt"/>
              </a:rPr>
              <a:t> </a:t>
            </a:r>
            <a:r>
              <a:rPr lang="en-US" altLang="en-US" dirty="0">
                <a:latin typeface="+mn-lt"/>
                <a:sym typeface="MT Extra" panose="05050102010205020202" pitchFamily="18" charset="2"/>
              </a:rPr>
              <a:t>l(P')</a:t>
            </a:r>
            <a:r>
              <a:rPr lang="en-US" altLang="en-US" dirty="0">
                <a:latin typeface="+mn-lt"/>
              </a:rPr>
              <a:t> + </a:t>
            </a:r>
            <a:r>
              <a:rPr lang="en-US" altLang="en-US" dirty="0">
                <a:latin typeface="+mn-lt"/>
                <a:sym typeface="MT Extra" panose="05050102010205020202" pitchFamily="18" charset="2"/>
              </a:rPr>
              <a:t>l(</a:t>
            </a:r>
            <a:r>
              <a:rPr lang="en-US" altLang="en-US" dirty="0" err="1">
                <a:latin typeface="+mn-lt"/>
                <a:sym typeface="MT Extra" panose="05050102010205020202" pitchFamily="18" charset="2"/>
              </a:rPr>
              <a:t>x,y</a:t>
            </a:r>
            <a:r>
              <a:rPr lang="en-US" altLang="en-US" dirty="0">
                <a:latin typeface="+mn-lt"/>
                <a:sym typeface="MT Extra" panose="05050102010205020202" pitchFamily="18" charset="2"/>
              </a:rPr>
              <a:t>)</a:t>
            </a:r>
            <a:r>
              <a:rPr lang="en-US" altLang="en-US" dirty="0">
                <a:latin typeface="+mn-lt"/>
              </a:rPr>
              <a:t>  </a:t>
            </a:r>
            <a:r>
              <a:rPr lang="en-US" altLang="en-US" dirty="0">
                <a:latin typeface="+mn-lt"/>
                <a:sym typeface="Symbol" panose="05050102010706020507" pitchFamily="18" charset="2"/>
              </a:rPr>
              <a:t>  d(x) + </a:t>
            </a:r>
            <a:r>
              <a:rPr lang="en-US" altLang="en-US" dirty="0">
                <a:latin typeface="+mn-lt"/>
                <a:sym typeface="MT Extra" panose="05050102010205020202" pitchFamily="18" charset="2"/>
              </a:rPr>
              <a:t>l(x, y) </a:t>
            </a:r>
            <a:r>
              <a:rPr lang="en-US" altLang="en-US" dirty="0">
                <a:latin typeface="+mn-lt"/>
              </a:rPr>
              <a:t> </a:t>
            </a:r>
            <a:r>
              <a:rPr lang="en-US" altLang="en-US" dirty="0">
                <a:latin typeface="+mn-lt"/>
                <a:sym typeface="Symbol" panose="05050102010706020507" pitchFamily="18" charset="2"/>
              </a:rPr>
              <a:t> </a:t>
            </a:r>
            <a:r>
              <a:rPr lang="el-GR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π</a:t>
            </a:r>
            <a:r>
              <a:rPr lang="en-US" altLang="en-US" dirty="0">
                <a:latin typeface="+mn-lt"/>
                <a:sym typeface="Symbol" panose="05050102010706020507" pitchFamily="18" charset="2"/>
              </a:rPr>
              <a:t>(y)   </a:t>
            </a:r>
            <a:r>
              <a:rPr lang="el-GR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π</a:t>
            </a:r>
            <a:r>
              <a:rPr lang="en-US" altLang="en-US" dirty="0">
                <a:latin typeface="+mn-lt"/>
                <a:sym typeface="Symbol" panose="05050102010706020507" pitchFamily="18" charset="2"/>
              </a:rPr>
              <a:t>(v)</a:t>
            </a:r>
          </a:p>
        </p:txBody>
      </p:sp>
      <p:sp>
        <p:nvSpPr>
          <p:cNvPr id="598021" name="Text Box 5">
            <a:extLst>
              <a:ext uri="{FF2B5EF4-FFF2-40B4-BE49-F238E27FC236}">
                <a16:creationId xmlns:a16="http://schemas.microsoft.com/office/drawing/2014/main" id="{06194CB6-2BE6-411F-A7C1-A26E1EB43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420" y="6117151"/>
            <a:ext cx="1476366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nonnegative</a:t>
            </a:r>
            <a:br>
              <a:rPr lang="en-US" altLang="en-US" sz="2000" dirty="0"/>
            </a:br>
            <a:r>
              <a:rPr lang="en-US" altLang="en-US" sz="2000" dirty="0"/>
              <a:t>weights</a:t>
            </a:r>
          </a:p>
        </p:txBody>
      </p:sp>
      <p:sp>
        <p:nvSpPr>
          <p:cNvPr id="598022" name="Text Box 6">
            <a:extLst>
              <a:ext uri="{FF2B5EF4-FFF2-40B4-BE49-F238E27FC236}">
                <a16:creationId xmlns:a16="http://schemas.microsoft.com/office/drawing/2014/main" id="{52DB1FAD-207B-4852-8D07-5AA808A08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17" y="6117151"/>
            <a:ext cx="1311321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inductive</a:t>
            </a:r>
            <a:br>
              <a:rPr lang="en-US" altLang="en-US" sz="2000" dirty="0"/>
            </a:br>
            <a:r>
              <a:rPr lang="en-US" altLang="en-US" sz="2000" dirty="0"/>
              <a:t>hypothesis</a:t>
            </a:r>
          </a:p>
        </p:txBody>
      </p:sp>
      <p:sp>
        <p:nvSpPr>
          <p:cNvPr id="598023" name="Text Box 7">
            <a:extLst>
              <a:ext uri="{FF2B5EF4-FFF2-40B4-BE49-F238E27FC236}">
                <a16:creationId xmlns:a16="http://schemas.microsoft.com/office/drawing/2014/main" id="{09BBEA52-F322-46BA-9A5C-A3180D12B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211" y="6471415"/>
            <a:ext cx="140198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 err="1"/>
              <a:t>defn</a:t>
            </a:r>
            <a:r>
              <a:rPr lang="en-US" altLang="en-US" sz="2000" dirty="0"/>
              <a:t> of </a:t>
            </a:r>
            <a:r>
              <a:rPr lang="en-US" altLang="en-US" sz="2000" dirty="0">
                <a:sym typeface="Symbol" panose="05050102010706020507" pitchFamily="18" charset="2"/>
              </a:rPr>
              <a:t>(y)</a:t>
            </a:r>
          </a:p>
        </p:txBody>
      </p:sp>
      <p:sp>
        <p:nvSpPr>
          <p:cNvPr id="598024" name="Text Box 8">
            <a:extLst>
              <a:ext uri="{FF2B5EF4-FFF2-40B4-BE49-F238E27FC236}">
                <a16:creationId xmlns:a16="http://schemas.microsoft.com/office/drawing/2014/main" id="{6AEC0F32-E08B-4B16-9291-B0E8DDFA3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99" y="5912393"/>
            <a:ext cx="1808893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Dijkstra chose v</a:t>
            </a:r>
            <a:br>
              <a:rPr lang="en-US" altLang="en-US" sz="2000" dirty="0"/>
            </a:br>
            <a:r>
              <a:rPr lang="en-US" altLang="en-US" sz="2000" dirty="0"/>
              <a:t>instead of y</a:t>
            </a:r>
          </a:p>
        </p:txBody>
      </p:sp>
      <p:sp>
        <p:nvSpPr>
          <p:cNvPr id="598025" name="Line 9">
            <a:extLst>
              <a:ext uri="{FF2B5EF4-FFF2-40B4-BE49-F238E27FC236}">
                <a16:creationId xmlns:a16="http://schemas.microsoft.com/office/drawing/2014/main" id="{DE800B53-FDC8-4D8E-BF86-1A84168EEA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77577" y="5786113"/>
            <a:ext cx="11496" cy="2171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8026" name="Line 10">
            <a:extLst>
              <a:ext uri="{FF2B5EF4-FFF2-40B4-BE49-F238E27FC236}">
                <a16:creationId xmlns:a16="http://schemas.microsoft.com/office/drawing/2014/main" id="{9730D85B-2E57-416C-BAAA-87255EFA7D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7714" y="5809130"/>
            <a:ext cx="1133" cy="5539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8027" name="Line 11">
            <a:extLst>
              <a:ext uri="{FF2B5EF4-FFF2-40B4-BE49-F238E27FC236}">
                <a16:creationId xmlns:a16="http://schemas.microsoft.com/office/drawing/2014/main" id="{3B892D84-0B77-4B57-8E12-3351D154C9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1935" y="5784294"/>
            <a:ext cx="6342" cy="4378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8028" name="Line 12">
            <a:extLst>
              <a:ext uri="{FF2B5EF4-FFF2-40B4-BE49-F238E27FC236}">
                <a16:creationId xmlns:a16="http://schemas.microsoft.com/office/drawing/2014/main" id="{5E868364-8D3D-44FE-A42B-4B91D9730B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18603" y="583982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8030" name="Freeform 14">
            <a:extLst>
              <a:ext uri="{FF2B5EF4-FFF2-40B4-BE49-F238E27FC236}">
                <a16:creationId xmlns:a16="http://schemas.microsoft.com/office/drawing/2014/main" id="{260FF792-A601-4934-ADB2-BA83B13D6832}"/>
              </a:ext>
            </a:extLst>
          </p:cNvPr>
          <p:cNvSpPr>
            <a:spLocks/>
          </p:cNvSpPr>
          <p:nvPr/>
        </p:nvSpPr>
        <p:spPr bwMode="auto">
          <a:xfrm>
            <a:off x="8315760" y="1798241"/>
            <a:ext cx="2541587" cy="1484312"/>
          </a:xfrm>
          <a:custGeom>
            <a:avLst/>
            <a:gdLst>
              <a:gd name="T0" fmla="*/ 225 w 1702"/>
              <a:gd name="T1" fmla="*/ 271 h 994"/>
              <a:gd name="T2" fmla="*/ 299 w 1702"/>
              <a:gd name="T3" fmla="*/ 222 h 994"/>
              <a:gd name="T4" fmla="*/ 348 w 1702"/>
              <a:gd name="T5" fmla="*/ 181 h 994"/>
              <a:gd name="T6" fmla="*/ 447 w 1702"/>
              <a:gd name="T7" fmla="*/ 140 h 994"/>
              <a:gd name="T8" fmla="*/ 471 w 1702"/>
              <a:gd name="T9" fmla="*/ 131 h 994"/>
              <a:gd name="T10" fmla="*/ 521 w 1702"/>
              <a:gd name="T11" fmla="*/ 115 h 994"/>
              <a:gd name="T12" fmla="*/ 570 w 1702"/>
              <a:gd name="T13" fmla="*/ 99 h 994"/>
              <a:gd name="T14" fmla="*/ 850 w 1702"/>
              <a:gd name="T15" fmla="*/ 25 h 994"/>
              <a:gd name="T16" fmla="*/ 1072 w 1702"/>
              <a:gd name="T17" fmla="*/ 0 h 994"/>
              <a:gd name="T18" fmla="*/ 1294 w 1702"/>
              <a:gd name="T19" fmla="*/ 8 h 994"/>
              <a:gd name="T20" fmla="*/ 1360 w 1702"/>
              <a:gd name="T21" fmla="*/ 25 h 994"/>
              <a:gd name="T22" fmla="*/ 1410 w 1702"/>
              <a:gd name="T23" fmla="*/ 41 h 994"/>
              <a:gd name="T24" fmla="*/ 1516 w 1702"/>
              <a:gd name="T25" fmla="*/ 90 h 994"/>
              <a:gd name="T26" fmla="*/ 1558 w 1702"/>
              <a:gd name="T27" fmla="*/ 123 h 994"/>
              <a:gd name="T28" fmla="*/ 1574 w 1702"/>
              <a:gd name="T29" fmla="*/ 148 h 994"/>
              <a:gd name="T30" fmla="*/ 1591 w 1702"/>
              <a:gd name="T31" fmla="*/ 164 h 994"/>
              <a:gd name="T32" fmla="*/ 1640 w 1702"/>
              <a:gd name="T33" fmla="*/ 255 h 994"/>
              <a:gd name="T34" fmla="*/ 1681 w 1702"/>
              <a:gd name="T35" fmla="*/ 354 h 994"/>
              <a:gd name="T36" fmla="*/ 1656 w 1702"/>
              <a:gd name="T37" fmla="*/ 584 h 994"/>
              <a:gd name="T38" fmla="*/ 1591 w 1702"/>
              <a:gd name="T39" fmla="*/ 675 h 994"/>
              <a:gd name="T40" fmla="*/ 1541 w 1702"/>
              <a:gd name="T41" fmla="*/ 765 h 994"/>
              <a:gd name="T42" fmla="*/ 1508 w 1702"/>
              <a:gd name="T43" fmla="*/ 831 h 994"/>
              <a:gd name="T44" fmla="*/ 1401 w 1702"/>
              <a:gd name="T45" fmla="*/ 938 h 994"/>
              <a:gd name="T46" fmla="*/ 1056 w 1702"/>
              <a:gd name="T47" fmla="*/ 979 h 994"/>
              <a:gd name="T48" fmla="*/ 636 w 1702"/>
              <a:gd name="T49" fmla="*/ 946 h 994"/>
              <a:gd name="T50" fmla="*/ 364 w 1702"/>
              <a:gd name="T51" fmla="*/ 856 h 994"/>
              <a:gd name="T52" fmla="*/ 307 w 1702"/>
              <a:gd name="T53" fmla="*/ 839 h 994"/>
              <a:gd name="T54" fmla="*/ 290 w 1702"/>
              <a:gd name="T55" fmla="*/ 823 h 994"/>
              <a:gd name="T56" fmla="*/ 233 w 1702"/>
              <a:gd name="T57" fmla="*/ 798 h 994"/>
              <a:gd name="T58" fmla="*/ 76 w 1702"/>
              <a:gd name="T59" fmla="*/ 683 h 994"/>
              <a:gd name="T60" fmla="*/ 85 w 1702"/>
              <a:gd name="T61" fmla="*/ 345 h 994"/>
              <a:gd name="T62" fmla="*/ 225 w 1702"/>
              <a:gd name="T63" fmla="*/ 271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02" h="994">
                <a:moveTo>
                  <a:pt x="225" y="271"/>
                </a:moveTo>
                <a:cubicBezTo>
                  <a:pt x="250" y="254"/>
                  <a:pt x="279" y="243"/>
                  <a:pt x="299" y="222"/>
                </a:cubicBezTo>
                <a:cubicBezTo>
                  <a:pt x="318" y="202"/>
                  <a:pt x="323" y="193"/>
                  <a:pt x="348" y="181"/>
                </a:cubicBezTo>
                <a:cubicBezTo>
                  <a:pt x="379" y="166"/>
                  <a:pt x="415" y="151"/>
                  <a:pt x="447" y="140"/>
                </a:cubicBezTo>
                <a:cubicBezTo>
                  <a:pt x="455" y="137"/>
                  <a:pt x="463" y="134"/>
                  <a:pt x="471" y="131"/>
                </a:cubicBezTo>
                <a:cubicBezTo>
                  <a:pt x="488" y="125"/>
                  <a:pt x="504" y="120"/>
                  <a:pt x="521" y="115"/>
                </a:cubicBezTo>
                <a:cubicBezTo>
                  <a:pt x="537" y="110"/>
                  <a:pt x="570" y="99"/>
                  <a:pt x="570" y="99"/>
                </a:cubicBezTo>
                <a:cubicBezTo>
                  <a:pt x="648" y="46"/>
                  <a:pt x="759" y="35"/>
                  <a:pt x="850" y="25"/>
                </a:cubicBezTo>
                <a:cubicBezTo>
                  <a:pt x="923" y="9"/>
                  <a:pt x="1072" y="0"/>
                  <a:pt x="1072" y="0"/>
                </a:cubicBezTo>
                <a:cubicBezTo>
                  <a:pt x="1146" y="3"/>
                  <a:pt x="1220" y="3"/>
                  <a:pt x="1294" y="8"/>
                </a:cubicBezTo>
                <a:cubicBezTo>
                  <a:pt x="1300" y="8"/>
                  <a:pt x="1355" y="23"/>
                  <a:pt x="1360" y="25"/>
                </a:cubicBezTo>
                <a:cubicBezTo>
                  <a:pt x="1377" y="30"/>
                  <a:pt x="1410" y="41"/>
                  <a:pt x="1410" y="41"/>
                </a:cubicBezTo>
                <a:cubicBezTo>
                  <a:pt x="1439" y="61"/>
                  <a:pt x="1482" y="79"/>
                  <a:pt x="1516" y="90"/>
                </a:cubicBezTo>
                <a:cubicBezTo>
                  <a:pt x="1529" y="103"/>
                  <a:pt x="1545" y="110"/>
                  <a:pt x="1558" y="123"/>
                </a:cubicBezTo>
                <a:cubicBezTo>
                  <a:pt x="1565" y="130"/>
                  <a:pt x="1568" y="140"/>
                  <a:pt x="1574" y="148"/>
                </a:cubicBezTo>
                <a:cubicBezTo>
                  <a:pt x="1579" y="154"/>
                  <a:pt x="1585" y="159"/>
                  <a:pt x="1591" y="164"/>
                </a:cubicBezTo>
                <a:cubicBezTo>
                  <a:pt x="1601" y="196"/>
                  <a:pt x="1617" y="232"/>
                  <a:pt x="1640" y="255"/>
                </a:cubicBezTo>
                <a:cubicBezTo>
                  <a:pt x="1652" y="293"/>
                  <a:pt x="1660" y="321"/>
                  <a:pt x="1681" y="354"/>
                </a:cubicBezTo>
                <a:cubicBezTo>
                  <a:pt x="1694" y="432"/>
                  <a:pt x="1702" y="516"/>
                  <a:pt x="1656" y="584"/>
                </a:cubicBezTo>
                <a:cubicBezTo>
                  <a:pt x="1645" y="618"/>
                  <a:pt x="1616" y="649"/>
                  <a:pt x="1591" y="675"/>
                </a:cubicBezTo>
                <a:cubicBezTo>
                  <a:pt x="1578" y="711"/>
                  <a:pt x="1569" y="738"/>
                  <a:pt x="1541" y="765"/>
                </a:cubicBezTo>
                <a:cubicBezTo>
                  <a:pt x="1523" y="822"/>
                  <a:pt x="1537" y="802"/>
                  <a:pt x="1508" y="831"/>
                </a:cubicBezTo>
                <a:cubicBezTo>
                  <a:pt x="1495" y="873"/>
                  <a:pt x="1443" y="925"/>
                  <a:pt x="1401" y="938"/>
                </a:cubicBezTo>
                <a:cubicBezTo>
                  <a:pt x="1317" y="994"/>
                  <a:pt x="1153" y="974"/>
                  <a:pt x="1056" y="979"/>
                </a:cubicBezTo>
                <a:cubicBezTo>
                  <a:pt x="814" y="973"/>
                  <a:pt x="795" y="985"/>
                  <a:pt x="636" y="946"/>
                </a:cubicBezTo>
                <a:cubicBezTo>
                  <a:pt x="554" y="893"/>
                  <a:pt x="460" y="869"/>
                  <a:pt x="364" y="856"/>
                </a:cubicBezTo>
                <a:cubicBezTo>
                  <a:pt x="345" y="849"/>
                  <a:pt x="325" y="848"/>
                  <a:pt x="307" y="839"/>
                </a:cubicBezTo>
                <a:cubicBezTo>
                  <a:pt x="300" y="836"/>
                  <a:pt x="296" y="827"/>
                  <a:pt x="290" y="823"/>
                </a:cubicBezTo>
                <a:cubicBezTo>
                  <a:pt x="266" y="807"/>
                  <a:pt x="258" y="806"/>
                  <a:pt x="233" y="798"/>
                </a:cubicBezTo>
                <a:cubicBezTo>
                  <a:pt x="185" y="752"/>
                  <a:pt x="124" y="729"/>
                  <a:pt x="76" y="683"/>
                </a:cubicBezTo>
                <a:cubicBezTo>
                  <a:pt x="42" y="578"/>
                  <a:pt x="0" y="430"/>
                  <a:pt x="85" y="345"/>
                </a:cubicBezTo>
                <a:cubicBezTo>
                  <a:pt x="103" y="290"/>
                  <a:pt x="172" y="271"/>
                  <a:pt x="225" y="271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98031" name="Text Box 15">
            <a:extLst>
              <a:ext uri="{FF2B5EF4-FFF2-40B4-BE49-F238E27FC236}">
                <a16:creationId xmlns:a16="http://schemas.microsoft.com/office/drawing/2014/main" id="{F9C6254C-7CE5-4F67-B4B5-81E4E21BC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1285" y="2882503"/>
            <a:ext cx="26987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</a:t>
            </a:r>
          </a:p>
        </p:txBody>
      </p:sp>
      <p:sp>
        <p:nvSpPr>
          <p:cNvPr id="598032" name="Oval 16">
            <a:extLst>
              <a:ext uri="{FF2B5EF4-FFF2-40B4-BE49-F238E27FC236}">
                <a16:creationId xmlns:a16="http://schemas.microsoft.com/office/drawing/2014/main" id="{83DA7D62-7F5D-4F4A-AEF9-A54266BD49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20560" y="2520553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s</a:t>
            </a:r>
          </a:p>
        </p:txBody>
      </p:sp>
      <p:sp>
        <p:nvSpPr>
          <p:cNvPr id="598033" name="Oval 17">
            <a:extLst>
              <a:ext uri="{FF2B5EF4-FFF2-40B4-BE49-F238E27FC236}">
                <a16:creationId xmlns:a16="http://schemas.microsoft.com/office/drawing/2014/main" id="{F0659B0B-1F56-4A65-8B3E-2ABEFB9235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74846" y="2037954"/>
            <a:ext cx="223838" cy="2270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y</a:t>
            </a:r>
          </a:p>
        </p:txBody>
      </p:sp>
      <p:sp>
        <p:nvSpPr>
          <p:cNvPr id="598034" name="Oval 18">
            <a:extLst>
              <a:ext uri="{FF2B5EF4-FFF2-40B4-BE49-F238E27FC236}">
                <a16:creationId xmlns:a16="http://schemas.microsoft.com/office/drawing/2014/main" id="{B656D735-72A3-416F-B1E9-F01EDE0DC3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30360" y="3206353"/>
            <a:ext cx="225425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v</a:t>
            </a:r>
          </a:p>
        </p:txBody>
      </p:sp>
      <p:sp>
        <p:nvSpPr>
          <p:cNvPr id="598035" name="Freeform 19">
            <a:extLst>
              <a:ext uri="{FF2B5EF4-FFF2-40B4-BE49-F238E27FC236}">
                <a16:creationId xmlns:a16="http://schemas.microsoft.com/office/drawing/2014/main" id="{A4498635-7994-4478-A3EB-5A2A4B4019C5}"/>
              </a:ext>
            </a:extLst>
          </p:cNvPr>
          <p:cNvSpPr>
            <a:spLocks/>
          </p:cNvSpPr>
          <p:nvPr/>
        </p:nvSpPr>
        <p:spPr bwMode="auto">
          <a:xfrm>
            <a:off x="8825347" y="2679303"/>
            <a:ext cx="1401763" cy="368300"/>
          </a:xfrm>
          <a:custGeom>
            <a:avLst/>
            <a:gdLst>
              <a:gd name="T0" fmla="*/ 0 w 883"/>
              <a:gd name="T1" fmla="*/ 0 h 232"/>
              <a:gd name="T2" fmla="*/ 251 w 883"/>
              <a:gd name="T3" fmla="*/ 63 h 232"/>
              <a:gd name="T4" fmla="*/ 494 w 883"/>
              <a:gd name="T5" fmla="*/ 51 h 232"/>
              <a:gd name="T6" fmla="*/ 733 w 883"/>
              <a:gd name="T7" fmla="*/ 69 h 232"/>
              <a:gd name="T8" fmla="*/ 883 w 883"/>
              <a:gd name="T9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3" h="232">
                <a:moveTo>
                  <a:pt x="0" y="0"/>
                </a:moveTo>
                <a:cubicBezTo>
                  <a:pt x="42" y="10"/>
                  <a:pt x="169" y="54"/>
                  <a:pt x="251" y="63"/>
                </a:cubicBezTo>
                <a:cubicBezTo>
                  <a:pt x="333" y="72"/>
                  <a:pt x="414" y="50"/>
                  <a:pt x="494" y="51"/>
                </a:cubicBezTo>
                <a:cubicBezTo>
                  <a:pt x="574" y="52"/>
                  <a:pt x="668" y="39"/>
                  <a:pt x="733" y="69"/>
                </a:cubicBezTo>
                <a:cubicBezTo>
                  <a:pt x="798" y="99"/>
                  <a:pt x="852" y="198"/>
                  <a:pt x="883" y="2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98036" name="Freeform 20">
            <a:extLst>
              <a:ext uri="{FF2B5EF4-FFF2-40B4-BE49-F238E27FC236}">
                <a16:creationId xmlns:a16="http://schemas.microsoft.com/office/drawing/2014/main" id="{34AAD153-79DE-42AA-A57B-1673A081F6C8}"/>
              </a:ext>
            </a:extLst>
          </p:cNvPr>
          <p:cNvSpPr>
            <a:spLocks/>
          </p:cNvSpPr>
          <p:nvPr/>
        </p:nvSpPr>
        <p:spPr bwMode="auto">
          <a:xfrm>
            <a:off x="10406496" y="2288778"/>
            <a:ext cx="1238250" cy="966788"/>
          </a:xfrm>
          <a:custGeom>
            <a:avLst/>
            <a:gdLst>
              <a:gd name="T0" fmla="*/ 550 w 780"/>
              <a:gd name="T1" fmla="*/ 0 h 609"/>
              <a:gd name="T2" fmla="*/ 502 w 780"/>
              <a:gd name="T3" fmla="*/ 108 h 609"/>
              <a:gd name="T4" fmla="*/ 100 w 780"/>
              <a:gd name="T5" fmla="*/ 140 h 609"/>
              <a:gd name="T6" fmla="*/ 0 w 780"/>
              <a:gd name="T7" fmla="*/ 215 h 609"/>
              <a:gd name="T8" fmla="*/ 100 w 780"/>
              <a:gd name="T9" fmla="*/ 265 h 609"/>
              <a:gd name="T10" fmla="*/ 394 w 780"/>
              <a:gd name="T11" fmla="*/ 296 h 609"/>
              <a:gd name="T12" fmla="*/ 595 w 780"/>
              <a:gd name="T13" fmla="*/ 284 h 609"/>
              <a:gd name="T14" fmla="*/ 751 w 780"/>
              <a:gd name="T15" fmla="*/ 440 h 609"/>
              <a:gd name="T16" fmla="*/ 419 w 780"/>
              <a:gd name="T17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0" h="609">
                <a:moveTo>
                  <a:pt x="550" y="0"/>
                </a:moveTo>
                <a:cubicBezTo>
                  <a:pt x="542" y="18"/>
                  <a:pt x="577" y="85"/>
                  <a:pt x="502" y="108"/>
                </a:cubicBezTo>
                <a:cubicBezTo>
                  <a:pt x="427" y="131"/>
                  <a:pt x="184" y="122"/>
                  <a:pt x="100" y="140"/>
                </a:cubicBezTo>
                <a:cubicBezTo>
                  <a:pt x="16" y="158"/>
                  <a:pt x="0" y="194"/>
                  <a:pt x="0" y="215"/>
                </a:cubicBezTo>
                <a:cubicBezTo>
                  <a:pt x="0" y="236"/>
                  <a:pt x="34" y="252"/>
                  <a:pt x="100" y="265"/>
                </a:cubicBezTo>
                <a:cubicBezTo>
                  <a:pt x="166" y="278"/>
                  <a:pt x="312" y="293"/>
                  <a:pt x="394" y="296"/>
                </a:cubicBezTo>
                <a:cubicBezTo>
                  <a:pt x="476" y="299"/>
                  <a:pt x="536" y="260"/>
                  <a:pt x="595" y="284"/>
                </a:cubicBezTo>
                <a:cubicBezTo>
                  <a:pt x="654" y="308"/>
                  <a:pt x="780" y="386"/>
                  <a:pt x="751" y="440"/>
                </a:cubicBezTo>
                <a:cubicBezTo>
                  <a:pt x="722" y="494"/>
                  <a:pt x="488" y="574"/>
                  <a:pt x="419" y="609"/>
                </a:cubicBezTo>
              </a:path>
            </a:pathLst>
          </a:custGeom>
          <a:noFill/>
          <a:ln w="9525" cap="flat" cmpd="sng">
            <a:solidFill>
              <a:srgbClr val="003399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98037" name="Freeform 21">
            <a:extLst>
              <a:ext uri="{FF2B5EF4-FFF2-40B4-BE49-F238E27FC236}">
                <a16:creationId xmlns:a16="http://schemas.microsoft.com/office/drawing/2014/main" id="{5059E07E-4591-4D60-BD2A-E7DB0BC8F020}"/>
              </a:ext>
            </a:extLst>
          </p:cNvPr>
          <p:cNvSpPr>
            <a:spLocks/>
          </p:cNvSpPr>
          <p:nvPr/>
        </p:nvSpPr>
        <p:spPr bwMode="auto">
          <a:xfrm>
            <a:off x="8796772" y="2139554"/>
            <a:ext cx="2386013" cy="411163"/>
          </a:xfrm>
          <a:custGeom>
            <a:avLst/>
            <a:gdLst>
              <a:gd name="T0" fmla="*/ 0 w 1503"/>
              <a:gd name="T1" fmla="*/ 259 h 259"/>
              <a:gd name="T2" fmla="*/ 144 w 1503"/>
              <a:gd name="T3" fmla="*/ 90 h 259"/>
              <a:gd name="T4" fmla="*/ 347 w 1503"/>
              <a:gd name="T5" fmla="*/ 32 h 259"/>
              <a:gd name="T6" fmla="*/ 438 w 1503"/>
              <a:gd name="T7" fmla="*/ 146 h 259"/>
              <a:gd name="T8" fmla="*/ 649 w 1503"/>
              <a:gd name="T9" fmla="*/ 169 h 259"/>
              <a:gd name="T10" fmla="*/ 814 w 1503"/>
              <a:gd name="T11" fmla="*/ 58 h 259"/>
              <a:gd name="T12" fmla="*/ 1039 w 1503"/>
              <a:gd name="T13" fmla="*/ 8 h 259"/>
              <a:gd name="T14" fmla="*/ 1503 w 1503"/>
              <a:gd name="T15" fmla="*/ 9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03" h="259">
                <a:moveTo>
                  <a:pt x="0" y="259"/>
                </a:moveTo>
                <a:cubicBezTo>
                  <a:pt x="24" y="231"/>
                  <a:pt x="86" y="128"/>
                  <a:pt x="144" y="90"/>
                </a:cubicBezTo>
                <a:cubicBezTo>
                  <a:pt x="202" y="52"/>
                  <a:pt x="298" y="23"/>
                  <a:pt x="347" y="32"/>
                </a:cubicBezTo>
                <a:cubicBezTo>
                  <a:pt x="396" y="41"/>
                  <a:pt x="388" y="123"/>
                  <a:pt x="438" y="146"/>
                </a:cubicBezTo>
                <a:cubicBezTo>
                  <a:pt x="488" y="169"/>
                  <a:pt x="586" y="184"/>
                  <a:pt x="649" y="169"/>
                </a:cubicBezTo>
                <a:cubicBezTo>
                  <a:pt x="712" y="154"/>
                  <a:pt x="749" y="85"/>
                  <a:pt x="814" y="58"/>
                </a:cubicBezTo>
                <a:cubicBezTo>
                  <a:pt x="879" y="31"/>
                  <a:pt x="924" y="16"/>
                  <a:pt x="1039" y="8"/>
                </a:cubicBezTo>
                <a:cubicBezTo>
                  <a:pt x="1154" y="0"/>
                  <a:pt x="1406" y="9"/>
                  <a:pt x="1503" y="9"/>
                </a:cubicBezTo>
              </a:path>
            </a:pathLst>
          </a:custGeom>
          <a:noFill/>
          <a:ln w="9525" cap="flat" cmpd="sng">
            <a:solidFill>
              <a:srgbClr val="003399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98038" name="Oval 22">
            <a:extLst>
              <a:ext uri="{FF2B5EF4-FFF2-40B4-BE49-F238E27FC236}">
                <a16:creationId xmlns:a16="http://schemas.microsoft.com/office/drawing/2014/main" id="{3384F44F-B5D2-4532-9569-7A3D4BF616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44560" y="2063353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x</a:t>
            </a:r>
          </a:p>
        </p:txBody>
      </p:sp>
      <p:sp>
        <p:nvSpPr>
          <p:cNvPr id="598039" name="Text Box 23">
            <a:extLst>
              <a:ext uri="{FF2B5EF4-FFF2-40B4-BE49-F238E27FC236}">
                <a16:creationId xmlns:a16="http://schemas.microsoft.com/office/drawing/2014/main" id="{E908D35C-8C1F-41C7-AF56-A7DC5E2EA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4160" y="1536303"/>
            <a:ext cx="49847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</a:rPr>
              <a:t>P</a:t>
            </a:r>
          </a:p>
        </p:txBody>
      </p:sp>
      <p:sp>
        <p:nvSpPr>
          <p:cNvPr id="598040" name="Oval 24">
            <a:extLst>
              <a:ext uri="{FF2B5EF4-FFF2-40B4-BE49-F238E27FC236}">
                <a16:creationId xmlns:a16="http://schemas.microsoft.com/office/drawing/2014/main" id="{9E63D11C-71AD-4977-965B-591D1C94AF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68360" y="2901553"/>
            <a:ext cx="223837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u</a:t>
            </a:r>
          </a:p>
        </p:txBody>
      </p:sp>
      <p:cxnSp>
        <p:nvCxnSpPr>
          <p:cNvPr id="598041" name="AutoShape 25">
            <a:extLst>
              <a:ext uri="{FF2B5EF4-FFF2-40B4-BE49-F238E27FC236}">
                <a16:creationId xmlns:a16="http://schemas.microsoft.com/office/drawing/2014/main" id="{4530B4E4-1968-4458-88B1-F83F8D0F1F94}"/>
              </a:ext>
            </a:extLst>
          </p:cNvPr>
          <p:cNvCxnSpPr>
            <a:cxnSpLocks noChangeShapeType="1"/>
            <a:stCxn id="598040" idx="5"/>
            <a:endCxn id="598034" idx="2"/>
          </p:cNvCxnSpPr>
          <p:nvPr/>
        </p:nvCxnSpPr>
        <p:spPr bwMode="auto">
          <a:xfrm>
            <a:off x="10258859" y="3096817"/>
            <a:ext cx="571500" cy="223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8042" name="Text Box 26">
            <a:extLst>
              <a:ext uri="{FF2B5EF4-FFF2-40B4-BE49-F238E27FC236}">
                <a16:creationId xmlns:a16="http://schemas.microsoft.com/office/drawing/2014/main" id="{B8ED7172-76F1-4062-8D8C-37E582FF1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8285" y="2082404"/>
            <a:ext cx="498475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003399"/>
                </a:solidFill>
              </a:rPr>
              <a:t>P'</a:t>
            </a:r>
            <a:endParaRPr lang="en-US" altLang="en-US" sz="1400" baseline="-25000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>
            <a:extLst>
              <a:ext uri="{FF2B5EF4-FFF2-40B4-BE49-F238E27FC236}">
                <a16:creationId xmlns:a16="http://schemas.microsoft.com/office/drawing/2014/main" id="{30A0ED65-7C21-4250-A5D1-B95D749A3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69273" y="-35719"/>
            <a:ext cx="10515600" cy="1325563"/>
          </a:xfrm>
        </p:spPr>
        <p:txBody>
          <a:bodyPr/>
          <a:lstStyle/>
          <a:p>
            <a:r>
              <a:rPr lang="en-US" altLang="en-US" dirty="0"/>
              <a:t>Dijkstra's Algorithm: 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067" name="Rectangle 3">
                <a:extLst>
                  <a:ext uri="{FF2B5EF4-FFF2-40B4-BE49-F238E27FC236}">
                    <a16:creationId xmlns:a16="http://schemas.microsoft.com/office/drawing/2014/main" id="{07C36397-40EA-4CCB-B128-56ACC68DCD8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19934" y="1137805"/>
                <a:ext cx="11787726" cy="3294582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For each unexplored node, explicitly maintain </a:t>
                </a:r>
                <a:r>
                  <a:rPr lang="el-GR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(v)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i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𝑢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,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sym typeface="Symbol" panose="05050102010706020507" pitchFamily="18" charset="2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: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𝑢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ε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𝑢</m:t>
                            </m:r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𝑙𝑒</m:t>
                        </m:r>
                      </m:e>
                    </m:func>
                  </m:oMath>
                </a14:m>
                <a:endParaRPr lang="en-US" altLang="en-US" dirty="0">
                  <a:sym typeface="Symbol" panose="05050102010706020507" pitchFamily="18" charset="2"/>
                </a:endParaRPr>
              </a:p>
              <a:p>
                <a:pPr lvl="1">
                  <a:buFont typeface="Monotype Sorts" charset="2"/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Next node to explore = node with minimum (v).</a:t>
                </a:r>
              </a:p>
              <a:p>
                <a:pPr lvl="1"/>
                <a:r>
                  <a:rPr lang="en-US" altLang="en-US" dirty="0">
                    <a:sym typeface="Symbol" panose="05050102010706020507" pitchFamily="18" charset="2"/>
                  </a:rPr>
                  <a:t>When exploring v, for each incident edge e = (v, w), update</a:t>
                </a:r>
              </a:p>
              <a:p>
                <a:pPr marL="457200" lvl="1" indent="0"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      </a:t>
                </a:r>
                <a:r>
                  <a:rPr lang="el-GR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(w) = </a:t>
                </a:r>
                <a:r>
                  <a:rPr lang="en-US" altLang="en-US" dirty="0">
                    <a:ea typeface="Cambria" panose="02040503050406030204" pitchFamily="18" charset="0"/>
                    <a:sym typeface="Symbol" panose="05050102010706020507" pitchFamily="18" charset="2"/>
                  </a:rPr>
                  <a:t>min {</a:t>
                </a:r>
                <a:r>
                  <a:rPr lang="el-GR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(w), </a:t>
                </a:r>
                <a:r>
                  <a:rPr lang="el-GR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(v) </a:t>
                </a:r>
                <a:r>
                  <a:rPr lang="en-US" altLang="en-US" dirty="0">
                    <a:ea typeface="Cambria" panose="02040503050406030204" pitchFamily="18" charset="0"/>
                    <a:sym typeface="Symbol" panose="05050102010706020507" pitchFamily="18" charset="2"/>
                  </a:rPr>
                  <a:t>+</a:t>
                </a:r>
                <a:r>
                  <a:rPr lang="en-US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 l</a:t>
                </a:r>
                <a:r>
                  <a:rPr lang="en-US" altLang="en-US" i="1" baseline="-25000" dirty="0">
                    <a:ea typeface="Cambria" panose="02040503050406030204" pitchFamily="18" charset="0"/>
                    <a:sym typeface="Symbol" panose="05050102010706020507" pitchFamily="18" charset="2"/>
                  </a:rPr>
                  <a:t>e</a:t>
                </a:r>
                <a:r>
                  <a:rPr lang="en-US" altLang="en-US" i="1" dirty="0">
                    <a:ea typeface="Cambria" panose="02040503050406030204" pitchFamily="18" charset="0"/>
                    <a:sym typeface="Symbol" panose="05050102010706020507" pitchFamily="18" charset="2"/>
                  </a:rPr>
                  <a:t>}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r>
                  <a:rPr lang="en-US" altLang="en-US" dirty="0">
                    <a:sym typeface="Symbol" panose="05050102010706020507" pitchFamily="18" charset="2"/>
                  </a:rPr>
                  <a:t>Efficient implementation.  </a:t>
                </a:r>
                <a:r>
                  <a:rPr lang="en-US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Maintain a priority queue of unexplored nodes, prioritized by (v).</a:t>
                </a:r>
              </a:p>
            </p:txBody>
          </p:sp>
        </mc:Choice>
        <mc:Fallback xmlns="">
          <p:sp>
            <p:nvSpPr>
              <p:cNvPr id="600067" name="Rectangle 3">
                <a:extLst>
                  <a:ext uri="{FF2B5EF4-FFF2-40B4-BE49-F238E27FC236}">
                    <a16:creationId xmlns:a16="http://schemas.microsoft.com/office/drawing/2014/main" id="{07C36397-40EA-4CCB-B128-56ACC68DC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9934" y="1137805"/>
                <a:ext cx="11787726" cy="3294582"/>
              </a:xfrm>
              <a:blipFill>
                <a:blip r:embed="rId3"/>
                <a:stretch>
                  <a:fillRect l="-931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069" name="Text Box 5">
            <a:extLst>
              <a:ext uri="{FF2B5EF4-FFF2-40B4-BE49-F238E27FC236}">
                <a16:creationId xmlns:a16="http://schemas.microsoft.com/office/drawing/2014/main" id="{670AD086-61E5-43BB-91C3-9C504AED2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2341" y="6624725"/>
            <a:ext cx="3638550" cy="27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/>
              <a:t>†  Individual ops are amortized bounds</a:t>
            </a:r>
          </a:p>
        </p:txBody>
      </p:sp>
      <p:sp>
        <p:nvSpPr>
          <p:cNvPr id="600070" name="Rectangle 6">
            <a:extLst>
              <a:ext uri="{FF2B5EF4-FFF2-40B4-BE49-F238E27FC236}">
                <a16:creationId xmlns:a16="http://schemas.microsoft.com/office/drawing/2014/main" id="{72CDAEB9-BA1E-4B6C-AB7F-1F315173C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092" y="4599075"/>
            <a:ext cx="1560513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PQ Operation</a:t>
            </a:r>
          </a:p>
        </p:txBody>
      </p:sp>
      <p:sp>
        <p:nvSpPr>
          <p:cNvPr id="600071" name="Rectangle 7">
            <a:extLst>
              <a:ext uri="{FF2B5EF4-FFF2-40B4-BE49-F238E27FC236}">
                <a16:creationId xmlns:a16="http://schemas.microsoft.com/office/drawing/2014/main" id="{57D9936C-B8AC-4A74-A8F5-882122385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092" y="4959438"/>
            <a:ext cx="1560513" cy="3000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Insert</a:t>
            </a:r>
            <a:endParaRPr lang="en-US" altLang="en-US" sz="1400" baseline="30000"/>
          </a:p>
        </p:txBody>
      </p:sp>
      <p:sp>
        <p:nvSpPr>
          <p:cNvPr id="600072" name="Rectangle 8">
            <a:extLst>
              <a:ext uri="{FF2B5EF4-FFF2-40B4-BE49-F238E27FC236}">
                <a16:creationId xmlns:a16="http://schemas.microsoft.com/office/drawing/2014/main" id="{77AE58C1-06F8-4714-8AF2-6AC88719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092" y="5259474"/>
            <a:ext cx="1560513" cy="2984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ExtractMin</a:t>
            </a:r>
            <a:endParaRPr lang="en-US" altLang="en-US" sz="1400" baseline="30000"/>
          </a:p>
        </p:txBody>
      </p:sp>
      <p:sp>
        <p:nvSpPr>
          <p:cNvPr id="600073" name="Rectangle 9">
            <a:extLst>
              <a:ext uri="{FF2B5EF4-FFF2-40B4-BE49-F238E27FC236}">
                <a16:creationId xmlns:a16="http://schemas.microsoft.com/office/drawing/2014/main" id="{90E7B7DF-162F-4036-AFF4-9FB2CBF0D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092" y="5557925"/>
            <a:ext cx="1560513" cy="3016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ChangeKey</a:t>
            </a:r>
            <a:endParaRPr lang="en-US" altLang="en-US" sz="1400" baseline="30000"/>
          </a:p>
        </p:txBody>
      </p:sp>
      <p:sp>
        <p:nvSpPr>
          <p:cNvPr id="600074" name="Rectangle 10">
            <a:extLst>
              <a:ext uri="{FF2B5EF4-FFF2-40B4-BE49-F238E27FC236}">
                <a16:creationId xmlns:a16="http://schemas.microsoft.com/office/drawing/2014/main" id="{B12AEA86-0B11-4EEB-8076-660877B9B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029" y="4599075"/>
            <a:ext cx="1198562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Binary heap</a:t>
            </a:r>
          </a:p>
        </p:txBody>
      </p:sp>
      <p:sp>
        <p:nvSpPr>
          <p:cNvPr id="600075" name="Rectangle 11">
            <a:extLst>
              <a:ext uri="{FF2B5EF4-FFF2-40B4-BE49-F238E27FC236}">
                <a16:creationId xmlns:a16="http://schemas.microsoft.com/office/drawing/2014/main" id="{F5C50B64-7745-4480-AAF1-D2FA53F6E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029" y="4959438"/>
            <a:ext cx="1198562" cy="3000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log n</a:t>
            </a:r>
          </a:p>
        </p:txBody>
      </p:sp>
      <p:sp>
        <p:nvSpPr>
          <p:cNvPr id="600076" name="Rectangle 12">
            <a:extLst>
              <a:ext uri="{FF2B5EF4-FFF2-40B4-BE49-F238E27FC236}">
                <a16:creationId xmlns:a16="http://schemas.microsoft.com/office/drawing/2014/main" id="{6381CCE2-11A2-4084-8EA8-173C88FA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029" y="5259474"/>
            <a:ext cx="1198562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log n</a:t>
            </a:r>
          </a:p>
        </p:txBody>
      </p:sp>
      <p:sp>
        <p:nvSpPr>
          <p:cNvPr id="600077" name="Rectangle 13">
            <a:extLst>
              <a:ext uri="{FF2B5EF4-FFF2-40B4-BE49-F238E27FC236}">
                <a16:creationId xmlns:a16="http://schemas.microsoft.com/office/drawing/2014/main" id="{6689474B-5143-450C-BE93-109DE519F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029" y="5557925"/>
            <a:ext cx="1198562" cy="3016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log n</a:t>
            </a:r>
          </a:p>
        </p:txBody>
      </p:sp>
      <p:sp>
        <p:nvSpPr>
          <p:cNvPr id="600078" name="Rectangle 14">
            <a:extLst>
              <a:ext uri="{FF2B5EF4-FFF2-40B4-BE49-F238E27FC236}">
                <a16:creationId xmlns:a16="http://schemas.microsoft.com/office/drawing/2014/main" id="{6D020BE9-6C83-4129-B23F-CB1EB42DE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329" y="4599075"/>
            <a:ext cx="1217612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Fib heap </a:t>
            </a:r>
            <a:r>
              <a:rPr lang="en-US" altLang="en-US" sz="1400" baseline="30000">
                <a:solidFill>
                  <a:schemeClr val="bg1"/>
                </a:solidFill>
              </a:rPr>
              <a:t>†</a:t>
            </a:r>
          </a:p>
        </p:txBody>
      </p:sp>
      <p:sp>
        <p:nvSpPr>
          <p:cNvPr id="600079" name="Rectangle 15">
            <a:extLst>
              <a:ext uri="{FF2B5EF4-FFF2-40B4-BE49-F238E27FC236}">
                <a16:creationId xmlns:a16="http://schemas.microsoft.com/office/drawing/2014/main" id="{870DD8FE-F734-4AF1-824C-86387171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329" y="4959438"/>
            <a:ext cx="1217612" cy="3000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080" name="Rectangle 16">
            <a:extLst>
              <a:ext uri="{FF2B5EF4-FFF2-40B4-BE49-F238E27FC236}">
                <a16:creationId xmlns:a16="http://schemas.microsoft.com/office/drawing/2014/main" id="{333A2138-4FD5-4DFF-A269-0672871FB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329" y="5259474"/>
            <a:ext cx="1217612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log n</a:t>
            </a:r>
          </a:p>
        </p:txBody>
      </p:sp>
      <p:sp>
        <p:nvSpPr>
          <p:cNvPr id="600081" name="Rectangle 17">
            <a:extLst>
              <a:ext uri="{FF2B5EF4-FFF2-40B4-BE49-F238E27FC236}">
                <a16:creationId xmlns:a16="http://schemas.microsoft.com/office/drawing/2014/main" id="{8D913AC8-15A9-43CA-9A34-94E4B3F62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329" y="5557925"/>
            <a:ext cx="1217612" cy="3016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082" name="Rectangle 18">
            <a:extLst>
              <a:ext uri="{FF2B5EF4-FFF2-40B4-BE49-F238E27FC236}">
                <a16:creationId xmlns:a16="http://schemas.microsoft.com/office/drawing/2014/main" id="{C0DCAA35-54EB-4F33-A026-92CF70E81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241" y="4599075"/>
            <a:ext cx="839788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Array</a:t>
            </a:r>
          </a:p>
        </p:txBody>
      </p:sp>
      <p:sp>
        <p:nvSpPr>
          <p:cNvPr id="600083" name="Rectangle 19">
            <a:extLst>
              <a:ext uri="{FF2B5EF4-FFF2-40B4-BE49-F238E27FC236}">
                <a16:creationId xmlns:a16="http://schemas.microsoft.com/office/drawing/2014/main" id="{DE91DB20-8E56-4914-9D12-E51E46CFB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241" y="4959438"/>
            <a:ext cx="839788" cy="3000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n</a:t>
            </a:r>
          </a:p>
        </p:txBody>
      </p:sp>
      <p:sp>
        <p:nvSpPr>
          <p:cNvPr id="600084" name="Rectangle 20">
            <a:extLst>
              <a:ext uri="{FF2B5EF4-FFF2-40B4-BE49-F238E27FC236}">
                <a16:creationId xmlns:a16="http://schemas.microsoft.com/office/drawing/2014/main" id="{6C2066A4-5E89-408E-8A45-818204BE7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241" y="5259474"/>
            <a:ext cx="839788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n</a:t>
            </a:r>
          </a:p>
        </p:txBody>
      </p:sp>
      <p:sp>
        <p:nvSpPr>
          <p:cNvPr id="600085" name="Rectangle 21">
            <a:extLst>
              <a:ext uri="{FF2B5EF4-FFF2-40B4-BE49-F238E27FC236}">
                <a16:creationId xmlns:a16="http://schemas.microsoft.com/office/drawing/2014/main" id="{C446B4CC-462F-4E63-BA26-CD8BA5F5E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241" y="5557925"/>
            <a:ext cx="839788" cy="3016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086" name="Rectangle 22">
            <a:extLst>
              <a:ext uri="{FF2B5EF4-FFF2-40B4-BE49-F238E27FC236}">
                <a16:creationId xmlns:a16="http://schemas.microsoft.com/office/drawing/2014/main" id="{27121002-8973-4DBF-82CC-92B02499E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092" y="5859549"/>
            <a:ext cx="1560513" cy="2984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IsEmpty</a:t>
            </a:r>
            <a:endParaRPr lang="en-US" altLang="en-US" sz="1400" baseline="30000"/>
          </a:p>
        </p:txBody>
      </p:sp>
      <p:sp>
        <p:nvSpPr>
          <p:cNvPr id="600087" name="Rectangle 23">
            <a:extLst>
              <a:ext uri="{FF2B5EF4-FFF2-40B4-BE49-F238E27FC236}">
                <a16:creationId xmlns:a16="http://schemas.microsoft.com/office/drawing/2014/main" id="{16D2D460-E793-4AFE-9E72-8BBE0043A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029" y="5859549"/>
            <a:ext cx="1198562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088" name="Rectangle 24">
            <a:extLst>
              <a:ext uri="{FF2B5EF4-FFF2-40B4-BE49-F238E27FC236}">
                <a16:creationId xmlns:a16="http://schemas.microsoft.com/office/drawing/2014/main" id="{577BE76B-CB1D-4FDB-802D-325F28366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329" y="5859549"/>
            <a:ext cx="1217612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089" name="Rectangle 25">
            <a:extLst>
              <a:ext uri="{FF2B5EF4-FFF2-40B4-BE49-F238E27FC236}">
                <a16:creationId xmlns:a16="http://schemas.microsoft.com/office/drawing/2014/main" id="{C5865FA1-C7A7-42C8-8A6D-0E16C08E0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241" y="5859549"/>
            <a:ext cx="839788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090" name="Rectangle 26">
            <a:extLst>
              <a:ext uri="{FF2B5EF4-FFF2-40B4-BE49-F238E27FC236}">
                <a16:creationId xmlns:a16="http://schemas.microsoft.com/office/drawing/2014/main" id="{85E4707A-EA65-417E-9C8E-1A06F7D47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3922714"/>
            <a:ext cx="4464050" cy="3000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Priority Queue</a:t>
            </a:r>
          </a:p>
        </p:txBody>
      </p:sp>
      <p:sp>
        <p:nvSpPr>
          <p:cNvPr id="600091" name="Rectangle 27">
            <a:extLst>
              <a:ext uri="{FF2B5EF4-FFF2-40B4-BE49-F238E27FC236}">
                <a16:creationId xmlns:a16="http://schemas.microsoft.com/office/drawing/2014/main" id="{12093023-1418-4536-9101-2C355EC59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092" y="6157999"/>
            <a:ext cx="1560513" cy="300038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Total</a:t>
            </a:r>
            <a:endParaRPr lang="en-US" altLang="en-US" sz="1400" baseline="30000"/>
          </a:p>
        </p:txBody>
      </p:sp>
      <p:sp>
        <p:nvSpPr>
          <p:cNvPr id="600092" name="Rectangle 28">
            <a:extLst>
              <a:ext uri="{FF2B5EF4-FFF2-40B4-BE49-F238E27FC236}">
                <a16:creationId xmlns:a16="http://schemas.microsoft.com/office/drawing/2014/main" id="{A9B80D49-5B30-4F78-BB6C-C62207148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029" y="6157999"/>
            <a:ext cx="1198562" cy="300038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m log n</a:t>
            </a:r>
          </a:p>
        </p:txBody>
      </p:sp>
      <p:sp>
        <p:nvSpPr>
          <p:cNvPr id="600093" name="Rectangle 29">
            <a:extLst>
              <a:ext uri="{FF2B5EF4-FFF2-40B4-BE49-F238E27FC236}">
                <a16:creationId xmlns:a16="http://schemas.microsoft.com/office/drawing/2014/main" id="{7C27F4F7-2F0B-46C8-AE68-F47555C50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329" y="6157999"/>
            <a:ext cx="1217612" cy="3000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m + n log n</a:t>
            </a:r>
          </a:p>
        </p:txBody>
      </p:sp>
      <p:sp>
        <p:nvSpPr>
          <p:cNvPr id="600094" name="Rectangle 30">
            <a:extLst>
              <a:ext uri="{FF2B5EF4-FFF2-40B4-BE49-F238E27FC236}">
                <a16:creationId xmlns:a16="http://schemas.microsoft.com/office/drawing/2014/main" id="{9908B940-31FE-48C9-9897-715B511E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241" y="6157999"/>
            <a:ext cx="839788" cy="300038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n</a:t>
            </a:r>
            <a:r>
              <a:rPr lang="en-US" altLang="en-US" sz="1400" baseline="30000"/>
              <a:t>2</a:t>
            </a:r>
          </a:p>
        </p:txBody>
      </p:sp>
      <p:sp>
        <p:nvSpPr>
          <p:cNvPr id="600095" name="Rectangle 31">
            <a:extLst>
              <a:ext uri="{FF2B5EF4-FFF2-40B4-BE49-F238E27FC236}">
                <a16:creationId xmlns:a16="http://schemas.microsoft.com/office/drawing/2014/main" id="{03256EBD-7EE8-476E-AF8C-1C4E87734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605" y="4599075"/>
            <a:ext cx="909637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Dijkstra</a:t>
            </a:r>
          </a:p>
        </p:txBody>
      </p:sp>
      <p:sp>
        <p:nvSpPr>
          <p:cNvPr id="600096" name="Rectangle 32">
            <a:extLst>
              <a:ext uri="{FF2B5EF4-FFF2-40B4-BE49-F238E27FC236}">
                <a16:creationId xmlns:a16="http://schemas.microsoft.com/office/drawing/2014/main" id="{FC2737C8-9D5E-4CFF-A5D6-C024E20DA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605" y="4959438"/>
            <a:ext cx="909637" cy="3000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n</a:t>
            </a:r>
          </a:p>
        </p:txBody>
      </p:sp>
      <p:sp>
        <p:nvSpPr>
          <p:cNvPr id="600097" name="Rectangle 33">
            <a:extLst>
              <a:ext uri="{FF2B5EF4-FFF2-40B4-BE49-F238E27FC236}">
                <a16:creationId xmlns:a16="http://schemas.microsoft.com/office/drawing/2014/main" id="{E18A9C5D-4ACD-460D-B080-DE0296FD3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605" y="5259474"/>
            <a:ext cx="909637" cy="2984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n</a:t>
            </a:r>
          </a:p>
        </p:txBody>
      </p:sp>
      <p:sp>
        <p:nvSpPr>
          <p:cNvPr id="600098" name="Rectangle 34">
            <a:extLst>
              <a:ext uri="{FF2B5EF4-FFF2-40B4-BE49-F238E27FC236}">
                <a16:creationId xmlns:a16="http://schemas.microsoft.com/office/drawing/2014/main" id="{21F447D0-79A1-4CF2-946B-3DB7F94E0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605" y="5557925"/>
            <a:ext cx="909637" cy="3016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m</a:t>
            </a:r>
          </a:p>
        </p:txBody>
      </p:sp>
      <p:sp>
        <p:nvSpPr>
          <p:cNvPr id="600099" name="Rectangle 35">
            <a:extLst>
              <a:ext uri="{FF2B5EF4-FFF2-40B4-BE49-F238E27FC236}">
                <a16:creationId xmlns:a16="http://schemas.microsoft.com/office/drawing/2014/main" id="{304A0D58-A72A-4FC6-A3C8-70793E0BC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605" y="5859549"/>
            <a:ext cx="909637" cy="2984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n</a:t>
            </a:r>
          </a:p>
        </p:txBody>
      </p:sp>
      <p:sp>
        <p:nvSpPr>
          <p:cNvPr id="600100" name="Rectangle 36">
            <a:extLst>
              <a:ext uri="{FF2B5EF4-FFF2-40B4-BE49-F238E27FC236}">
                <a16:creationId xmlns:a16="http://schemas.microsoft.com/office/drawing/2014/main" id="{06362D90-F221-4263-A6F0-1DCBCC0B4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605" y="6157999"/>
            <a:ext cx="909637" cy="300038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 baseline="30000"/>
          </a:p>
        </p:txBody>
      </p:sp>
      <p:sp>
        <p:nvSpPr>
          <p:cNvPr id="600101" name="Rectangle 37">
            <a:extLst>
              <a:ext uri="{FF2B5EF4-FFF2-40B4-BE49-F238E27FC236}">
                <a16:creationId xmlns:a16="http://schemas.microsoft.com/office/drawing/2014/main" id="{6046886A-8DBB-4D53-9E9F-8A1114339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591" y="4599075"/>
            <a:ext cx="1201738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d-way Heap</a:t>
            </a:r>
          </a:p>
        </p:txBody>
      </p:sp>
      <p:sp>
        <p:nvSpPr>
          <p:cNvPr id="600102" name="Rectangle 38">
            <a:extLst>
              <a:ext uri="{FF2B5EF4-FFF2-40B4-BE49-F238E27FC236}">
                <a16:creationId xmlns:a16="http://schemas.microsoft.com/office/drawing/2014/main" id="{C9E11A77-54ED-490E-B49B-592EF2472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591" y="4959438"/>
            <a:ext cx="1201738" cy="3000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d log</a:t>
            </a:r>
            <a:r>
              <a:rPr lang="en-US" altLang="en-US" sz="1400" baseline="-25000"/>
              <a:t> d</a:t>
            </a:r>
            <a:r>
              <a:rPr lang="en-US" altLang="en-US" sz="1400"/>
              <a:t> n</a:t>
            </a:r>
          </a:p>
        </p:txBody>
      </p:sp>
      <p:sp>
        <p:nvSpPr>
          <p:cNvPr id="600103" name="Rectangle 39">
            <a:extLst>
              <a:ext uri="{FF2B5EF4-FFF2-40B4-BE49-F238E27FC236}">
                <a16:creationId xmlns:a16="http://schemas.microsoft.com/office/drawing/2014/main" id="{3CCF4455-FD9A-4803-865A-ADACEFCA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591" y="5259474"/>
            <a:ext cx="1201738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d log</a:t>
            </a:r>
            <a:r>
              <a:rPr lang="en-US" altLang="en-US" sz="1400" baseline="-25000"/>
              <a:t> d</a:t>
            </a:r>
            <a:r>
              <a:rPr lang="en-US" altLang="en-US" sz="1400"/>
              <a:t> n</a:t>
            </a:r>
          </a:p>
        </p:txBody>
      </p:sp>
      <p:sp>
        <p:nvSpPr>
          <p:cNvPr id="600104" name="Rectangle 40">
            <a:extLst>
              <a:ext uri="{FF2B5EF4-FFF2-40B4-BE49-F238E27FC236}">
                <a16:creationId xmlns:a16="http://schemas.microsoft.com/office/drawing/2014/main" id="{F24344C8-379D-4ABD-A1B2-A80B36700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591" y="5557925"/>
            <a:ext cx="1201738" cy="3016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log</a:t>
            </a:r>
            <a:r>
              <a:rPr lang="en-US" altLang="en-US" sz="1400" baseline="-25000"/>
              <a:t> d</a:t>
            </a:r>
            <a:r>
              <a:rPr lang="en-US" altLang="en-US" sz="1400"/>
              <a:t> n</a:t>
            </a:r>
          </a:p>
        </p:txBody>
      </p:sp>
      <p:sp>
        <p:nvSpPr>
          <p:cNvPr id="600105" name="Rectangle 41">
            <a:extLst>
              <a:ext uri="{FF2B5EF4-FFF2-40B4-BE49-F238E27FC236}">
                <a16:creationId xmlns:a16="http://schemas.microsoft.com/office/drawing/2014/main" id="{A5B7E564-193C-4A9A-815E-13032AF0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591" y="5859549"/>
            <a:ext cx="1201738" cy="2984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00106" name="Rectangle 42">
            <a:extLst>
              <a:ext uri="{FF2B5EF4-FFF2-40B4-BE49-F238E27FC236}">
                <a16:creationId xmlns:a16="http://schemas.microsoft.com/office/drawing/2014/main" id="{1466EEDF-3896-492D-BAD9-79A619FCD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591" y="6157999"/>
            <a:ext cx="1201738" cy="300038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m log </a:t>
            </a:r>
            <a:r>
              <a:rPr lang="en-US" altLang="en-US" sz="1400" baseline="-25000"/>
              <a:t>m/n </a:t>
            </a:r>
            <a:r>
              <a:rPr lang="en-US" altLang="en-US" sz="1400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70" grpId="0" animBg="1"/>
      <p:bldP spid="600071" grpId="0" animBg="1"/>
      <p:bldP spid="600072" grpId="0" animBg="1"/>
      <p:bldP spid="600073" grpId="0" animBg="1"/>
      <p:bldP spid="600074" grpId="0" animBg="1"/>
      <p:bldP spid="600075" grpId="0" animBg="1"/>
      <p:bldP spid="600076" grpId="0" animBg="1"/>
      <p:bldP spid="600077" grpId="0" animBg="1"/>
      <p:bldP spid="600078" grpId="0" animBg="1"/>
      <p:bldP spid="600079" grpId="0" animBg="1"/>
      <p:bldP spid="600080" grpId="0" animBg="1"/>
      <p:bldP spid="600081" grpId="0" animBg="1"/>
      <p:bldP spid="600082" grpId="0" animBg="1"/>
      <p:bldP spid="600083" grpId="0" animBg="1"/>
      <p:bldP spid="600084" grpId="0" animBg="1"/>
      <p:bldP spid="600085" grpId="0" animBg="1"/>
      <p:bldP spid="600086" grpId="0" animBg="1"/>
      <p:bldP spid="600087" grpId="0" animBg="1"/>
      <p:bldP spid="600088" grpId="0" animBg="1"/>
      <p:bldP spid="600089" grpId="0" animBg="1"/>
      <p:bldP spid="600091" grpId="0" animBg="1"/>
      <p:bldP spid="600092" grpId="0" animBg="1"/>
      <p:bldP spid="600093" grpId="0" animBg="1"/>
      <p:bldP spid="600094" grpId="0" animBg="1"/>
      <p:bldP spid="600095" grpId="0" animBg="1"/>
      <p:bldP spid="600096" grpId="0" animBg="1"/>
      <p:bldP spid="600097" grpId="0" animBg="1"/>
      <p:bldP spid="600098" grpId="0" animBg="1"/>
      <p:bldP spid="600099" grpId="0" animBg="1"/>
      <p:bldP spid="600100" grpId="0" animBg="1"/>
      <p:bldP spid="600101" grpId="0" animBg="1"/>
      <p:bldP spid="600102" grpId="0" animBg="1"/>
      <p:bldP spid="600103" grpId="0" animBg="1"/>
      <p:bldP spid="600104" grpId="0" animBg="1"/>
      <p:bldP spid="600105" grpId="0" animBg="1"/>
      <p:bldP spid="60010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EA3AC8BF-9CCC-4C4F-9AA9-8F7629DDF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AA01F00-6B3D-4B57-8DC8-54D9D6B7C802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1514" name="Rectangle 58">
            <a:extLst>
              <a:ext uri="{FF2B5EF4-FFF2-40B4-BE49-F238E27FC236}">
                <a16:creationId xmlns:a16="http://schemas.microsoft.com/office/drawing/2014/main" id="{4859A078-BF74-4682-84CE-30DECECA0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31515" name="Rectangle 59">
            <a:extLst>
              <a:ext uri="{FF2B5EF4-FFF2-40B4-BE49-F238E27FC236}">
                <a16:creationId xmlns:a16="http://schemas.microsoft.com/office/drawing/2014/main" id="{DC602364-F573-4089-88FC-91E95B5F7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Find shortest path from s to t.</a:t>
            </a:r>
          </a:p>
        </p:txBody>
      </p:sp>
      <p:sp>
        <p:nvSpPr>
          <p:cNvPr id="531459" name="Oval 3">
            <a:extLst>
              <a:ext uri="{FF2B5EF4-FFF2-40B4-BE49-F238E27FC236}">
                <a16:creationId xmlns:a16="http://schemas.microsoft.com/office/drawing/2014/main" id="{2535A2D9-0CD0-4157-BE4A-CDE2F88A6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31460" name="Oval 4">
            <a:extLst>
              <a:ext uri="{FF2B5EF4-FFF2-40B4-BE49-F238E27FC236}">
                <a16:creationId xmlns:a16="http://schemas.microsoft.com/office/drawing/2014/main" id="{3D5EE69F-530B-4E8B-BF39-156435693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31461" name="Oval 5">
            <a:extLst>
              <a:ext uri="{FF2B5EF4-FFF2-40B4-BE49-F238E27FC236}">
                <a16:creationId xmlns:a16="http://schemas.microsoft.com/office/drawing/2014/main" id="{D51F0091-E99D-4918-9330-2F32F61F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31462" name="Oval 6">
            <a:extLst>
              <a:ext uri="{FF2B5EF4-FFF2-40B4-BE49-F238E27FC236}">
                <a16:creationId xmlns:a16="http://schemas.microsoft.com/office/drawing/2014/main" id="{6C61905A-B6FC-4479-BA91-C6457A8A6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31463" name="Oval 7">
            <a:extLst>
              <a:ext uri="{FF2B5EF4-FFF2-40B4-BE49-F238E27FC236}">
                <a16:creationId xmlns:a16="http://schemas.microsoft.com/office/drawing/2014/main" id="{DFDFAB73-683C-4FED-ACA0-F6EFED022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31464" name="Oval 8">
            <a:extLst>
              <a:ext uri="{FF2B5EF4-FFF2-40B4-BE49-F238E27FC236}">
                <a16:creationId xmlns:a16="http://schemas.microsoft.com/office/drawing/2014/main" id="{69E354C9-1DC1-4E74-A927-681B149CC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31465" name="Oval 9">
            <a:extLst>
              <a:ext uri="{FF2B5EF4-FFF2-40B4-BE49-F238E27FC236}">
                <a16:creationId xmlns:a16="http://schemas.microsoft.com/office/drawing/2014/main" id="{C316E02B-9936-40B9-A270-C8A88E653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31466" name="Oval 10">
            <a:extLst>
              <a:ext uri="{FF2B5EF4-FFF2-40B4-BE49-F238E27FC236}">
                <a16:creationId xmlns:a16="http://schemas.microsoft.com/office/drawing/2014/main" id="{5E162C15-5FBC-4F29-BDBA-5454CD554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31467" name="AutoShape 11">
            <a:extLst>
              <a:ext uri="{FF2B5EF4-FFF2-40B4-BE49-F238E27FC236}">
                <a16:creationId xmlns:a16="http://schemas.microsoft.com/office/drawing/2014/main" id="{93AAAD0E-243E-4F25-8262-5F44626A439D}"/>
              </a:ext>
            </a:extLst>
          </p:cNvPr>
          <p:cNvCxnSpPr>
            <a:cxnSpLocks noChangeShapeType="1"/>
            <a:stCxn id="531459" idx="7"/>
            <a:endCxn id="531462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68" name="AutoShape 12">
            <a:extLst>
              <a:ext uri="{FF2B5EF4-FFF2-40B4-BE49-F238E27FC236}">
                <a16:creationId xmlns:a16="http://schemas.microsoft.com/office/drawing/2014/main" id="{D8711121-44D6-462C-B5F3-768DD888810B}"/>
              </a:ext>
            </a:extLst>
          </p:cNvPr>
          <p:cNvCxnSpPr>
            <a:cxnSpLocks noChangeShapeType="1"/>
            <a:stCxn id="531459" idx="6"/>
            <a:endCxn id="531463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69" name="AutoShape 13">
            <a:extLst>
              <a:ext uri="{FF2B5EF4-FFF2-40B4-BE49-F238E27FC236}">
                <a16:creationId xmlns:a16="http://schemas.microsoft.com/office/drawing/2014/main" id="{BF74E717-B5FF-48D9-98B9-2ED8A1E3C1A0}"/>
              </a:ext>
            </a:extLst>
          </p:cNvPr>
          <p:cNvCxnSpPr>
            <a:cxnSpLocks noChangeShapeType="1"/>
            <a:stCxn id="531459" idx="5"/>
            <a:endCxn id="531464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0" name="AutoShape 14">
            <a:extLst>
              <a:ext uri="{FF2B5EF4-FFF2-40B4-BE49-F238E27FC236}">
                <a16:creationId xmlns:a16="http://schemas.microsoft.com/office/drawing/2014/main" id="{5E90860F-AF0D-4049-B097-08D4761F8EA3}"/>
              </a:ext>
            </a:extLst>
          </p:cNvPr>
          <p:cNvCxnSpPr>
            <a:cxnSpLocks noChangeShapeType="1"/>
            <a:stCxn id="531463" idx="7"/>
            <a:endCxn id="531460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1" name="AutoShape 15">
            <a:extLst>
              <a:ext uri="{FF2B5EF4-FFF2-40B4-BE49-F238E27FC236}">
                <a16:creationId xmlns:a16="http://schemas.microsoft.com/office/drawing/2014/main" id="{FEC919E9-5DAC-4ACD-9F1A-3D3EBB001BAE}"/>
              </a:ext>
            </a:extLst>
          </p:cNvPr>
          <p:cNvCxnSpPr>
            <a:cxnSpLocks noChangeShapeType="1"/>
            <a:stCxn id="531465" idx="7"/>
            <a:endCxn id="531460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2" name="AutoShape 16">
            <a:extLst>
              <a:ext uri="{FF2B5EF4-FFF2-40B4-BE49-F238E27FC236}">
                <a16:creationId xmlns:a16="http://schemas.microsoft.com/office/drawing/2014/main" id="{AE28622E-A9D5-49F6-AEB0-43FAD610B888}"/>
              </a:ext>
            </a:extLst>
          </p:cNvPr>
          <p:cNvCxnSpPr>
            <a:cxnSpLocks noChangeShapeType="1"/>
            <a:stCxn id="531463" idx="5"/>
            <a:endCxn id="531466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3" name="AutoShape 17">
            <a:extLst>
              <a:ext uri="{FF2B5EF4-FFF2-40B4-BE49-F238E27FC236}">
                <a16:creationId xmlns:a16="http://schemas.microsoft.com/office/drawing/2014/main" id="{C6CE719B-CD33-495D-A141-43DF8081BF69}"/>
              </a:ext>
            </a:extLst>
          </p:cNvPr>
          <p:cNvCxnSpPr>
            <a:cxnSpLocks noChangeShapeType="1"/>
            <a:stCxn id="531466" idx="5"/>
            <a:endCxn id="531461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4" name="AutoShape 18">
            <a:extLst>
              <a:ext uri="{FF2B5EF4-FFF2-40B4-BE49-F238E27FC236}">
                <a16:creationId xmlns:a16="http://schemas.microsoft.com/office/drawing/2014/main" id="{B0EB69C4-F1F9-447E-A82D-A6B3C1AAD84F}"/>
              </a:ext>
            </a:extLst>
          </p:cNvPr>
          <p:cNvCxnSpPr>
            <a:cxnSpLocks noChangeShapeType="1"/>
            <a:stCxn id="531466" idx="6"/>
            <a:endCxn id="531465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5" name="AutoShape 19">
            <a:extLst>
              <a:ext uri="{FF2B5EF4-FFF2-40B4-BE49-F238E27FC236}">
                <a16:creationId xmlns:a16="http://schemas.microsoft.com/office/drawing/2014/main" id="{C583BD48-1F75-428C-96EB-37A02740A90D}"/>
              </a:ext>
            </a:extLst>
          </p:cNvPr>
          <p:cNvCxnSpPr>
            <a:cxnSpLocks noChangeShapeType="1"/>
            <a:stCxn id="531465" idx="4"/>
            <a:endCxn id="531461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6" name="AutoShape 20">
            <a:extLst>
              <a:ext uri="{FF2B5EF4-FFF2-40B4-BE49-F238E27FC236}">
                <a16:creationId xmlns:a16="http://schemas.microsoft.com/office/drawing/2014/main" id="{61B36BC3-813F-401F-8578-F4E78850D7DC}"/>
              </a:ext>
            </a:extLst>
          </p:cNvPr>
          <p:cNvCxnSpPr>
            <a:cxnSpLocks noChangeShapeType="1"/>
            <a:stCxn id="531460" idx="3"/>
            <a:endCxn id="531466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7" name="AutoShape 21">
            <a:extLst>
              <a:ext uri="{FF2B5EF4-FFF2-40B4-BE49-F238E27FC236}">
                <a16:creationId xmlns:a16="http://schemas.microsoft.com/office/drawing/2014/main" id="{1CA39450-8BD3-45DF-8B20-451653787D8C}"/>
              </a:ext>
            </a:extLst>
          </p:cNvPr>
          <p:cNvCxnSpPr>
            <a:cxnSpLocks noChangeShapeType="1"/>
            <a:stCxn id="531463" idx="4"/>
            <a:endCxn id="531464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8" name="AutoShape 22">
            <a:extLst>
              <a:ext uri="{FF2B5EF4-FFF2-40B4-BE49-F238E27FC236}">
                <a16:creationId xmlns:a16="http://schemas.microsoft.com/office/drawing/2014/main" id="{D92F99A6-0EDC-4E9D-8499-D319A624FC4C}"/>
              </a:ext>
            </a:extLst>
          </p:cNvPr>
          <p:cNvCxnSpPr>
            <a:cxnSpLocks noChangeShapeType="1"/>
            <a:stCxn id="531464" idx="6"/>
            <a:endCxn id="531466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79" name="AutoShape 23">
            <a:extLst>
              <a:ext uri="{FF2B5EF4-FFF2-40B4-BE49-F238E27FC236}">
                <a16:creationId xmlns:a16="http://schemas.microsoft.com/office/drawing/2014/main" id="{B643CFF0-ACA1-4BF2-9479-628AD75A46F6}"/>
              </a:ext>
            </a:extLst>
          </p:cNvPr>
          <p:cNvCxnSpPr>
            <a:cxnSpLocks noChangeShapeType="1"/>
            <a:stCxn id="531462" idx="6"/>
            <a:endCxn id="531460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80" name="AutoShape 24">
            <a:extLst>
              <a:ext uri="{FF2B5EF4-FFF2-40B4-BE49-F238E27FC236}">
                <a16:creationId xmlns:a16="http://schemas.microsoft.com/office/drawing/2014/main" id="{F1D4136E-E83D-44C2-9DDD-777331BC0E65}"/>
              </a:ext>
            </a:extLst>
          </p:cNvPr>
          <p:cNvCxnSpPr>
            <a:cxnSpLocks noChangeShapeType="1"/>
            <a:stCxn id="531464" idx="6"/>
            <a:endCxn id="531461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1481" name="AutoShape 25">
            <a:extLst>
              <a:ext uri="{FF2B5EF4-FFF2-40B4-BE49-F238E27FC236}">
                <a16:creationId xmlns:a16="http://schemas.microsoft.com/office/drawing/2014/main" id="{B8F16088-B544-4665-8F01-D8C5CCEEA542}"/>
              </a:ext>
            </a:extLst>
          </p:cNvPr>
          <p:cNvCxnSpPr>
            <a:cxnSpLocks noChangeShapeType="1"/>
            <a:stCxn id="531460" idx="5"/>
            <a:endCxn id="531461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1482" name="Text Box 26">
            <a:extLst>
              <a:ext uri="{FF2B5EF4-FFF2-40B4-BE49-F238E27FC236}">
                <a16:creationId xmlns:a16="http://schemas.microsoft.com/office/drawing/2014/main" id="{7E5443EF-5E60-4981-BCC1-9B2A283DE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31483" name="Text Box 27">
            <a:extLst>
              <a:ext uri="{FF2B5EF4-FFF2-40B4-BE49-F238E27FC236}">
                <a16:creationId xmlns:a16="http://schemas.microsoft.com/office/drawing/2014/main" id="{4ED2413A-A241-4A69-A669-D38D37D21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31484" name="Text Box 28">
            <a:extLst>
              <a:ext uri="{FF2B5EF4-FFF2-40B4-BE49-F238E27FC236}">
                <a16:creationId xmlns:a16="http://schemas.microsoft.com/office/drawing/2014/main" id="{BECF01B2-5C08-427C-AF52-1C23E3560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31485" name="Text Box 29">
            <a:extLst>
              <a:ext uri="{FF2B5EF4-FFF2-40B4-BE49-F238E27FC236}">
                <a16:creationId xmlns:a16="http://schemas.microsoft.com/office/drawing/2014/main" id="{6E2F020F-D370-4B78-8006-7D512849A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31486" name="Text Box 30">
            <a:extLst>
              <a:ext uri="{FF2B5EF4-FFF2-40B4-BE49-F238E27FC236}">
                <a16:creationId xmlns:a16="http://schemas.microsoft.com/office/drawing/2014/main" id="{546A883E-BBC3-4EA1-88E8-3DFC69CCE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31487" name="Text Box 31">
            <a:extLst>
              <a:ext uri="{FF2B5EF4-FFF2-40B4-BE49-F238E27FC236}">
                <a16:creationId xmlns:a16="http://schemas.microsoft.com/office/drawing/2014/main" id="{94B3BB04-90EF-4C2D-B09B-385A3CAC8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31488" name="Text Box 32">
            <a:extLst>
              <a:ext uri="{FF2B5EF4-FFF2-40B4-BE49-F238E27FC236}">
                <a16:creationId xmlns:a16="http://schemas.microsoft.com/office/drawing/2014/main" id="{760B2521-F552-47EE-AA0D-30A0C88ED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31489" name="Text Box 33">
            <a:extLst>
              <a:ext uri="{FF2B5EF4-FFF2-40B4-BE49-F238E27FC236}">
                <a16:creationId xmlns:a16="http://schemas.microsoft.com/office/drawing/2014/main" id="{0EB645D2-6D78-489C-9DE3-5F6BB3487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31490" name="Text Box 34">
            <a:extLst>
              <a:ext uri="{FF2B5EF4-FFF2-40B4-BE49-F238E27FC236}">
                <a16:creationId xmlns:a16="http://schemas.microsoft.com/office/drawing/2014/main" id="{24686C84-26B8-4BBD-A369-7F38C09CA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31491" name="Text Box 35">
            <a:extLst>
              <a:ext uri="{FF2B5EF4-FFF2-40B4-BE49-F238E27FC236}">
                <a16:creationId xmlns:a16="http://schemas.microsoft.com/office/drawing/2014/main" id="{245428A0-DD6A-4F33-939A-65EA944A4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31492" name="Text Box 36">
            <a:extLst>
              <a:ext uri="{FF2B5EF4-FFF2-40B4-BE49-F238E27FC236}">
                <a16:creationId xmlns:a16="http://schemas.microsoft.com/office/drawing/2014/main" id="{991412C8-3ADE-436C-8FC0-C5C10360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31493" name="Text Box 37">
            <a:extLst>
              <a:ext uri="{FF2B5EF4-FFF2-40B4-BE49-F238E27FC236}">
                <a16:creationId xmlns:a16="http://schemas.microsoft.com/office/drawing/2014/main" id="{9E426B52-286B-4316-8137-82CF58285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31494" name="Text Box 38">
            <a:extLst>
              <a:ext uri="{FF2B5EF4-FFF2-40B4-BE49-F238E27FC236}">
                <a16:creationId xmlns:a16="http://schemas.microsoft.com/office/drawing/2014/main" id="{3F1D2D2D-D0D0-4AD3-9FA7-26AC8C820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1495" name="Text Box 39">
            <a:extLst>
              <a:ext uri="{FF2B5EF4-FFF2-40B4-BE49-F238E27FC236}">
                <a16:creationId xmlns:a16="http://schemas.microsoft.com/office/drawing/2014/main" id="{ED26FD1B-9F6F-4401-961B-AF4D67F2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31496" name="Text Box 40">
            <a:extLst>
              <a:ext uri="{FF2B5EF4-FFF2-40B4-BE49-F238E27FC236}">
                <a16:creationId xmlns:a16="http://schemas.microsoft.com/office/drawing/2014/main" id="{E71685B0-F697-436D-811D-20ACB9C13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3">
            <a:extLst>
              <a:ext uri="{FF2B5EF4-FFF2-40B4-BE49-F238E27FC236}">
                <a16:creationId xmlns:a16="http://schemas.microsoft.com/office/drawing/2014/main" id="{DDD62434-70C4-4648-BF0B-37313B7BD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4C90A1F-1245-45B8-980C-755CFA953214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415B7EF2-8015-49EA-8699-EF209983A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52963" name="Oval 3">
            <a:extLst>
              <a:ext uri="{FF2B5EF4-FFF2-40B4-BE49-F238E27FC236}">
                <a16:creationId xmlns:a16="http://schemas.microsoft.com/office/drawing/2014/main" id="{AB119988-E9B5-4BB1-97A7-AF9306CD6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52964" name="Oval 4">
            <a:extLst>
              <a:ext uri="{FF2B5EF4-FFF2-40B4-BE49-F238E27FC236}">
                <a16:creationId xmlns:a16="http://schemas.microsoft.com/office/drawing/2014/main" id="{85C16581-4C88-424D-9704-6374DE15C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52965" name="Oval 5">
            <a:extLst>
              <a:ext uri="{FF2B5EF4-FFF2-40B4-BE49-F238E27FC236}">
                <a16:creationId xmlns:a16="http://schemas.microsoft.com/office/drawing/2014/main" id="{8DC56A9F-2EA6-4254-8567-87F2562AE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52966" name="Oval 6">
            <a:extLst>
              <a:ext uri="{FF2B5EF4-FFF2-40B4-BE49-F238E27FC236}">
                <a16:creationId xmlns:a16="http://schemas.microsoft.com/office/drawing/2014/main" id="{2B41E0A7-86E6-403A-92B1-FBE23BC9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52967" name="Oval 7">
            <a:extLst>
              <a:ext uri="{FF2B5EF4-FFF2-40B4-BE49-F238E27FC236}">
                <a16:creationId xmlns:a16="http://schemas.microsoft.com/office/drawing/2014/main" id="{BB60415B-952E-4522-90C0-34F5C4E0E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52968" name="Oval 8">
            <a:extLst>
              <a:ext uri="{FF2B5EF4-FFF2-40B4-BE49-F238E27FC236}">
                <a16:creationId xmlns:a16="http://schemas.microsoft.com/office/drawing/2014/main" id="{ADDA589D-E06E-4F4B-8A3F-8144B4558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52969" name="Oval 9">
            <a:extLst>
              <a:ext uri="{FF2B5EF4-FFF2-40B4-BE49-F238E27FC236}">
                <a16:creationId xmlns:a16="http://schemas.microsoft.com/office/drawing/2014/main" id="{15F01730-9D15-447A-BC90-C928383C6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52970" name="Oval 10">
            <a:extLst>
              <a:ext uri="{FF2B5EF4-FFF2-40B4-BE49-F238E27FC236}">
                <a16:creationId xmlns:a16="http://schemas.microsoft.com/office/drawing/2014/main" id="{2DA4BC3F-2ED2-4AD9-9967-9463D330A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52971" name="AutoShape 11">
            <a:extLst>
              <a:ext uri="{FF2B5EF4-FFF2-40B4-BE49-F238E27FC236}">
                <a16:creationId xmlns:a16="http://schemas.microsoft.com/office/drawing/2014/main" id="{8E9050F7-7555-4219-933A-8B23D4BA9356}"/>
              </a:ext>
            </a:extLst>
          </p:cNvPr>
          <p:cNvCxnSpPr>
            <a:cxnSpLocks noChangeShapeType="1"/>
            <a:stCxn id="552963" idx="7"/>
            <a:endCxn id="552966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2" name="AutoShape 12">
            <a:extLst>
              <a:ext uri="{FF2B5EF4-FFF2-40B4-BE49-F238E27FC236}">
                <a16:creationId xmlns:a16="http://schemas.microsoft.com/office/drawing/2014/main" id="{5FF4DB3B-312F-4D14-8105-A3BC9AAB9581}"/>
              </a:ext>
            </a:extLst>
          </p:cNvPr>
          <p:cNvCxnSpPr>
            <a:cxnSpLocks noChangeShapeType="1"/>
            <a:stCxn id="552963" idx="6"/>
            <a:endCxn id="552967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3" name="AutoShape 13">
            <a:extLst>
              <a:ext uri="{FF2B5EF4-FFF2-40B4-BE49-F238E27FC236}">
                <a16:creationId xmlns:a16="http://schemas.microsoft.com/office/drawing/2014/main" id="{FDE2708F-5603-4D3D-8653-375F993662F0}"/>
              </a:ext>
            </a:extLst>
          </p:cNvPr>
          <p:cNvCxnSpPr>
            <a:cxnSpLocks noChangeShapeType="1"/>
            <a:stCxn id="552963" idx="5"/>
            <a:endCxn id="552968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4" name="AutoShape 14">
            <a:extLst>
              <a:ext uri="{FF2B5EF4-FFF2-40B4-BE49-F238E27FC236}">
                <a16:creationId xmlns:a16="http://schemas.microsoft.com/office/drawing/2014/main" id="{2A0F6E6A-E5EC-4A99-BA45-10551A28FB1A}"/>
              </a:ext>
            </a:extLst>
          </p:cNvPr>
          <p:cNvCxnSpPr>
            <a:cxnSpLocks noChangeShapeType="1"/>
            <a:stCxn id="552967" idx="7"/>
            <a:endCxn id="552964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5" name="AutoShape 15">
            <a:extLst>
              <a:ext uri="{FF2B5EF4-FFF2-40B4-BE49-F238E27FC236}">
                <a16:creationId xmlns:a16="http://schemas.microsoft.com/office/drawing/2014/main" id="{EF720982-5DA1-4DEE-B04E-124F69394F0C}"/>
              </a:ext>
            </a:extLst>
          </p:cNvPr>
          <p:cNvCxnSpPr>
            <a:cxnSpLocks noChangeShapeType="1"/>
            <a:stCxn id="552969" idx="7"/>
            <a:endCxn id="552964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6" name="AutoShape 16">
            <a:extLst>
              <a:ext uri="{FF2B5EF4-FFF2-40B4-BE49-F238E27FC236}">
                <a16:creationId xmlns:a16="http://schemas.microsoft.com/office/drawing/2014/main" id="{1EC9926A-AA16-462B-A4C0-B7FCFEFD5C11}"/>
              </a:ext>
            </a:extLst>
          </p:cNvPr>
          <p:cNvCxnSpPr>
            <a:cxnSpLocks noChangeShapeType="1"/>
            <a:stCxn id="552967" idx="5"/>
            <a:endCxn id="552970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7" name="AutoShape 17">
            <a:extLst>
              <a:ext uri="{FF2B5EF4-FFF2-40B4-BE49-F238E27FC236}">
                <a16:creationId xmlns:a16="http://schemas.microsoft.com/office/drawing/2014/main" id="{5FDF7166-D415-4482-BE81-DFEAE94D3A41}"/>
              </a:ext>
            </a:extLst>
          </p:cNvPr>
          <p:cNvCxnSpPr>
            <a:cxnSpLocks noChangeShapeType="1"/>
            <a:stCxn id="552970" idx="5"/>
            <a:endCxn id="552965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8" name="AutoShape 18">
            <a:extLst>
              <a:ext uri="{FF2B5EF4-FFF2-40B4-BE49-F238E27FC236}">
                <a16:creationId xmlns:a16="http://schemas.microsoft.com/office/drawing/2014/main" id="{938F9314-3C5A-493F-84C9-9D28647C2553}"/>
              </a:ext>
            </a:extLst>
          </p:cNvPr>
          <p:cNvCxnSpPr>
            <a:cxnSpLocks noChangeShapeType="1"/>
            <a:stCxn id="552970" idx="6"/>
            <a:endCxn id="552969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79" name="AutoShape 19">
            <a:extLst>
              <a:ext uri="{FF2B5EF4-FFF2-40B4-BE49-F238E27FC236}">
                <a16:creationId xmlns:a16="http://schemas.microsoft.com/office/drawing/2014/main" id="{1B13A060-937D-4F17-A25A-B3C8EF9DFCBB}"/>
              </a:ext>
            </a:extLst>
          </p:cNvPr>
          <p:cNvCxnSpPr>
            <a:cxnSpLocks noChangeShapeType="1"/>
            <a:stCxn id="552969" idx="4"/>
            <a:endCxn id="552965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80" name="AutoShape 20">
            <a:extLst>
              <a:ext uri="{FF2B5EF4-FFF2-40B4-BE49-F238E27FC236}">
                <a16:creationId xmlns:a16="http://schemas.microsoft.com/office/drawing/2014/main" id="{311B768F-0D50-417B-AA3C-3CB21A462AB6}"/>
              </a:ext>
            </a:extLst>
          </p:cNvPr>
          <p:cNvCxnSpPr>
            <a:cxnSpLocks noChangeShapeType="1"/>
            <a:stCxn id="552964" idx="3"/>
            <a:endCxn id="552970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81" name="AutoShape 21">
            <a:extLst>
              <a:ext uri="{FF2B5EF4-FFF2-40B4-BE49-F238E27FC236}">
                <a16:creationId xmlns:a16="http://schemas.microsoft.com/office/drawing/2014/main" id="{DCE43941-A0B6-4B23-8603-40CE41F2841E}"/>
              </a:ext>
            </a:extLst>
          </p:cNvPr>
          <p:cNvCxnSpPr>
            <a:cxnSpLocks noChangeShapeType="1"/>
            <a:stCxn id="552967" idx="4"/>
            <a:endCxn id="552968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82" name="AutoShape 22">
            <a:extLst>
              <a:ext uri="{FF2B5EF4-FFF2-40B4-BE49-F238E27FC236}">
                <a16:creationId xmlns:a16="http://schemas.microsoft.com/office/drawing/2014/main" id="{DF0E714A-1ED8-47E1-AC8B-1285E7DEB517}"/>
              </a:ext>
            </a:extLst>
          </p:cNvPr>
          <p:cNvCxnSpPr>
            <a:cxnSpLocks noChangeShapeType="1"/>
            <a:stCxn id="552968" idx="6"/>
            <a:endCxn id="552970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83" name="AutoShape 23">
            <a:extLst>
              <a:ext uri="{FF2B5EF4-FFF2-40B4-BE49-F238E27FC236}">
                <a16:creationId xmlns:a16="http://schemas.microsoft.com/office/drawing/2014/main" id="{56D51C8F-15C1-4290-8AE8-7E125FA2248C}"/>
              </a:ext>
            </a:extLst>
          </p:cNvPr>
          <p:cNvCxnSpPr>
            <a:cxnSpLocks noChangeShapeType="1"/>
            <a:stCxn id="552966" idx="6"/>
            <a:endCxn id="552964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84" name="AutoShape 24">
            <a:extLst>
              <a:ext uri="{FF2B5EF4-FFF2-40B4-BE49-F238E27FC236}">
                <a16:creationId xmlns:a16="http://schemas.microsoft.com/office/drawing/2014/main" id="{C9BAFF21-D61F-404E-A306-2D0D73937285}"/>
              </a:ext>
            </a:extLst>
          </p:cNvPr>
          <p:cNvCxnSpPr>
            <a:cxnSpLocks noChangeShapeType="1"/>
            <a:stCxn id="552968" idx="6"/>
            <a:endCxn id="552965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2985" name="AutoShape 25">
            <a:extLst>
              <a:ext uri="{FF2B5EF4-FFF2-40B4-BE49-F238E27FC236}">
                <a16:creationId xmlns:a16="http://schemas.microsoft.com/office/drawing/2014/main" id="{288D35EE-5E2D-4446-9023-BD7F50714E2A}"/>
              </a:ext>
            </a:extLst>
          </p:cNvPr>
          <p:cNvCxnSpPr>
            <a:cxnSpLocks noChangeShapeType="1"/>
            <a:stCxn id="552964" idx="5"/>
            <a:endCxn id="552965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2986" name="Text Box 26">
            <a:extLst>
              <a:ext uri="{FF2B5EF4-FFF2-40B4-BE49-F238E27FC236}">
                <a16:creationId xmlns:a16="http://schemas.microsoft.com/office/drawing/2014/main" id="{2B7DAACB-32AF-464F-9096-3439ED82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52987" name="Text Box 27">
            <a:extLst>
              <a:ext uri="{FF2B5EF4-FFF2-40B4-BE49-F238E27FC236}">
                <a16:creationId xmlns:a16="http://schemas.microsoft.com/office/drawing/2014/main" id="{9DAF18DD-89F4-46C1-9493-D68A2A500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52988" name="Text Box 28">
            <a:extLst>
              <a:ext uri="{FF2B5EF4-FFF2-40B4-BE49-F238E27FC236}">
                <a16:creationId xmlns:a16="http://schemas.microsoft.com/office/drawing/2014/main" id="{12396034-42A2-4596-8002-04A5E98F2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52989" name="Text Box 29">
            <a:extLst>
              <a:ext uri="{FF2B5EF4-FFF2-40B4-BE49-F238E27FC236}">
                <a16:creationId xmlns:a16="http://schemas.microsoft.com/office/drawing/2014/main" id="{0405D728-F468-444F-9A45-4AD90C8B8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52990" name="Text Box 30">
            <a:extLst>
              <a:ext uri="{FF2B5EF4-FFF2-40B4-BE49-F238E27FC236}">
                <a16:creationId xmlns:a16="http://schemas.microsoft.com/office/drawing/2014/main" id="{011FF596-E1C9-4FD0-BFAC-08DF730FB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52991" name="Text Box 31">
            <a:extLst>
              <a:ext uri="{FF2B5EF4-FFF2-40B4-BE49-F238E27FC236}">
                <a16:creationId xmlns:a16="http://schemas.microsoft.com/office/drawing/2014/main" id="{A59408C6-28A3-4B39-B538-EF1104D68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52992" name="Text Box 32">
            <a:extLst>
              <a:ext uri="{FF2B5EF4-FFF2-40B4-BE49-F238E27FC236}">
                <a16:creationId xmlns:a16="http://schemas.microsoft.com/office/drawing/2014/main" id="{EA464B51-AB58-4D8A-A86D-CEE5DE15F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52993" name="Text Box 33">
            <a:extLst>
              <a:ext uri="{FF2B5EF4-FFF2-40B4-BE49-F238E27FC236}">
                <a16:creationId xmlns:a16="http://schemas.microsoft.com/office/drawing/2014/main" id="{AC766D7A-2474-4D29-8EE5-FBCF4DB24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52994" name="Text Box 34">
            <a:extLst>
              <a:ext uri="{FF2B5EF4-FFF2-40B4-BE49-F238E27FC236}">
                <a16:creationId xmlns:a16="http://schemas.microsoft.com/office/drawing/2014/main" id="{847267E4-7B5F-4E12-AD2E-7827D637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52995" name="Text Box 35">
            <a:extLst>
              <a:ext uri="{FF2B5EF4-FFF2-40B4-BE49-F238E27FC236}">
                <a16:creationId xmlns:a16="http://schemas.microsoft.com/office/drawing/2014/main" id="{EE05B37C-605F-4BBF-8750-50D4B9113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52996" name="Text Box 36">
            <a:extLst>
              <a:ext uri="{FF2B5EF4-FFF2-40B4-BE49-F238E27FC236}">
                <a16:creationId xmlns:a16="http://schemas.microsoft.com/office/drawing/2014/main" id="{81DB8D36-83A8-4153-B2BD-93C36ACA0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52997" name="Text Box 37">
            <a:extLst>
              <a:ext uri="{FF2B5EF4-FFF2-40B4-BE49-F238E27FC236}">
                <a16:creationId xmlns:a16="http://schemas.microsoft.com/office/drawing/2014/main" id="{F6F4E6C8-75C9-4065-8860-5FD852150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52998" name="Text Box 38">
            <a:extLst>
              <a:ext uri="{FF2B5EF4-FFF2-40B4-BE49-F238E27FC236}">
                <a16:creationId xmlns:a16="http://schemas.microsoft.com/office/drawing/2014/main" id="{0D30333F-E607-49E2-B234-8B8A62415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2999" name="Text Box 39">
            <a:extLst>
              <a:ext uri="{FF2B5EF4-FFF2-40B4-BE49-F238E27FC236}">
                <a16:creationId xmlns:a16="http://schemas.microsoft.com/office/drawing/2014/main" id="{BC946117-3F5C-4EC6-85C6-071D52B99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53000" name="Text Box 40">
            <a:extLst>
              <a:ext uri="{FF2B5EF4-FFF2-40B4-BE49-F238E27FC236}">
                <a16:creationId xmlns:a16="http://schemas.microsoft.com/office/drawing/2014/main" id="{77E79E4B-C7A7-4F50-96BE-765D6F66A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3001" name="Text Box 41">
            <a:extLst>
              <a:ext uri="{FF2B5EF4-FFF2-40B4-BE49-F238E27FC236}">
                <a16:creationId xmlns:a16="http://schemas.microsoft.com/office/drawing/2014/main" id="{C65D57E8-1C8E-4984-9F55-A36FBC998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2" name="Text Box 42">
            <a:extLst>
              <a:ext uri="{FF2B5EF4-FFF2-40B4-BE49-F238E27FC236}">
                <a16:creationId xmlns:a16="http://schemas.microsoft.com/office/drawing/2014/main" id="{85AD3169-24F7-4A12-AA5B-010F842BA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3" name="Text Box 43">
            <a:extLst>
              <a:ext uri="{FF2B5EF4-FFF2-40B4-BE49-F238E27FC236}">
                <a16:creationId xmlns:a16="http://schemas.microsoft.com/office/drawing/2014/main" id="{92E9470C-7B82-4250-BFAB-555E54374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4" name="Text Box 44">
            <a:extLst>
              <a:ext uri="{FF2B5EF4-FFF2-40B4-BE49-F238E27FC236}">
                <a16:creationId xmlns:a16="http://schemas.microsoft.com/office/drawing/2014/main" id="{BFBAB188-A917-4BBE-A30D-452072FC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5" name="Text Box 45">
            <a:extLst>
              <a:ext uri="{FF2B5EF4-FFF2-40B4-BE49-F238E27FC236}">
                <a16:creationId xmlns:a16="http://schemas.microsoft.com/office/drawing/2014/main" id="{45BFCEB4-E12B-4468-BB7C-01D69B518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6" name="Text Box 46">
            <a:extLst>
              <a:ext uri="{FF2B5EF4-FFF2-40B4-BE49-F238E27FC236}">
                <a16:creationId xmlns:a16="http://schemas.microsoft.com/office/drawing/2014/main" id="{075917A5-C6D1-4D93-9243-B91880164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7" name="Text Box 47">
            <a:extLst>
              <a:ext uri="{FF2B5EF4-FFF2-40B4-BE49-F238E27FC236}">
                <a16:creationId xmlns:a16="http://schemas.microsoft.com/office/drawing/2014/main" id="{3D0EBF95-E4F5-4D45-A16F-421A4B52D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8" name="Text Box 48">
            <a:extLst>
              <a:ext uri="{FF2B5EF4-FFF2-40B4-BE49-F238E27FC236}">
                <a16:creationId xmlns:a16="http://schemas.microsoft.com/office/drawing/2014/main" id="{101E9DAD-AA2A-47AF-A676-50256BC60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09" name="Text Box 49">
            <a:extLst>
              <a:ext uri="{FF2B5EF4-FFF2-40B4-BE49-F238E27FC236}">
                <a16:creationId xmlns:a16="http://schemas.microsoft.com/office/drawing/2014/main" id="{18AE0675-9EF3-4DA1-88DC-94A2A268F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39" y="6319838"/>
            <a:ext cx="15525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distance label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10" name="AutoShape 50">
            <a:extLst>
              <a:ext uri="{FF2B5EF4-FFF2-40B4-BE49-F238E27FC236}">
                <a16:creationId xmlns:a16="http://schemas.microsoft.com/office/drawing/2014/main" id="{09C37254-DCFE-4156-B6D4-2BF461253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9" y="6426201"/>
            <a:ext cx="276225" cy="1381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011" name="Text Box 51">
            <a:extLst>
              <a:ext uri="{FF2B5EF4-FFF2-40B4-BE49-F238E27FC236}">
                <a16:creationId xmlns:a16="http://schemas.microsoft.com/office/drawing/2014/main" id="{6E8B96CC-7A4F-4F50-B398-F3BDE7CA8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s, 2, 3, 4, 5, 6, 7, t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>
            <a:extLst>
              <a:ext uri="{FF2B5EF4-FFF2-40B4-BE49-F238E27FC236}">
                <a16:creationId xmlns:a16="http://schemas.microsoft.com/office/drawing/2014/main" id="{107439AD-3BE8-4FA6-9456-D4A549E00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622D658-ED89-4D99-BD61-E7CCD64126D8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3986" name="Rectangle 2">
            <a:extLst>
              <a:ext uri="{FF2B5EF4-FFF2-40B4-BE49-F238E27FC236}">
                <a16:creationId xmlns:a16="http://schemas.microsoft.com/office/drawing/2014/main" id="{E17C1EB2-1CE2-4CDF-9D0D-C16ACC168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53987" name="Oval 3">
            <a:extLst>
              <a:ext uri="{FF2B5EF4-FFF2-40B4-BE49-F238E27FC236}">
                <a16:creationId xmlns:a16="http://schemas.microsoft.com/office/drawing/2014/main" id="{CF70FBA8-D03E-4D35-9930-9BFCB509B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53988" name="Oval 4">
            <a:extLst>
              <a:ext uri="{FF2B5EF4-FFF2-40B4-BE49-F238E27FC236}">
                <a16:creationId xmlns:a16="http://schemas.microsoft.com/office/drawing/2014/main" id="{C043B171-85BC-4011-BEE8-7840AAFC5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53989" name="Oval 5">
            <a:extLst>
              <a:ext uri="{FF2B5EF4-FFF2-40B4-BE49-F238E27FC236}">
                <a16:creationId xmlns:a16="http://schemas.microsoft.com/office/drawing/2014/main" id="{B963AAEC-E316-40AC-B7EE-D0977413F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53990" name="Oval 6">
            <a:extLst>
              <a:ext uri="{FF2B5EF4-FFF2-40B4-BE49-F238E27FC236}">
                <a16:creationId xmlns:a16="http://schemas.microsoft.com/office/drawing/2014/main" id="{7EF8B649-D2FA-413C-B022-D5C93C04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53991" name="Oval 7">
            <a:extLst>
              <a:ext uri="{FF2B5EF4-FFF2-40B4-BE49-F238E27FC236}">
                <a16:creationId xmlns:a16="http://schemas.microsoft.com/office/drawing/2014/main" id="{F8F0FEA3-4638-49ED-8579-F4149354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53992" name="Oval 8">
            <a:extLst>
              <a:ext uri="{FF2B5EF4-FFF2-40B4-BE49-F238E27FC236}">
                <a16:creationId xmlns:a16="http://schemas.microsoft.com/office/drawing/2014/main" id="{585418C3-EA8A-4749-ACEC-C09488D7C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53993" name="Oval 9">
            <a:extLst>
              <a:ext uri="{FF2B5EF4-FFF2-40B4-BE49-F238E27FC236}">
                <a16:creationId xmlns:a16="http://schemas.microsoft.com/office/drawing/2014/main" id="{B080AAE4-2B34-464D-9F47-AA0BE06A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53994" name="Oval 10">
            <a:extLst>
              <a:ext uri="{FF2B5EF4-FFF2-40B4-BE49-F238E27FC236}">
                <a16:creationId xmlns:a16="http://schemas.microsoft.com/office/drawing/2014/main" id="{6808A0EE-1FD5-41FB-9DCF-775636150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53995" name="AutoShape 11">
            <a:extLst>
              <a:ext uri="{FF2B5EF4-FFF2-40B4-BE49-F238E27FC236}">
                <a16:creationId xmlns:a16="http://schemas.microsoft.com/office/drawing/2014/main" id="{D2B0BDB0-03E1-4207-AC24-7056ADCA9A84}"/>
              </a:ext>
            </a:extLst>
          </p:cNvPr>
          <p:cNvCxnSpPr>
            <a:cxnSpLocks noChangeShapeType="1"/>
            <a:stCxn id="553987" idx="7"/>
            <a:endCxn id="553990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996" name="AutoShape 12">
            <a:extLst>
              <a:ext uri="{FF2B5EF4-FFF2-40B4-BE49-F238E27FC236}">
                <a16:creationId xmlns:a16="http://schemas.microsoft.com/office/drawing/2014/main" id="{28CB6C5B-816F-4D45-B041-CFFE7B4515BC}"/>
              </a:ext>
            </a:extLst>
          </p:cNvPr>
          <p:cNvCxnSpPr>
            <a:cxnSpLocks noChangeShapeType="1"/>
            <a:stCxn id="553987" idx="6"/>
            <a:endCxn id="553991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997" name="AutoShape 13">
            <a:extLst>
              <a:ext uri="{FF2B5EF4-FFF2-40B4-BE49-F238E27FC236}">
                <a16:creationId xmlns:a16="http://schemas.microsoft.com/office/drawing/2014/main" id="{4344FAEF-0DC1-4D23-86C1-34E11EB97967}"/>
              </a:ext>
            </a:extLst>
          </p:cNvPr>
          <p:cNvCxnSpPr>
            <a:cxnSpLocks noChangeShapeType="1"/>
            <a:stCxn id="553987" idx="5"/>
            <a:endCxn id="553992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998" name="AutoShape 14">
            <a:extLst>
              <a:ext uri="{FF2B5EF4-FFF2-40B4-BE49-F238E27FC236}">
                <a16:creationId xmlns:a16="http://schemas.microsoft.com/office/drawing/2014/main" id="{3799E41D-A68C-4354-9EC8-466F1D5E7C0F}"/>
              </a:ext>
            </a:extLst>
          </p:cNvPr>
          <p:cNvCxnSpPr>
            <a:cxnSpLocks noChangeShapeType="1"/>
            <a:stCxn id="553991" idx="7"/>
            <a:endCxn id="553988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999" name="AutoShape 15">
            <a:extLst>
              <a:ext uri="{FF2B5EF4-FFF2-40B4-BE49-F238E27FC236}">
                <a16:creationId xmlns:a16="http://schemas.microsoft.com/office/drawing/2014/main" id="{852D918E-38EF-40B6-8BC1-DA0C7E12FFDD}"/>
              </a:ext>
            </a:extLst>
          </p:cNvPr>
          <p:cNvCxnSpPr>
            <a:cxnSpLocks noChangeShapeType="1"/>
            <a:stCxn id="553993" idx="7"/>
            <a:endCxn id="553988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0" name="AutoShape 16">
            <a:extLst>
              <a:ext uri="{FF2B5EF4-FFF2-40B4-BE49-F238E27FC236}">
                <a16:creationId xmlns:a16="http://schemas.microsoft.com/office/drawing/2014/main" id="{B0372860-7239-4E53-91EC-900D3540EFFE}"/>
              </a:ext>
            </a:extLst>
          </p:cNvPr>
          <p:cNvCxnSpPr>
            <a:cxnSpLocks noChangeShapeType="1"/>
            <a:stCxn id="553991" idx="5"/>
            <a:endCxn id="553994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1" name="AutoShape 17">
            <a:extLst>
              <a:ext uri="{FF2B5EF4-FFF2-40B4-BE49-F238E27FC236}">
                <a16:creationId xmlns:a16="http://schemas.microsoft.com/office/drawing/2014/main" id="{BF626C02-D281-4DD4-94D8-ED76FDD32EE1}"/>
              </a:ext>
            </a:extLst>
          </p:cNvPr>
          <p:cNvCxnSpPr>
            <a:cxnSpLocks noChangeShapeType="1"/>
            <a:stCxn id="553994" idx="5"/>
            <a:endCxn id="553989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2" name="AutoShape 18">
            <a:extLst>
              <a:ext uri="{FF2B5EF4-FFF2-40B4-BE49-F238E27FC236}">
                <a16:creationId xmlns:a16="http://schemas.microsoft.com/office/drawing/2014/main" id="{2AF30E10-2D26-4348-B343-96071149ABC2}"/>
              </a:ext>
            </a:extLst>
          </p:cNvPr>
          <p:cNvCxnSpPr>
            <a:cxnSpLocks noChangeShapeType="1"/>
            <a:stCxn id="553994" idx="6"/>
            <a:endCxn id="553993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3" name="AutoShape 19">
            <a:extLst>
              <a:ext uri="{FF2B5EF4-FFF2-40B4-BE49-F238E27FC236}">
                <a16:creationId xmlns:a16="http://schemas.microsoft.com/office/drawing/2014/main" id="{519C9F8B-68AD-40CB-8C14-0FDED53BADD2}"/>
              </a:ext>
            </a:extLst>
          </p:cNvPr>
          <p:cNvCxnSpPr>
            <a:cxnSpLocks noChangeShapeType="1"/>
            <a:stCxn id="553993" idx="4"/>
            <a:endCxn id="553989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4" name="AutoShape 20">
            <a:extLst>
              <a:ext uri="{FF2B5EF4-FFF2-40B4-BE49-F238E27FC236}">
                <a16:creationId xmlns:a16="http://schemas.microsoft.com/office/drawing/2014/main" id="{753BEECE-5950-4879-A469-4D4E63D66442}"/>
              </a:ext>
            </a:extLst>
          </p:cNvPr>
          <p:cNvCxnSpPr>
            <a:cxnSpLocks noChangeShapeType="1"/>
            <a:stCxn id="553988" idx="3"/>
            <a:endCxn id="553994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5" name="AutoShape 21">
            <a:extLst>
              <a:ext uri="{FF2B5EF4-FFF2-40B4-BE49-F238E27FC236}">
                <a16:creationId xmlns:a16="http://schemas.microsoft.com/office/drawing/2014/main" id="{6BA92855-3D54-404C-9A8E-F5534B059938}"/>
              </a:ext>
            </a:extLst>
          </p:cNvPr>
          <p:cNvCxnSpPr>
            <a:cxnSpLocks noChangeShapeType="1"/>
            <a:stCxn id="553991" idx="4"/>
            <a:endCxn id="553992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6" name="AutoShape 22">
            <a:extLst>
              <a:ext uri="{FF2B5EF4-FFF2-40B4-BE49-F238E27FC236}">
                <a16:creationId xmlns:a16="http://schemas.microsoft.com/office/drawing/2014/main" id="{4931EBD2-F788-42AF-A8C2-3060FF41EA5A}"/>
              </a:ext>
            </a:extLst>
          </p:cNvPr>
          <p:cNvCxnSpPr>
            <a:cxnSpLocks noChangeShapeType="1"/>
            <a:stCxn id="553992" idx="6"/>
            <a:endCxn id="553994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7" name="AutoShape 23">
            <a:extLst>
              <a:ext uri="{FF2B5EF4-FFF2-40B4-BE49-F238E27FC236}">
                <a16:creationId xmlns:a16="http://schemas.microsoft.com/office/drawing/2014/main" id="{ED8164BF-F244-407E-B2C6-84613C8FD076}"/>
              </a:ext>
            </a:extLst>
          </p:cNvPr>
          <p:cNvCxnSpPr>
            <a:cxnSpLocks noChangeShapeType="1"/>
            <a:stCxn id="553990" idx="6"/>
            <a:endCxn id="553988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8" name="AutoShape 24">
            <a:extLst>
              <a:ext uri="{FF2B5EF4-FFF2-40B4-BE49-F238E27FC236}">
                <a16:creationId xmlns:a16="http://schemas.microsoft.com/office/drawing/2014/main" id="{4E627A3E-0D1B-4B6C-A1DF-BB16532084C3}"/>
              </a:ext>
            </a:extLst>
          </p:cNvPr>
          <p:cNvCxnSpPr>
            <a:cxnSpLocks noChangeShapeType="1"/>
            <a:stCxn id="553992" idx="6"/>
            <a:endCxn id="553989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4009" name="AutoShape 25">
            <a:extLst>
              <a:ext uri="{FF2B5EF4-FFF2-40B4-BE49-F238E27FC236}">
                <a16:creationId xmlns:a16="http://schemas.microsoft.com/office/drawing/2014/main" id="{43DFAB1F-3884-49BD-8159-0083D789468B}"/>
              </a:ext>
            </a:extLst>
          </p:cNvPr>
          <p:cNvCxnSpPr>
            <a:cxnSpLocks noChangeShapeType="1"/>
            <a:stCxn id="553988" idx="5"/>
            <a:endCxn id="553989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4010" name="Text Box 26">
            <a:extLst>
              <a:ext uri="{FF2B5EF4-FFF2-40B4-BE49-F238E27FC236}">
                <a16:creationId xmlns:a16="http://schemas.microsoft.com/office/drawing/2014/main" id="{929A6482-DB0F-4E11-A3C9-31A1C7AA7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54011" name="Text Box 27">
            <a:extLst>
              <a:ext uri="{FF2B5EF4-FFF2-40B4-BE49-F238E27FC236}">
                <a16:creationId xmlns:a16="http://schemas.microsoft.com/office/drawing/2014/main" id="{C53C68E4-1598-457F-BF87-04C91697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54012" name="Text Box 28">
            <a:extLst>
              <a:ext uri="{FF2B5EF4-FFF2-40B4-BE49-F238E27FC236}">
                <a16:creationId xmlns:a16="http://schemas.microsoft.com/office/drawing/2014/main" id="{D192FDCB-EEAB-458D-BE2C-5BE447847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54013" name="Text Box 29">
            <a:extLst>
              <a:ext uri="{FF2B5EF4-FFF2-40B4-BE49-F238E27FC236}">
                <a16:creationId xmlns:a16="http://schemas.microsoft.com/office/drawing/2014/main" id="{6870F96A-3202-48EF-A95A-122C01C0B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54014" name="Text Box 30">
            <a:extLst>
              <a:ext uri="{FF2B5EF4-FFF2-40B4-BE49-F238E27FC236}">
                <a16:creationId xmlns:a16="http://schemas.microsoft.com/office/drawing/2014/main" id="{68AFBC99-C3B4-4029-85F0-4543F27F4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54015" name="Text Box 31">
            <a:extLst>
              <a:ext uri="{FF2B5EF4-FFF2-40B4-BE49-F238E27FC236}">
                <a16:creationId xmlns:a16="http://schemas.microsoft.com/office/drawing/2014/main" id="{0F7F15C6-7F69-44C3-BBF7-6270B868A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54016" name="Text Box 32">
            <a:extLst>
              <a:ext uri="{FF2B5EF4-FFF2-40B4-BE49-F238E27FC236}">
                <a16:creationId xmlns:a16="http://schemas.microsoft.com/office/drawing/2014/main" id="{BAFA6651-6045-4D44-BF9F-5CCD6EBB6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54017" name="Text Box 33">
            <a:extLst>
              <a:ext uri="{FF2B5EF4-FFF2-40B4-BE49-F238E27FC236}">
                <a16:creationId xmlns:a16="http://schemas.microsoft.com/office/drawing/2014/main" id="{70578F52-9FB1-4F94-8757-713F10185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54018" name="Text Box 34">
            <a:extLst>
              <a:ext uri="{FF2B5EF4-FFF2-40B4-BE49-F238E27FC236}">
                <a16:creationId xmlns:a16="http://schemas.microsoft.com/office/drawing/2014/main" id="{966469A7-7537-4D47-B5EF-6CA61C5E1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54019" name="Text Box 35">
            <a:extLst>
              <a:ext uri="{FF2B5EF4-FFF2-40B4-BE49-F238E27FC236}">
                <a16:creationId xmlns:a16="http://schemas.microsoft.com/office/drawing/2014/main" id="{647D9951-B7B4-4291-AB93-8D56A3A08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54020" name="Text Box 36">
            <a:extLst>
              <a:ext uri="{FF2B5EF4-FFF2-40B4-BE49-F238E27FC236}">
                <a16:creationId xmlns:a16="http://schemas.microsoft.com/office/drawing/2014/main" id="{B680C836-EC11-43A7-A49B-5329A9686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54021" name="Text Box 37">
            <a:extLst>
              <a:ext uri="{FF2B5EF4-FFF2-40B4-BE49-F238E27FC236}">
                <a16:creationId xmlns:a16="http://schemas.microsoft.com/office/drawing/2014/main" id="{A20BB02F-5900-44D4-B0B2-25405DC99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54022" name="Text Box 38">
            <a:extLst>
              <a:ext uri="{FF2B5EF4-FFF2-40B4-BE49-F238E27FC236}">
                <a16:creationId xmlns:a16="http://schemas.microsoft.com/office/drawing/2014/main" id="{779B7E8C-6D44-4D13-9F10-432CEB22B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4023" name="Text Box 39">
            <a:extLst>
              <a:ext uri="{FF2B5EF4-FFF2-40B4-BE49-F238E27FC236}">
                <a16:creationId xmlns:a16="http://schemas.microsoft.com/office/drawing/2014/main" id="{B843A9A4-CDCC-4183-88E5-BE5BAD823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54024" name="Text Box 40">
            <a:extLst>
              <a:ext uri="{FF2B5EF4-FFF2-40B4-BE49-F238E27FC236}">
                <a16:creationId xmlns:a16="http://schemas.microsoft.com/office/drawing/2014/main" id="{68141ADD-18EC-4234-9F23-42DC954CC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4025" name="Text Box 41">
            <a:extLst>
              <a:ext uri="{FF2B5EF4-FFF2-40B4-BE49-F238E27FC236}">
                <a16:creationId xmlns:a16="http://schemas.microsoft.com/office/drawing/2014/main" id="{62320178-7B2C-4AB6-9926-2359DEDF8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26" name="Text Box 42">
            <a:extLst>
              <a:ext uri="{FF2B5EF4-FFF2-40B4-BE49-F238E27FC236}">
                <a16:creationId xmlns:a16="http://schemas.microsoft.com/office/drawing/2014/main" id="{DD52D964-4D61-457E-BFEB-1DB49EE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27" name="Text Box 43">
            <a:extLst>
              <a:ext uri="{FF2B5EF4-FFF2-40B4-BE49-F238E27FC236}">
                <a16:creationId xmlns:a16="http://schemas.microsoft.com/office/drawing/2014/main" id="{C12C317D-D7C6-4AD7-BF7E-1C8B0CAFD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28" name="Text Box 44">
            <a:extLst>
              <a:ext uri="{FF2B5EF4-FFF2-40B4-BE49-F238E27FC236}">
                <a16:creationId xmlns:a16="http://schemas.microsoft.com/office/drawing/2014/main" id="{21C53B24-0A0A-4161-B9B5-7CE2247C0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29" name="Text Box 45">
            <a:extLst>
              <a:ext uri="{FF2B5EF4-FFF2-40B4-BE49-F238E27FC236}">
                <a16:creationId xmlns:a16="http://schemas.microsoft.com/office/drawing/2014/main" id="{56D2D375-2F75-45B9-BD2F-6EB242EBA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0" name="Text Box 46">
            <a:extLst>
              <a:ext uri="{FF2B5EF4-FFF2-40B4-BE49-F238E27FC236}">
                <a16:creationId xmlns:a16="http://schemas.microsoft.com/office/drawing/2014/main" id="{EB93C681-B9BE-40AF-A4FB-1FBEC9035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1" name="Text Box 47">
            <a:extLst>
              <a:ext uri="{FF2B5EF4-FFF2-40B4-BE49-F238E27FC236}">
                <a16:creationId xmlns:a16="http://schemas.microsoft.com/office/drawing/2014/main" id="{681D7E01-70D8-428E-93BE-93142E228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2" name="Text Box 48">
            <a:extLst>
              <a:ext uri="{FF2B5EF4-FFF2-40B4-BE49-F238E27FC236}">
                <a16:creationId xmlns:a16="http://schemas.microsoft.com/office/drawing/2014/main" id="{A8A46054-2E0A-4D58-9B03-36675E111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3" name="Text Box 49">
            <a:extLst>
              <a:ext uri="{FF2B5EF4-FFF2-40B4-BE49-F238E27FC236}">
                <a16:creationId xmlns:a16="http://schemas.microsoft.com/office/drawing/2014/main" id="{C5C31AEC-7010-4D6C-94FA-11CAD98E0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39" y="6319838"/>
            <a:ext cx="15525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distance label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4" name="AutoShape 50">
            <a:extLst>
              <a:ext uri="{FF2B5EF4-FFF2-40B4-BE49-F238E27FC236}">
                <a16:creationId xmlns:a16="http://schemas.microsoft.com/office/drawing/2014/main" id="{73DF4F33-5981-43A7-B548-67EFDB5A0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9" y="6426201"/>
            <a:ext cx="276225" cy="1381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5" name="Text Box 51">
            <a:extLst>
              <a:ext uri="{FF2B5EF4-FFF2-40B4-BE49-F238E27FC236}">
                <a16:creationId xmlns:a16="http://schemas.microsoft.com/office/drawing/2014/main" id="{6C42A829-CB8E-467B-9928-E6B1FB914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s, 2, 3, 4, 5, 6, 7, t }</a:t>
            </a:r>
          </a:p>
        </p:txBody>
      </p:sp>
      <p:sp>
        <p:nvSpPr>
          <p:cNvPr id="554036" name="AutoShape 52">
            <a:extLst>
              <a:ext uri="{FF2B5EF4-FFF2-40B4-BE49-F238E27FC236}">
                <a16:creationId xmlns:a16="http://schemas.microsoft.com/office/drawing/2014/main" id="{B5B043DA-5CF8-47A8-8373-A79D81A7B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9" y="266700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4037" name="Text Box 53">
            <a:extLst>
              <a:ext uri="{FF2B5EF4-FFF2-40B4-BE49-F238E27FC236}">
                <a16:creationId xmlns:a16="http://schemas.microsoft.com/office/drawing/2014/main" id="{31C38E3B-725A-4E6F-9CC4-F9231FF47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2279650"/>
            <a:ext cx="109855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3A9C25F7-A0EA-4D33-8F3A-10F4FAF61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A4FF36A-C7B1-45F3-AE7C-2C4DE79D012B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30" name="Rectangle 2">
            <a:extLst>
              <a:ext uri="{FF2B5EF4-FFF2-40B4-BE49-F238E27FC236}">
                <a16:creationId xmlns:a16="http://schemas.microsoft.com/office/drawing/2014/main" id="{4E300DC3-FDE6-41B0-9349-7A2FB642B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34532" name="Oval 4">
            <a:extLst>
              <a:ext uri="{FF2B5EF4-FFF2-40B4-BE49-F238E27FC236}">
                <a16:creationId xmlns:a16="http://schemas.microsoft.com/office/drawing/2014/main" id="{09EA91B8-700B-40C1-9382-DB2CCFDF8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34533" name="Oval 5">
            <a:extLst>
              <a:ext uri="{FF2B5EF4-FFF2-40B4-BE49-F238E27FC236}">
                <a16:creationId xmlns:a16="http://schemas.microsoft.com/office/drawing/2014/main" id="{55B83D3B-92A5-4818-B4C4-66197136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34534" name="Oval 6">
            <a:extLst>
              <a:ext uri="{FF2B5EF4-FFF2-40B4-BE49-F238E27FC236}">
                <a16:creationId xmlns:a16="http://schemas.microsoft.com/office/drawing/2014/main" id="{C28DFAD2-CFF8-4273-8A25-91E2AD7F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34535" name="Oval 7">
            <a:extLst>
              <a:ext uri="{FF2B5EF4-FFF2-40B4-BE49-F238E27FC236}">
                <a16:creationId xmlns:a16="http://schemas.microsoft.com/office/drawing/2014/main" id="{741A72B6-5ED9-4C02-A14E-5856D95B6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34536" name="Oval 8">
            <a:extLst>
              <a:ext uri="{FF2B5EF4-FFF2-40B4-BE49-F238E27FC236}">
                <a16:creationId xmlns:a16="http://schemas.microsoft.com/office/drawing/2014/main" id="{DA7A9C57-4B04-4573-BDF0-FD9D1EEBB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34537" name="Oval 9">
            <a:extLst>
              <a:ext uri="{FF2B5EF4-FFF2-40B4-BE49-F238E27FC236}">
                <a16:creationId xmlns:a16="http://schemas.microsoft.com/office/drawing/2014/main" id="{B7A9A923-07F5-49F2-8D74-BB0576779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34538" name="Oval 10">
            <a:extLst>
              <a:ext uri="{FF2B5EF4-FFF2-40B4-BE49-F238E27FC236}">
                <a16:creationId xmlns:a16="http://schemas.microsoft.com/office/drawing/2014/main" id="{FCC5DD4C-8B9C-4E9F-9903-2A912338A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34539" name="Oval 11">
            <a:extLst>
              <a:ext uri="{FF2B5EF4-FFF2-40B4-BE49-F238E27FC236}">
                <a16:creationId xmlns:a16="http://schemas.microsoft.com/office/drawing/2014/main" id="{BF2E611A-B42E-4D2B-82CA-6165050FB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34540" name="AutoShape 12">
            <a:extLst>
              <a:ext uri="{FF2B5EF4-FFF2-40B4-BE49-F238E27FC236}">
                <a16:creationId xmlns:a16="http://schemas.microsoft.com/office/drawing/2014/main" id="{9225CD4D-62AF-4702-B341-2FE41A68383C}"/>
              </a:ext>
            </a:extLst>
          </p:cNvPr>
          <p:cNvCxnSpPr>
            <a:cxnSpLocks noChangeShapeType="1"/>
            <a:stCxn id="534532" idx="7"/>
            <a:endCxn id="534535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1" name="AutoShape 13">
            <a:extLst>
              <a:ext uri="{FF2B5EF4-FFF2-40B4-BE49-F238E27FC236}">
                <a16:creationId xmlns:a16="http://schemas.microsoft.com/office/drawing/2014/main" id="{E3BA8FF3-A7E2-4056-AC70-D49520043B05}"/>
              </a:ext>
            </a:extLst>
          </p:cNvPr>
          <p:cNvCxnSpPr>
            <a:cxnSpLocks noChangeShapeType="1"/>
            <a:stCxn id="534532" idx="6"/>
            <a:endCxn id="534536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2" name="AutoShape 14">
            <a:extLst>
              <a:ext uri="{FF2B5EF4-FFF2-40B4-BE49-F238E27FC236}">
                <a16:creationId xmlns:a16="http://schemas.microsoft.com/office/drawing/2014/main" id="{5CB1C610-08DF-4474-A5C5-176EEA5A11AE}"/>
              </a:ext>
            </a:extLst>
          </p:cNvPr>
          <p:cNvCxnSpPr>
            <a:cxnSpLocks noChangeShapeType="1"/>
            <a:stCxn id="534532" idx="5"/>
            <a:endCxn id="534537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3" name="AutoShape 15">
            <a:extLst>
              <a:ext uri="{FF2B5EF4-FFF2-40B4-BE49-F238E27FC236}">
                <a16:creationId xmlns:a16="http://schemas.microsoft.com/office/drawing/2014/main" id="{C609E9BA-6DBE-42A4-8282-82867556A85A}"/>
              </a:ext>
            </a:extLst>
          </p:cNvPr>
          <p:cNvCxnSpPr>
            <a:cxnSpLocks noChangeShapeType="1"/>
            <a:stCxn id="534536" idx="7"/>
            <a:endCxn id="534533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4" name="AutoShape 16">
            <a:extLst>
              <a:ext uri="{FF2B5EF4-FFF2-40B4-BE49-F238E27FC236}">
                <a16:creationId xmlns:a16="http://schemas.microsoft.com/office/drawing/2014/main" id="{F489B5B2-D8F5-47A7-9238-0430857E8B1D}"/>
              </a:ext>
            </a:extLst>
          </p:cNvPr>
          <p:cNvCxnSpPr>
            <a:cxnSpLocks noChangeShapeType="1"/>
            <a:stCxn id="534538" idx="7"/>
            <a:endCxn id="534533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5" name="AutoShape 17">
            <a:extLst>
              <a:ext uri="{FF2B5EF4-FFF2-40B4-BE49-F238E27FC236}">
                <a16:creationId xmlns:a16="http://schemas.microsoft.com/office/drawing/2014/main" id="{A9DB2332-1D63-47EB-BD2E-758B77EB18D2}"/>
              </a:ext>
            </a:extLst>
          </p:cNvPr>
          <p:cNvCxnSpPr>
            <a:cxnSpLocks noChangeShapeType="1"/>
            <a:stCxn id="534536" idx="5"/>
            <a:endCxn id="534539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6" name="AutoShape 18">
            <a:extLst>
              <a:ext uri="{FF2B5EF4-FFF2-40B4-BE49-F238E27FC236}">
                <a16:creationId xmlns:a16="http://schemas.microsoft.com/office/drawing/2014/main" id="{11D57B78-B828-457F-A642-9C4E8E5D9EEB}"/>
              </a:ext>
            </a:extLst>
          </p:cNvPr>
          <p:cNvCxnSpPr>
            <a:cxnSpLocks noChangeShapeType="1"/>
            <a:stCxn id="534539" idx="5"/>
            <a:endCxn id="534534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7" name="AutoShape 19">
            <a:extLst>
              <a:ext uri="{FF2B5EF4-FFF2-40B4-BE49-F238E27FC236}">
                <a16:creationId xmlns:a16="http://schemas.microsoft.com/office/drawing/2014/main" id="{831143A6-62FF-4EA9-9D02-931D8F3F2957}"/>
              </a:ext>
            </a:extLst>
          </p:cNvPr>
          <p:cNvCxnSpPr>
            <a:cxnSpLocks noChangeShapeType="1"/>
            <a:stCxn id="534539" idx="6"/>
            <a:endCxn id="534538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8" name="AutoShape 20">
            <a:extLst>
              <a:ext uri="{FF2B5EF4-FFF2-40B4-BE49-F238E27FC236}">
                <a16:creationId xmlns:a16="http://schemas.microsoft.com/office/drawing/2014/main" id="{DC7A09DF-227C-4114-96F7-E1C49AC6E9C8}"/>
              </a:ext>
            </a:extLst>
          </p:cNvPr>
          <p:cNvCxnSpPr>
            <a:cxnSpLocks noChangeShapeType="1"/>
            <a:stCxn id="534538" idx="4"/>
            <a:endCxn id="534534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49" name="AutoShape 21">
            <a:extLst>
              <a:ext uri="{FF2B5EF4-FFF2-40B4-BE49-F238E27FC236}">
                <a16:creationId xmlns:a16="http://schemas.microsoft.com/office/drawing/2014/main" id="{92E87B86-F893-430D-ABB0-6674BB1FD02D}"/>
              </a:ext>
            </a:extLst>
          </p:cNvPr>
          <p:cNvCxnSpPr>
            <a:cxnSpLocks noChangeShapeType="1"/>
            <a:stCxn id="534533" idx="3"/>
            <a:endCxn id="534539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50" name="AutoShape 22">
            <a:extLst>
              <a:ext uri="{FF2B5EF4-FFF2-40B4-BE49-F238E27FC236}">
                <a16:creationId xmlns:a16="http://schemas.microsoft.com/office/drawing/2014/main" id="{75E50230-2DD3-478A-9C0D-06E0B1FD0924}"/>
              </a:ext>
            </a:extLst>
          </p:cNvPr>
          <p:cNvCxnSpPr>
            <a:cxnSpLocks noChangeShapeType="1"/>
            <a:stCxn id="534536" idx="4"/>
            <a:endCxn id="534537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51" name="AutoShape 23">
            <a:extLst>
              <a:ext uri="{FF2B5EF4-FFF2-40B4-BE49-F238E27FC236}">
                <a16:creationId xmlns:a16="http://schemas.microsoft.com/office/drawing/2014/main" id="{1B89820A-D0DB-479B-8CF2-B88322B3803B}"/>
              </a:ext>
            </a:extLst>
          </p:cNvPr>
          <p:cNvCxnSpPr>
            <a:cxnSpLocks noChangeShapeType="1"/>
            <a:stCxn id="534537" idx="6"/>
            <a:endCxn id="534539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52" name="AutoShape 24">
            <a:extLst>
              <a:ext uri="{FF2B5EF4-FFF2-40B4-BE49-F238E27FC236}">
                <a16:creationId xmlns:a16="http://schemas.microsoft.com/office/drawing/2014/main" id="{1FB6164B-0BC3-445C-BE9C-F7C1F1402AA3}"/>
              </a:ext>
            </a:extLst>
          </p:cNvPr>
          <p:cNvCxnSpPr>
            <a:cxnSpLocks noChangeShapeType="1"/>
            <a:stCxn id="534535" idx="6"/>
            <a:endCxn id="534533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53" name="AutoShape 25">
            <a:extLst>
              <a:ext uri="{FF2B5EF4-FFF2-40B4-BE49-F238E27FC236}">
                <a16:creationId xmlns:a16="http://schemas.microsoft.com/office/drawing/2014/main" id="{88BE13F1-9A85-4589-A2F8-26B8E4D0AA80}"/>
              </a:ext>
            </a:extLst>
          </p:cNvPr>
          <p:cNvCxnSpPr>
            <a:cxnSpLocks noChangeShapeType="1"/>
            <a:stCxn id="534537" idx="6"/>
            <a:endCxn id="534534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4554" name="AutoShape 26">
            <a:extLst>
              <a:ext uri="{FF2B5EF4-FFF2-40B4-BE49-F238E27FC236}">
                <a16:creationId xmlns:a16="http://schemas.microsoft.com/office/drawing/2014/main" id="{55145D17-B3E0-498D-9E79-EEDB0A1ECF81}"/>
              </a:ext>
            </a:extLst>
          </p:cNvPr>
          <p:cNvCxnSpPr>
            <a:cxnSpLocks noChangeShapeType="1"/>
            <a:stCxn id="534533" idx="5"/>
            <a:endCxn id="534534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4555" name="Text Box 27">
            <a:extLst>
              <a:ext uri="{FF2B5EF4-FFF2-40B4-BE49-F238E27FC236}">
                <a16:creationId xmlns:a16="http://schemas.microsoft.com/office/drawing/2014/main" id="{71ACF948-5A29-4C96-B6E6-55D7EA600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34556" name="Text Box 28">
            <a:extLst>
              <a:ext uri="{FF2B5EF4-FFF2-40B4-BE49-F238E27FC236}">
                <a16:creationId xmlns:a16="http://schemas.microsoft.com/office/drawing/2014/main" id="{2F0F80E2-A238-4450-8DBB-490BCF81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34557" name="Text Box 29">
            <a:extLst>
              <a:ext uri="{FF2B5EF4-FFF2-40B4-BE49-F238E27FC236}">
                <a16:creationId xmlns:a16="http://schemas.microsoft.com/office/drawing/2014/main" id="{573E172A-485E-4DE7-8C93-60724BCE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34558" name="Text Box 30">
            <a:extLst>
              <a:ext uri="{FF2B5EF4-FFF2-40B4-BE49-F238E27FC236}">
                <a16:creationId xmlns:a16="http://schemas.microsoft.com/office/drawing/2014/main" id="{949D56E3-351C-483B-BBB3-FA9F1912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34559" name="Text Box 31">
            <a:extLst>
              <a:ext uri="{FF2B5EF4-FFF2-40B4-BE49-F238E27FC236}">
                <a16:creationId xmlns:a16="http://schemas.microsoft.com/office/drawing/2014/main" id="{3E378D67-C4FA-4172-938F-49904C2EF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34560" name="Text Box 32">
            <a:extLst>
              <a:ext uri="{FF2B5EF4-FFF2-40B4-BE49-F238E27FC236}">
                <a16:creationId xmlns:a16="http://schemas.microsoft.com/office/drawing/2014/main" id="{C2A54DB0-A251-4ADF-8108-BBC4E2D60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34561" name="Text Box 33">
            <a:extLst>
              <a:ext uri="{FF2B5EF4-FFF2-40B4-BE49-F238E27FC236}">
                <a16:creationId xmlns:a16="http://schemas.microsoft.com/office/drawing/2014/main" id="{4A4225F3-C1B8-4F9B-B1FD-8DE2ED1E8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F69F94F5-449E-4D3E-BF47-44BA0ACB6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B6ADF96-899D-4997-9F90-63A933E47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8654A851-51CC-437A-8A72-66069993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34565" name="Text Box 37">
            <a:extLst>
              <a:ext uri="{FF2B5EF4-FFF2-40B4-BE49-F238E27FC236}">
                <a16:creationId xmlns:a16="http://schemas.microsoft.com/office/drawing/2014/main" id="{9AE690A6-E1B2-4A23-BBEC-6D86F282F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0888D2D8-9C5D-4466-BCF5-BBC3E9843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D7C1C10-6009-40C9-BD30-60438423E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4568" name="Text Box 40">
            <a:extLst>
              <a:ext uri="{FF2B5EF4-FFF2-40B4-BE49-F238E27FC236}">
                <a16:creationId xmlns:a16="http://schemas.microsoft.com/office/drawing/2014/main" id="{3FABE05E-8FA8-4B90-883D-89C8EE506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E3EDDB1D-AF50-4E0A-A331-8EB7432C2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4570" name="Freeform 42">
            <a:extLst>
              <a:ext uri="{FF2B5EF4-FFF2-40B4-BE49-F238E27FC236}">
                <a16:creationId xmlns:a16="http://schemas.microsoft.com/office/drawing/2014/main" id="{A238B0C9-2507-473D-BABE-32C5BDB82107}"/>
              </a:ext>
            </a:extLst>
          </p:cNvPr>
          <p:cNvSpPr>
            <a:spLocks/>
          </p:cNvSpPr>
          <p:nvPr/>
        </p:nvSpPr>
        <p:spPr bwMode="auto">
          <a:xfrm>
            <a:off x="1624013" y="3068638"/>
            <a:ext cx="1027112" cy="914400"/>
          </a:xfrm>
          <a:custGeom>
            <a:avLst/>
            <a:gdLst>
              <a:gd name="T0" fmla="*/ 142 w 647"/>
              <a:gd name="T1" fmla="*/ 489 h 576"/>
              <a:gd name="T2" fmla="*/ 71 w 647"/>
              <a:gd name="T3" fmla="*/ 465 h 576"/>
              <a:gd name="T4" fmla="*/ 47 w 647"/>
              <a:gd name="T5" fmla="*/ 457 h 576"/>
              <a:gd name="T6" fmla="*/ 0 w 647"/>
              <a:gd name="T7" fmla="*/ 386 h 576"/>
              <a:gd name="T8" fmla="*/ 8 w 647"/>
              <a:gd name="T9" fmla="*/ 205 h 576"/>
              <a:gd name="T10" fmla="*/ 55 w 647"/>
              <a:gd name="T11" fmla="*/ 134 h 576"/>
              <a:gd name="T12" fmla="*/ 118 w 647"/>
              <a:gd name="T13" fmla="*/ 39 h 576"/>
              <a:gd name="T14" fmla="*/ 150 w 647"/>
              <a:gd name="T15" fmla="*/ 31 h 576"/>
              <a:gd name="T16" fmla="*/ 316 w 647"/>
              <a:gd name="T17" fmla="*/ 8 h 576"/>
              <a:gd name="T18" fmla="*/ 505 w 647"/>
              <a:gd name="T19" fmla="*/ 15 h 576"/>
              <a:gd name="T20" fmla="*/ 576 w 647"/>
              <a:gd name="T21" fmla="*/ 94 h 576"/>
              <a:gd name="T22" fmla="*/ 623 w 647"/>
              <a:gd name="T23" fmla="*/ 165 h 576"/>
              <a:gd name="T24" fmla="*/ 639 w 647"/>
              <a:gd name="T25" fmla="*/ 213 h 576"/>
              <a:gd name="T26" fmla="*/ 647 w 647"/>
              <a:gd name="T27" fmla="*/ 315 h 576"/>
              <a:gd name="T28" fmla="*/ 639 w 647"/>
              <a:gd name="T29" fmla="*/ 449 h 576"/>
              <a:gd name="T30" fmla="*/ 466 w 647"/>
              <a:gd name="T31" fmla="*/ 576 h 576"/>
              <a:gd name="T32" fmla="*/ 292 w 647"/>
              <a:gd name="T33" fmla="*/ 568 h 576"/>
              <a:gd name="T34" fmla="*/ 268 w 647"/>
              <a:gd name="T35" fmla="*/ 552 h 576"/>
              <a:gd name="T36" fmla="*/ 166 w 647"/>
              <a:gd name="T37" fmla="*/ 513 h 576"/>
              <a:gd name="T38" fmla="*/ 142 w 647"/>
              <a:gd name="T39" fmla="*/ 489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47" h="576">
                <a:moveTo>
                  <a:pt x="142" y="489"/>
                </a:moveTo>
                <a:cubicBezTo>
                  <a:pt x="87" y="470"/>
                  <a:pt x="111" y="478"/>
                  <a:pt x="71" y="465"/>
                </a:cubicBezTo>
                <a:cubicBezTo>
                  <a:pt x="63" y="462"/>
                  <a:pt x="47" y="457"/>
                  <a:pt x="47" y="457"/>
                </a:cubicBezTo>
                <a:cubicBezTo>
                  <a:pt x="24" y="434"/>
                  <a:pt x="10" y="417"/>
                  <a:pt x="0" y="386"/>
                </a:cubicBezTo>
                <a:cubicBezTo>
                  <a:pt x="3" y="326"/>
                  <a:pt x="3" y="265"/>
                  <a:pt x="8" y="205"/>
                </a:cubicBezTo>
                <a:cubicBezTo>
                  <a:pt x="10" y="174"/>
                  <a:pt x="38" y="156"/>
                  <a:pt x="55" y="134"/>
                </a:cubicBezTo>
                <a:cubicBezTo>
                  <a:pt x="78" y="104"/>
                  <a:pt x="98" y="71"/>
                  <a:pt x="118" y="39"/>
                </a:cubicBezTo>
                <a:cubicBezTo>
                  <a:pt x="124" y="30"/>
                  <a:pt x="139" y="34"/>
                  <a:pt x="150" y="31"/>
                </a:cubicBezTo>
                <a:cubicBezTo>
                  <a:pt x="247" y="1"/>
                  <a:pt x="150" y="18"/>
                  <a:pt x="316" y="8"/>
                </a:cubicBezTo>
                <a:cubicBezTo>
                  <a:pt x="379" y="10"/>
                  <a:pt x="444" y="0"/>
                  <a:pt x="505" y="15"/>
                </a:cubicBezTo>
                <a:cubicBezTo>
                  <a:pt x="533" y="22"/>
                  <a:pt x="530" y="81"/>
                  <a:pt x="576" y="94"/>
                </a:cubicBezTo>
                <a:cubicBezTo>
                  <a:pt x="592" y="118"/>
                  <a:pt x="614" y="138"/>
                  <a:pt x="623" y="165"/>
                </a:cubicBezTo>
                <a:cubicBezTo>
                  <a:pt x="628" y="181"/>
                  <a:pt x="639" y="213"/>
                  <a:pt x="639" y="213"/>
                </a:cubicBezTo>
                <a:cubicBezTo>
                  <a:pt x="642" y="247"/>
                  <a:pt x="647" y="281"/>
                  <a:pt x="647" y="315"/>
                </a:cubicBezTo>
                <a:cubicBezTo>
                  <a:pt x="647" y="360"/>
                  <a:pt x="644" y="404"/>
                  <a:pt x="639" y="449"/>
                </a:cubicBezTo>
                <a:cubicBezTo>
                  <a:pt x="633" y="508"/>
                  <a:pt x="516" y="558"/>
                  <a:pt x="466" y="576"/>
                </a:cubicBezTo>
                <a:cubicBezTo>
                  <a:pt x="408" y="573"/>
                  <a:pt x="350" y="575"/>
                  <a:pt x="292" y="568"/>
                </a:cubicBezTo>
                <a:cubicBezTo>
                  <a:pt x="282" y="567"/>
                  <a:pt x="277" y="556"/>
                  <a:pt x="268" y="552"/>
                </a:cubicBezTo>
                <a:cubicBezTo>
                  <a:pt x="239" y="539"/>
                  <a:pt x="197" y="520"/>
                  <a:pt x="166" y="513"/>
                </a:cubicBezTo>
                <a:cubicBezTo>
                  <a:pt x="149" y="487"/>
                  <a:pt x="160" y="489"/>
                  <a:pt x="142" y="489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1" name="Text Box 43">
            <a:extLst>
              <a:ext uri="{FF2B5EF4-FFF2-40B4-BE49-F238E27FC236}">
                <a16:creationId xmlns:a16="http://schemas.microsoft.com/office/drawing/2014/main" id="{D4EE350A-D6E2-47BA-B723-5D565881D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9C7548F9-4ED8-4CCA-A28C-5D2FEE557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DE38BF4B-FD6D-4FEC-BD02-9CB21DAB3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671E5EB9-CF36-4EF9-B195-843C77A75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5" name="Text Box 47">
            <a:extLst>
              <a:ext uri="{FF2B5EF4-FFF2-40B4-BE49-F238E27FC236}">
                <a16:creationId xmlns:a16="http://schemas.microsoft.com/office/drawing/2014/main" id="{8C64BA89-CCC4-4794-A61E-8D47F4045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781EAB29-560A-4A82-9553-F25CD3850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7" name="Text Box 49">
            <a:extLst>
              <a:ext uri="{FF2B5EF4-FFF2-40B4-BE49-F238E27FC236}">
                <a16:creationId xmlns:a16="http://schemas.microsoft.com/office/drawing/2014/main" id="{4EBAFD7D-4419-487D-B609-161026F13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D23E2BE-1C38-45BF-9F3A-1080C1616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AE8F2FCA-5245-4424-923F-6029BA4E2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39" y="6319838"/>
            <a:ext cx="15525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distance label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80" name="AutoShape 52">
            <a:extLst>
              <a:ext uri="{FF2B5EF4-FFF2-40B4-BE49-F238E27FC236}">
                <a16:creationId xmlns:a16="http://schemas.microsoft.com/office/drawing/2014/main" id="{E8ED6631-3E7B-4939-A3DA-3D0539B3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9" y="6426201"/>
            <a:ext cx="276225" cy="1381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82" name="Text Box 54">
            <a:extLst>
              <a:ext uri="{FF2B5EF4-FFF2-40B4-BE49-F238E27FC236}">
                <a16:creationId xmlns:a16="http://schemas.microsoft.com/office/drawing/2014/main" id="{9ED28972-5423-41E7-ADB3-DEFED2AA7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2, 3, 4, 5, 6, 7, t }</a:t>
            </a:r>
          </a:p>
        </p:txBody>
      </p:sp>
      <p:sp>
        <p:nvSpPr>
          <p:cNvPr id="534583" name="AutoShape 55">
            <a:extLst>
              <a:ext uri="{FF2B5EF4-FFF2-40B4-BE49-F238E27FC236}">
                <a16:creationId xmlns:a16="http://schemas.microsoft.com/office/drawing/2014/main" id="{0700B2CA-4C4C-4CAB-8C1B-492BDC29740E}"/>
              </a:ext>
            </a:extLst>
          </p:cNvPr>
          <p:cNvSpPr>
            <a:spLocks noChangeArrowheads="1"/>
          </p:cNvSpPr>
          <p:nvPr/>
        </p:nvSpPr>
        <p:spPr bwMode="auto">
          <a:xfrm rot="18303907">
            <a:off x="3351214" y="2303464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84" name="Text Box 56">
            <a:extLst>
              <a:ext uri="{FF2B5EF4-FFF2-40B4-BE49-F238E27FC236}">
                <a16:creationId xmlns:a16="http://schemas.microsoft.com/office/drawing/2014/main" id="{811F3957-AEA6-4A11-87AB-C954766D2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550" y="1979613"/>
            <a:ext cx="165258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decrease key</a:t>
            </a:r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F5AA915E-D6E4-4053-AE0E-64E3E7A9C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90" name="Text Box 62">
            <a:extLst>
              <a:ext uri="{FF2B5EF4-FFF2-40B4-BE49-F238E27FC236}">
                <a16:creationId xmlns:a16="http://schemas.microsoft.com/office/drawing/2014/main" id="{632084AA-36CE-4090-B2B0-F3A32F8DD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4591" name="Text Box 63">
            <a:extLst>
              <a:ext uri="{FF2B5EF4-FFF2-40B4-BE49-F238E27FC236}">
                <a16:creationId xmlns:a16="http://schemas.microsoft.com/office/drawing/2014/main" id="{665BEBEF-5BA2-46BC-835A-C92E34BF0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92" name="Text Box 64">
            <a:extLst>
              <a:ext uri="{FF2B5EF4-FFF2-40B4-BE49-F238E27FC236}">
                <a16:creationId xmlns:a16="http://schemas.microsoft.com/office/drawing/2014/main" id="{8BA530AE-2A08-48BA-BE39-DAB5A8629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4593" name="Text Box 65">
            <a:extLst>
              <a:ext uri="{FF2B5EF4-FFF2-40B4-BE49-F238E27FC236}">
                <a16:creationId xmlns:a16="http://schemas.microsoft.com/office/drawing/2014/main" id="{E8EA8A9A-10A5-4888-A6C9-B445F6483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4594" name="Text Box 66">
            <a:extLst>
              <a:ext uri="{FF2B5EF4-FFF2-40B4-BE49-F238E27FC236}">
                <a16:creationId xmlns:a16="http://schemas.microsoft.com/office/drawing/2014/main" id="{4CDB3F5A-6951-4F7E-B65D-2E284987E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491CF1F4-8FCB-43F5-A0F1-0A43098B3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6F0B81C-C51D-47B3-B441-7BB9F46D7D20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707E94D9-BE17-4C28-99A1-C2C02B7E5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37603" name="Oval 3">
            <a:extLst>
              <a:ext uri="{FF2B5EF4-FFF2-40B4-BE49-F238E27FC236}">
                <a16:creationId xmlns:a16="http://schemas.microsoft.com/office/drawing/2014/main" id="{54E5C7BD-E5B0-4742-A284-1C1247DB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37604" name="Oval 4">
            <a:extLst>
              <a:ext uri="{FF2B5EF4-FFF2-40B4-BE49-F238E27FC236}">
                <a16:creationId xmlns:a16="http://schemas.microsoft.com/office/drawing/2014/main" id="{2DD1C0AF-627E-4EB4-8B99-6B36B6713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37605" name="Oval 5">
            <a:extLst>
              <a:ext uri="{FF2B5EF4-FFF2-40B4-BE49-F238E27FC236}">
                <a16:creationId xmlns:a16="http://schemas.microsoft.com/office/drawing/2014/main" id="{0EFC5FB3-42E0-46A3-A158-DFED2FC17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37606" name="Oval 6">
            <a:extLst>
              <a:ext uri="{FF2B5EF4-FFF2-40B4-BE49-F238E27FC236}">
                <a16:creationId xmlns:a16="http://schemas.microsoft.com/office/drawing/2014/main" id="{E119F45E-9DEB-427B-A104-4FA1DD43F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37607" name="Oval 7">
            <a:extLst>
              <a:ext uri="{FF2B5EF4-FFF2-40B4-BE49-F238E27FC236}">
                <a16:creationId xmlns:a16="http://schemas.microsoft.com/office/drawing/2014/main" id="{BF0D638E-110A-4F58-B430-87D469A0B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37608" name="Oval 8">
            <a:extLst>
              <a:ext uri="{FF2B5EF4-FFF2-40B4-BE49-F238E27FC236}">
                <a16:creationId xmlns:a16="http://schemas.microsoft.com/office/drawing/2014/main" id="{F3CBA652-F1DA-4FF5-829F-858434597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37609" name="Oval 9">
            <a:extLst>
              <a:ext uri="{FF2B5EF4-FFF2-40B4-BE49-F238E27FC236}">
                <a16:creationId xmlns:a16="http://schemas.microsoft.com/office/drawing/2014/main" id="{686755C9-60D4-4F58-A08E-B4404CCE5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37610" name="Oval 10">
            <a:extLst>
              <a:ext uri="{FF2B5EF4-FFF2-40B4-BE49-F238E27FC236}">
                <a16:creationId xmlns:a16="http://schemas.microsoft.com/office/drawing/2014/main" id="{CD767E70-C6A2-4D68-91AE-D7D9F5B2A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37611" name="AutoShape 11">
            <a:extLst>
              <a:ext uri="{FF2B5EF4-FFF2-40B4-BE49-F238E27FC236}">
                <a16:creationId xmlns:a16="http://schemas.microsoft.com/office/drawing/2014/main" id="{83CECB50-D89C-41E5-AFF4-7F98E0E62DBD}"/>
              </a:ext>
            </a:extLst>
          </p:cNvPr>
          <p:cNvCxnSpPr>
            <a:cxnSpLocks noChangeShapeType="1"/>
            <a:stCxn id="537603" idx="7"/>
            <a:endCxn id="537606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2" name="AutoShape 12">
            <a:extLst>
              <a:ext uri="{FF2B5EF4-FFF2-40B4-BE49-F238E27FC236}">
                <a16:creationId xmlns:a16="http://schemas.microsoft.com/office/drawing/2014/main" id="{2C3490E0-A5A3-483E-BA17-5AD48CD0593C}"/>
              </a:ext>
            </a:extLst>
          </p:cNvPr>
          <p:cNvCxnSpPr>
            <a:cxnSpLocks noChangeShapeType="1"/>
            <a:stCxn id="537603" idx="6"/>
            <a:endCxn id="537607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3" name="AutoShape 13">
            <a:extLst>
              <a:ext uri="{FF2B5EF4-FFF2-40B4-BE49-F238E27FC236}">
                <a16:creationId xmlns:a16="http://schemas.microsoft.com/office/drawing/2014/main" id="{B46CFE83-3E28-4C3C-9247-6B891EAA95F9}"/>
              </a:ext>
            </a:extLst>
          </p:cNvPr>
          <p:cNvCxnSpPr>
            <a:cxnSpLocks noChangeShapeType="1"/>
            <a:stCxn id="537603" idx="5"/>
            <a:endCxn id="537608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4" name="AutoShape 14">
            <a:extLst>
              <a:ext uri="{FF2B5EF4-FFF2-40B4-BE49-F238E27FC236}">
                <a16:creationId xmlns:a16="http://schemas.microsoft.com/office/drawing/2014/main" id="{F88D76E1-6271-4B5E-B0E4-C62DA5B043D4}"/>
              </a:ext>
            </a:extLst>
          </p:cNvPr>
          <p:cNvCxnSpPr>
            <a:cxnSpLocks noChangeShapeType="1"/>
            <a:stCxn id="537607" idx="7"/>
            <a:endCxn id="537604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5" name="AutoShape 15">
            <a:extLst>
              <a:ext uri="{FF2B5EF4-FFF2-40B4-BE49-F238E27FC236}">
                <a16:creationId xmlns:a16="http://schemas.microsoft.com/office/drawing/2014/main" id="{89272CB8-E3F7-48F8-ABD8-1436AA5AEBE9}"/>
              </a:ext>
            </a:extLst>
          </p:cNvPr>
          <p:cNvCxnSpPr>
            <a:cxnSpLocks noChangeShapeType="1"/>
            <a:stCxn id="537609" idx="7"/>
            <a:endCxn id="537604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6" name="AutoShape 16">
            <a:extLst>
              <a:ext uri="{FF2B5EF4-FFF2-40B4-BE49-F238E27FC236}">
                <a16:creationId xmlns:a16="http://schemas.microsoft.com/office/drawing/2014/main" id="{4A1294DA-2250-48A0-A1F5-DC1E0DB0FF87}"/>
              </a:ext>
            </a:extLst>
          </p:cNvPr>
          <p:cNvCxnSpPr>
            <a:cxnSpLocks noChangeShapeType="1"/>
            <a:stCxn id="537607" idx="5"/>
            <a:endCxn id="537610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7" name="AutoShape 17">
            <a:extLst>
              <a:ext uri="{FF2B5EF4-FFF2-40B4-BE49-F238E27FC236}">
                <a16:creationId xmlns:a16="http://schemas.microsoft.com/office/drawing/2014/main" id="{D679F860-1A13-4651-8463-D68977322686}"/>
              </a:ext>
            </a:extLst>
          </p:cNvPr>
          <p:cNvCxnSpPr>
            <a:cxnSpLocks noChangeShapeType="1"/>
            <a:stCxn id="537610" idx="5"/>
            <a:endCxn id="537605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8" name="AutoShape 18">
            <a:extLst>
              <a:ext uri="{FF2B5EF4-FFF2-40B4-BE49-F238E27FC236}">
                <a16:creationId xmlns:a16="http://schemas.microsoft.com/office/drawing/2014/main" id="{8B803574-9EAE-473E-BFB6-CAAD031BC14C}"/>
              </a:ext>
            </a:extLst>
          </p:cNvPr>
          <p:cNvCxnSpPr>
            <a:cxnSpLocks noChangeShapeType="1"/>
            <a:stCxn id="537610" idx="6"/>
            <a:endCxn id="537609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19" name="AutoShape 19">
            <a:extLst>
              <a:ext uri="{FF2B5EF4-FFF2-40B4-BE49-F238E27FC236}">
                <a16:creationId xmlns:a16="http://schemas.microsoft.com/office/drawing/2014/main" id="{5AE527B9-A6FF-4629-A71A-5E54466DAFFF}"/>
              </a:ext>
            </a:extLst>
          </p:cNvPr>
          <p:cNvCxnSpPr>
            <a:cxnSpLocks noChangeShapeType="1"/>
            <a:stCxn id="537609" idx="4"/>
            <a:endCxn id="537605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20" name="AutoShape 20">
            <a:extLst>
              <a:ext uri="{FF2B5EF4-FFF2-40B4-BE49-F238E27FC236}">
                <a16:creationId xmlns:a16="http://schemas.microsoft.com/office/drawing/2014/main" id="{4B18F248-4FEE-4B30-B72B-B4A1206738B7}"/>
              </a:ext>
            </a:extLst>
          </p:cNvPr>
          <p:cNvCxnSpPr>
            <a:cxnSpLocks noChangeShapeType="1"/>
            <a:stCxn id="537604" idx="3"/>
            <a:endCxn id="537610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21" name="AutoShape 21">
            <a:extLst>
              <a:ext uri="{FF2B5EF4-FFF2-40B4-BE49-F238E27FC236}">
                <a16:creationId xmlns:a16="http://schemas.microsoft.com/office/drawing/2014/main" id="{D49DF557-210F-4102-AFF4-5CBCB7D8C4E3}"/>
              </a:ext>
            </a:extLst>
          </p:cNvPr>
          <p:cNvCxnSpPr>
            <a:cxnSpLocks noChangeShapeType="1"/>
            <a:stCxn id="537607" idx="4"/>
            <a:endCxn id="537608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22" name="AutoShape 22">
            <a:extLst>
              <a:ext uri="{FF2B5EF4-FFF2-40B4-BE49-F238E27FC236}">
                <a16:creationId xmlns:a16="http://schemas.microsoft.com/office/drawing/2014/main" id="{0B23D637-8DF1-4EEE-B934-C2CA16626302}"/>
              </a:ext>
            </a:extLst>
          </p:cNvPr>
          <p:cNvCxnSpPr>
            <a:cxnSpLocks noChangeShapeType="1"/>
            <a:stCxn id="537608" idx="6"/>
            <a:endCxn id="537610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23" name="AutoShape 23">
            <a:extLst>
              <a:ext uri="{FF2B5EF4-FFF2-40B4-BE49-F238E27FC236}">
                <a16:creationId xmlns:a16="http://schemas.microsoft.com/office/drawing/2014/main" id="{0AD0E467-8B7A-4812-9492-F259BECCD601}"/>
              </a:ext>
            </a:extLst>
          </p:cNvPr>
          <p:cNvCxnSpPr>
            <a:cxnSpLocks noChangeShapeType="1"/>
            <a:stCxn id="537606" idx="6"/>
            <a:endCxn id="537604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24" name="AutoShape 24">
            <a:extLst>
              <a:ext uri="{FF2B5EF4-FFF2-40B4-BE49-F238E27FC236}">
                <a16:creationId xmlns:a16="http://schemas.microsoft.com/office/drawing/2014/main" id="{621F94DD-182E-42BD-A412-82AFAB90904D}"/>
              </a:ext>
            </a:extLst>
          </p:cNvPr>
          <p:cNvCxnSpPr>
            <a:cxnSpLocks noChangeShapeType="1"/>
            <a:stCxn id="537608" idx="6"/>
            <a:endCxn id="537605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7625" name="AutoShape 25">
            <a:extLst>
              <a:ext uri="{FF2B5EF4-FFF2-40B4-BE49-F238E27FC236}">
                <a16:creationId xmlns:a16="http://schemas.microsoft.com/office/drawing/2014/main" id="{84BC37FC-5B6C-404E-83A1-84E6E6F4FAEA}"/>
              </a:ext>
            </a:extLst>
          </p:cNvPr>
          <p:cNvCxnSpPr>
            <a:cxnSpLocks noChangeShapeType="1"/>
            <a:stCxn id="537604" idx="5"/>
            <a:endCxn id="537605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7626" name="Text Box 26">
            <a:extLst>
              <a:ext uri="{FF2B5EF4-FFF2-40B4-BE49-F238E27FC236}">
                <a16:creationId xmlns:a16="http://schemas.microsoft.com/office/drawing/2014/main" id="{F0ADEE1B-8098-4BDB-B988-A70D7E3B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37627" name="Text Box 27">
            <a:extLst>
              <a:ext uri="{FF2B5EF4-FFF2-40B4-BE49-F238E27FC236}">
                <a16:creationId xmlns:a16="http://schemas.microsoft.com/office/drawing/2014/main" id="{A579E186-B0CB-4493-9BA9-F08C18777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37628" name="Text Box 28">
            <a:extLst>
              <a:ext uri="{FF2B5EF4-FFF2-40B4-BE49-F238E27FC236}">
                <a16:creationId xmlns:a16="http://schemas.microsoft.com/office/drawing/2014/main" id="{D941B640-1A27-4FCC-B1A6-08E773AC4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37629" name="Text Box 29">
            <a:extLst>
              <a:ext uri="{FF2B5EF4-FFF2-40B4-BE49-F238E27FC236}">
                <a16:creationId xmlns:a16="http://schemas.microsoft.com/office/drawing/2014/main" id="{7E6053D5-B496-4B2B-8F7C-B996D8C39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37630" name="Text Box 30">
            <a:extLst>
              <a:ext uri="{FF2B5EF4-FFF2-40B4-BE49-F238E27FC236}">
                <a16:creationId xmlns:a16="http://schemas.microsoft.com/office/drawing/2014/main" id="{E59D3DC4-3096-43B3-955F-6A81A9AB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37631" name="Text Box 31">
            <a:extLst>
              <a:ext uri="{FF2B5EF4-FFF2-40B4-BE49-F238E27FC236}">
                <a16:creationId xmlns:a16="http://schemas.microsoft.com/office/drawing/2014/main" id="{C2016A4F-3C13-4B8A-A55B-D975CF0BD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37632" name="Text Box 32">
            <a:extLst>
              <a:ext uri="{FF2B5EF4-FFF2-40B4-BE49-F238E27FC236}">
                <a16:creationId xmlns:a16="http://schemas.microsoft.com/office/drawing/2014/main" id="{BEB14A54-2A1D-4CAA-A294-6527B1CC9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37633" name="Text Box 33">
            <a:extLst>
              <a:ext uri="{FF2B5EF4-FFF2-40B4-BE49-F238E27FC236}">
                <a16:creationId xmlns:a16="http://schemas.microsoft.com/office/drawing/2014/main" id="{70290207-1A45-41A3-93A8-8538708BD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37634" name="Text Box 34">
            <a:extLst>
              <a:ext uri="{FF2B5EF4-FFF2-40B4-BE49-F238E27FC236}">
                <a16:creationId xmlns:a16="http://schemas.microsoft.com/office/drawing/2014/main" id="{9B078EBB-9D27-4BB0-B301-BA9B405D8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37635" name="Text Box 35">
            <a:extLst>
              <a:ext uri="{FF2B5EF4-FFF2-40B4-BE49-F238E27FC236}">
                <a16:creationId xmlns:a16="http://schemas.microsoft.com/office/drawing/2014/main" id="{43379E60-D681-4646-9201-0EC1D0291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37636" name="Text Box 36">
            <a:extLst>
              <a:ext uri="{FF2B5EF4-FFF2-40B4-BE49-F238E27FC236}">
                <a16:creationId xmlns:a16="http://schemas.microsoft.com/office/drawing/2014/main" id="{E6EAD93A-7FB1-4B08-ABBB-121C74351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37637" name="Text Box 37">
            <a:extLst>
              <a:ext uri="{FF2B5EF4-FFF2-40B4-BE49-F238E27FC236}">
                <a16:creationId xmlns:a16="http://schemas.microsoft.com/office/drawing/2014/main" id="{594B4ADB-FFD1-44D4-8F5D-FAE60F7D1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37638" name="Text Box 38">
            <a:extLst>
              <a:ext uri="{FF2B5EF4-FFF2-40B4-BE49-F238E27FC236}">
                <a16:creationId xmlns:a16="http://schemas.microsoft.com/office/drawing/2014/main" id="{8841F136-75F0-40CD-95EA-BA01260B3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7639" name="Text Box 39">
            <a:extLst>
              <a:ext uri="{FF2B5EF4-FFF2-40B4-BE49-F238E27FC236}">
                <a16:creationId xmlns:a16="http://schemas.microsoft.com/office/drawing/2014/main" id="{18325194-B0E1-48DE-A31F-685A9C294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37640" name="Text Box 40">
            <a:extLst>
              <a:ext uri="{FF2B5EF4-FFF2-40B4-BE49-F238E27FC236}">
                <a16:creationId xmlns:a16="http://schemas.microsoft.com/office/drawing/2014/main" id="{F2C9F075-5C3D-4C49-B0C4-AEDA92686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7641" name="Freeform 41">
            <a:extLst>
              <a:ext uri="{FF2B5EF4-FFF2-40B4-BE49-F238E27FC236}">
                <a16:creationId xmlns:a16="http://schemas.microsoft.com/office/drawing/2014/main" id="{C9A4923B-ABC2-4857-9A30-28C64C4B40C8}"/>
              </a:ext>
            </a:extLst>
          </p:cNvPr>
          <p:cNvSpPr>
            <a:spLocks/>
          </p:cNvSpPr>
          <p:nvPr/>
        </p:nvSpPr>
        <p:spPr bwMode="auto">
          <a:xfrm>
            <a:off x="1624013" y="3068638"/>
            <a:ext cx="1027112" cy="914400"/>
          </a:xfrm>
          <a:custGeom>
            <a:avLst/>
            <a:gdLst>
              <a:gd name="T0" fmla="*/ 142 w 647"/>
              <a:gd name="T1" fmla="*/ 489 h 576"/>
              <a:gd name="T2" fmla="*/ 71 w 647"/>
              <a:gd name="T3" fmla="*/ 465 h 576"/>
              <a:gd name="T4" fmla="*/ 47 w 647"/>
              <a:gd name="T5" fmla="*/ 457 h 576"/>
              <a:gd name="T6" fmla="*/ 0 w 647"/>
              <a:gd name="T7" fmla="*/ 386 h 576"/>
              <a:gd name="T8" fmla="*/ 8 w 647"/>
              <a:gd name="T9" fmla="*/ 205 h 576"/>
              <a:gd name="T10" fmla="*/ 55 w 647"/>
              <a:gd name="T11" fmla="*/ 134 h 576"/>
              <a:gd name="T12" fmla="*/ 118 w 647"/>
              <a:gd name="T13" fmla="*/ 39 h 576"/>
              <a:gd name="T14" fmla="*/ 150 w 647"/>
              <a:gd name="T15" fmla="*/ 31 h 576"/>
              <a:gd name="T16" fmla="*/ 316 w 647"/>
              <a:gd name="T17" fmla="*/ 8 h 576"/>
              <a:gd name="T18" fmla="*/ 505 w 647"/>
              <a:gd name="T19" fmla="*/ 15 h 576"/>
              <a:gd name="T20" fmla="*/ 576 w 647"/>
              <a:gd name="T21" fmla="*/ 94 h 576"/>
              <a:gd name="T22" fmla="*/ 623 w 647"/>
              <a:gd name="T23" fmla="*/ 165 h 576"/>
              <a:gd name="T24" fmla="*/ 639 w 647"/>
              <a:gd name="T25" fmla="*/ 213 h 576"/>
              <a:gd name="T26" fmla="*/ 647 w 647"/>
              <a:gd name="T27" fmla="*/ 315 h 576"/>
              <a:gd name="T28" fmla="*/ 639 w 647"/>
              <a:gd name="T29" fmla="*/ 449 h 576"/>
              <a:gd name="T30" fmla="*/ 466 w 647"/>
              <a:gd name="T31" fmla="*/ 576 h 576"/>
              <a:gd name="T32" fmla="*/ 292 w 647"/>
              <a:gd name="T33" fmla="*/ 568 h 576"/>
              <a:gd name="T34" fmla="*/ 268 w 647"/>
              <a:gd name="T35" fmla="*/ 552 h 576"/>
              <a:gd name="T36" fmla="*/ 166 w 647"/>
              <a:gd name="T37" fmla="*/ 513 h 576"/>
              <a:gd name="T38" fmla="*/ 142 w 647"/>
              <a:gd name="T39" fmla="*/ 489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47" h="576">
                <a:moveTo>
                  <a:pt x="142" y="489"/>
                </a:moveTo>
                <a:cubicBezTo>
                  <a:pt x="87" y="470"/>
                  <a:pt x="111" y="478"/>
                  <a:pt x="71" y="465"/>
                </a:cubicBezTo>
                <a:cubicBezTo>
                  <a:pt x="63" y="462"/>
                  <a:pt x="47" y="457"/>
                  <a:pt x="47" y="457"/>
                </a:cubicBezTo>
                <a:cubicBezTo>
                  <a:pt x="24" y="434"/>
                  <a:pt x="10" y="417"/>
                  <a:pt x="0" y="386"/>
                </a:cubicBezTo>
                <a:cubicBezTo>
                  <a:pt x="3" y="326"/>
                  <a:pt x="3" y="265"/>
                  <a:pt x="8" y="205"/>
                </a:cubicBezTo>
                <a:cubicBezTo>
                  <a:pt x="10" y="174"/>
                  <a:pt x="38" y="156"/>
                  <a:pt x="55" y="134"/>
                </a:cubicBezTo>
                <a:cubicBezTo>
                  <a:pt x="78" y="104"/>
                  <a:pt x="98" y="71"/>
                  <a:pt x="118" y="39"/>
                </a:cubicBezTo>
                <a:cubicBezTo>
                  <a:pt x="124" y="30"/>
                  <a:pt x="139" y="34"/>
                  <a:pt x="150" y="31"/>
                </a:cubicBezTo>
                <a:cubicBezTo>
                  <a:pt x="247" y="1"/>
                  <a:pt x="150" y="18"/>
                  <a:pt x="316" y="8"/>
                </a:cubicBezTo>
                <a:cubicBezTo>
                  <a:pt x="379" y="10"/>
                  <a:pt x="444" y="0"/>
                  <a:pt x="505" y="15"/>
                </a:cubicBezTo>
                <a:cubicBezTo>
                  <a:pt x="533" y="22"/>
                  <a:pt x="530" y="81"/>
                  <a:pt x="576" y="94"/>
                </a:cubicBezTo>
                <a:cubicBezTo>
                  <a:pt x="592" y="118"/>
                  <a:pt x="614" y="138"/>
                  <a:pt x="623" y="165"/>
                </a:cubicBezTo>
                <a:cubicBezTo>
                  <a:pt x="628" y="181"/>
                  <a:pt x="639" y="213"/>
                  <a:pt x="639" y="213"/>
                </a:cubicBezTo>
                <a:cubicBezTo>
                  <a:pt x="642" y="247"/>
                  <a:pt x="647" y="281"/>
                  <a:pt x="647" y="315"/>
                </a:cubicBezTo>
                <a:cubicBezTo>
                  <a:pt x="647" y="360"/>
                  <a:pt x="644" y="404"/>
                  <a:pt x="639" y="449"/>
                </a:cubicBezTo>
                <a:cubicBezTo>
                  <a:pt x="633" y="508"/>
                  <a:pt x="516" y="558"/>
                  <a:pt x="466" y="576"/>
                </a:cubicBezTo>
                <a:cubicBezTo>
                  <a:pt x="408" y="573"/>
                  <a:pt x="350" y="575"/>
                  <a:pt x="292" y="568"/>
                </a:cubicBezTo>
                <a:cubicBezTo>
                  <a:pt x="282" y="567"/>
                  <a:pt x="277" y="556"/>
                  <a:pt x="268" y="552"/>
                </a:cubicBezTo>
                <a:cubicBezTo>
                  <a:pt x="239" y="539"/>
                  <a:pt x="197" y="520"/>
                  <a:pt x="166" y="513"/>
                </a:cubicBezTo>
                <a:cubicBezTo>
                  <a:pt x="149" y="487"/>
                  <a:pt x="160" y="489"/>
                  <a:pt x="142" y="489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2" name="Text Box 42">
            <a:extLst>
              <a:ext uri="{FF2B5EF4-FFF2-40B4-BE49-F238E27FC236}">
                <a16:creationId xmlns:a16="http://schemas.microsoft.com/office/drawing/2014/main" id="{AF81AB9B-A370-4581-AA26-DFFE533D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3" name="Text Box 43">
            <a:extLst>
              <a:ext uri="{FF2B5EF4-FFF2-40B4-BE49-F238E27FC236}">
                <a16:creationId xmlns:a16="http://schemas.microsoft.com/office/drawing/2014/main" id="{AC56CFA2-4350-496E-AAA5-6529EC35D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4" name="Text Box 44">
            <a:extLst>
              <a:ext uri="{FF2B5EF4-FFF2-40B4-BE49-F238E27FC236}">
                <a16:creationId xmlns:a16="http://schemas.microsoft.com/office/drawing/2014/main" id="{307DC6D2-D37F-489D-9DB7-BB3060D85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5" name="Text Box 45">
            <a:extLst>
              <a:ext uri="{FF2B5EF4-FFF2-40B4-BE49-F238E27FC236}">
                <a16:creationId xmlns:a16="http://schemas.microsoft.com/office/drawing/2014/main" id="{9104E1EC-7A48-4BE8-B901-A6964C6E8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6" name="Text Box 46">
            <a:extLst>
              <a:ext uri="{FF2B5EF4-FFF2-40B4-BE49-F238E27FC236}">
                <a16:creationId xmlns:a16="http://schemas.microsoft.com/office/drawing/2014/main" id="{925F3F50-3B5B-4F63-8808-E0E61A2C5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7" name="Text Box 47">
            <a:extLst>
              <a:ext uri="{FF2B5EF4-FFF2-40B4-BE49-F238E27FC236}">
                <a16:creationId xmlns:a16="http://schemas.microsoft.com/office/drawing/2014/main" id="{E2991F00-5AD9-4DAA-B914-798C95CD9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8" name="Text Box 48">
            <a:extLst>
              <a:ext uri="{FF2B5EF4-FFF2-40B4-BE49-F238E27FC236}">
                <a16:creationId xmlns:a16="http://schemas.microsoft.com/office/drawing/2014/main" id="{BF4F7BDF-C1DF-4AF5-8132-BC36FA489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49" name="Text Box 49">
            <a:extLst>
              <a:ext uri="{FF2B5EF4-FFF2-40B4-BE49-F238E27FC236}">
                <a16:creationId xmlns:a16="http://schemas.microsoft.com/office/drawing/2014/main" id="{43AC587D-FA8A-4093-82D7-A8BD119B0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50" name="Text Box 50">
            <a:extLst>
              <a:ext uri="{FF2B5EF4-FFF2-40B4-BE49-F238E27FC236}">
                <a16:creationId xmlns:a16="http://schemas.microsoft.com/office/drawing/2014/main" id="{2710C871-A8F0-4FE5-BB13-3A537D7DD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39" y="6319838"/>
            <a:ext cx="15525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distance label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51" name="AutoShape 51">
            <a:extLst>
              <a:ext uri="{FF2B5EF4-FFF2-40B4-BE49-F238E27FC236}">
                <a16:creationId xmlns:a16="http://schemas.microsoft.com/office/drawing/2014/main" id="{39AAD1A1-C78D-458E-81F9-7573900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9" y="6426201"/>
            <a:ext cx="276225" cy="1381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52" name="Text Box 52">
            <a:extLst>
              <a:ext uri="{FF2B5EF4-FFF2-40B4-BE49-F238E27FC236}">
                <a16:creationId xmlns:a16="http://schemas.microsoft.com/office/drawing/2014/main" id="{C3D96F07-4202-463F-92C1-D305FBFA3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2, 3, 4, 5, 6, 7, t }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151530CE-889E-4D9F-888D-6CAD5977A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56" name="Text Box 56">
            <a:extLst>
              <a:ext uri="{FF2B5EF4-FFF2-40B4-BE49-F238E27FC236}">
                <a16:creationId xmlns:a16="http://schemas.microsoft.com/office/drawing/2014/main" id="{683FB41D-D3D9-4BA3-A6B7-9820964BB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52DD4D7-4B74-4664-8EF4-6B57994C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C4F3726F-E32F-47A6-AD88-0187A1326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59" name="Text Box 59">
            <a:extLst>
              <a:ext uri="{FF2B5EF4-FFF2-40B4-BE49-F238E27FC236}">
                <a16:creationId xmlns:a16="http://schemas.microsoft.com/office/drawing/2014/main" id="{B1A071A7-942E-4610-A5CB-ECD6B8566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80A48F58-145F-4ED7-901C-B5BF1C782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7661" name="AutoShape 61">
            <a:extLst>
              <a:ext uri="{FF2B5EF4-FFF2-40B4-BE49-F238E27FC236}">
                <a16:creationId xmlns:a16="http://schemas.microsoft.com/office/drawing/2014/main" id="{DB8BEE85-5207-4874-8901-58E55DF09237}"/>
              </a:ext>
            </a:extLst>
          </p:cNvPr>
          <p:cNvSpPr>
            <a:spLocks noChangeArrowheads="1"/>
          </p:cNvSpPr>
          <p:nvPr/>
        </p:nvSpPr>
        <p:spPr bwMode="auto">
          <a:xfrm rot="2984085">
            <a:off x="4183064" y="23177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7662" name="Text Box 62">
            <a:extLst>
              <a:ext uri="{FF2B5EF4-FFF2-40B4-BE49-F238E27FC236}">
                <a16:creationId xmlns:a16="http://schemas.microsoft.com/office/drawing/2014/main" id="{48DBEF95-983B-45B2-9C85-E568CD46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914" y="2192338"/>
            <a:ext cx="1277937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E6F8CD7C-3CCB-4AF2-AB76-7FB93222A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2192D4C-C260-4515-A922-04BA15D2DED8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26" name="Rectangle 2">
            <a:extLst>
              <a:ext uri="{FF2B5EF4-FFF2-40B4-BE49-F238E27FC236}">
                <a16:creationId xmlns:a16="http://schemas.microsoft.com/office/drawing/2014/main" id="{3B955B8C-263D-40D1-A45A-B5AA016E0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38627" name="Oval 3">
            <a:extLst>
              <a:ext uri="{FF2B5EF4-FFF2-40B4-BE49-F238E27FC236}">
                <a16:creationId xmlns:a16="http://schemas.microsoft.com/office/drawing/2014/main" id="{CFD7A7B2-8F6C-4427-8239-A862DCE65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38628" name="Oval 4">
            <a:extLst>
              <a:ext uri="{FF2B5EF4-FFF2-40B4-BE49-F238E27FC236}">
                <a16:creationId xmlns:a16="http://schemas.microsoft.com/office/drawing/2014/main" id="{940BE952-B4CC-4BF7-AE48-AED0A1D98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38629" name="Oval 5">
            <a:extLst>
              <a:ext uri="{FF2B5EF4-FFF2-40B4-BE49-F238E27FC236}">
                <a16:creationId xmlns:a16="http://schemas.microsoft.com/office/drawing/2014/main" id="{0865035B-A6C8-4A5D-A0A5-393DC8E98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38630" name="Oval 6">
            <a:extLst>
              <a:ext uri="{FF2B5EF4-FFF2-40B4-BE49-F238E27FC236}">
                <a16:creationId xmlns:a16="http://schemas.microsoft.com/office/drawing/2014/main" id="{529C6C64-8026-4DC3-A6C4-14CD313D4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38631" name="Oval 7">
            <a:extLst>
              <a:ext uri="{FF2B5EF4-FFF2-40B4-BE49-F238E27FC236}">
                <a16:creationId xmlns:a16="http://schemas.microsoft.com/office/drawing/2014/main" id="{D5CB6D61-4384-4ACF-99E9-055DB9351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38632" name="Oval 8">
            <a:extLst>
              <a:ext uri="{FF2B5EF4-FFF2-40B4-BE49-F238E27FC236}">
                <a16:creationId xmlns:a16="http://schemas.microsoft.com/office/drawing/2014/main" id="{C37B6EB1-6B33-4B8E-BC92-E8DC6A6BA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38633" name="Oval 9">
            <a:extLst>
              <a:ext uri="{FF2B5EF4-FFF2-40B4-BE49-F238E27FC236}">
                <a16:creationId xmlns:a16="http://schemas.microsoft.com/office/drawing/2014/main" id="{12366B78-8AF4-451E-9964-669AC5CEB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38634" name="Oval 10">
            <a:extLst>
              <a:ext uri="{FF2B5EF4-FFF2-40B4-BE49-F238E27FC236}">
                <a16:creationId xmlns:a16="http://schemas.microsoft.com/office/drawing/2014/main" id="{0CD8D17A-1E1A-4168-A72B-6A0485348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38635" name="AutoShape 11">
            <a:extLst>
              <a:ext uri="{FF2B5EF4-FFF2-40B4-BE49-F238E27FC236}">
                <a16:creationId xmlns:a16="http://schemas.microsoft.com/office/drawing/2014/main" id="{39744CF6-93FB-4231-BEB3-B69C9E6B3F48}"/>
              </a:ext>
            </a:extLst>
          </p:cNvPr>
          <p:cNvCxnSpPr>
            <a:cxnSpLocks noChangeShapeType="1"/>
            <a:stCxn id="538627" idx="7"/>
            <a:endCxn id="538630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36" name="AutoShape 12">
            <a:extLst>
              <a:ext uri="{FF2B5EF4-FFF2-40B4-BE49-F238E27FC236}">
                <a16:creationId xmlns:a16="http://schemas.microsoft.com/office/drawing/2014/main" id="{BC4A5111-DAB7-42BE-852B-83A38491817B}"/>
              </a:ext>
            </a:extLst>
          </p:cNvPr>
          <p:cNvCxnSpPr>
            <a:cxnSpLocks noChangeShapeType="1"/>
            <a:stCxn id="538627" idx="6"/>
            <a:endCxn id="538631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37" name="AutoShape 13">
            <a:extLst>
              <a:ext uri="{FF2B5EF4-FFF2-40B4-BE49-F238E27FC236}">
                <a16:creationId xmlns:a16="http://schemas.microsoft.com/office/drawing/2014/main" id="{791F0BF0-5131-450E-8FCF-B87D859A8CD6}"/>
              </a:ext>
            </a:extLst>
          </p:cNvPr>
          <p:cNvCxnSpPr>
            <a:cxnSpLocks noChangeShapeType="1"/>
            <a:stCxn id="538627" idx="5"/>
            <a:endCxn id="538632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38" name="AutoShape 14">
            <a:extLst>
              <a:ext uri="{FF2B5EF4-FFF2-40B4-BE49-F238E27FC236}">
                <a16:creationId xmlns:a16="http://schemas.microsoft.com/office/drawing/2014/main" id="{27466612-81CD-4DE9-898D-9AA165F4DB68}"/>
              </a:ext>
            </a:extLst>
          </p:cNvPr>
          <p:cNvCxnSpPr>
            <a:cxnSpLocks noChangeShapeType="1"/>
            <a:stCxn id="538631" idx="7"/>
            <a:endCxn id="538628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39" name="AutoShape 15">
            <a:extLst>
              <a:ext uri="{FF2B5EF4-FFF2-40B4-BE49-F238E27FC236}">
                <a16:creationId xmlns:a16="http://schemas.microsoft.com/office/drawing/2014/main" id="{17B88313-7D5B-4A02-BE8F-2449A9986081}"/>
              </a:ext>
            </a:extLst>
          </p:cNvPr>
          <p:cNvCxnSpPr>
            <a:cxnSpLocks noChangeShapeType="1"/>
            <a:stCxn id="538633" idx="7"/>
            <a:endCxn id="538628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0" name="AutoShape 16">
            <a:extLst>
              <a:ext uri="{FF2B5EF4-FFF2-40B4-BE49-F238E27FC236}">
                <a16:creationId xmlns:a16="http://schemas.microsoft.com/office/drawing/2014/main" id="{65A03925-CD85-4152-A201-ABC0B9A7C10D}"/>
              </a:ext>
            </a:extLst>
          </p:cNvPr>
          <p:cNvCxnSpPr>
            <a:cxnSpLocks noChangeShapeType="1"/>
            <a:stCxn id="538631" idx="5"/>
            <a:endCxn id="538634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1" name="AutoShape 17">
            <a:extLst>
              <a:ext uri="{FF2B5EF4-FFF2-40B4-BE49-F238E27FC236}">
                <a16:creationId xmlns:a16="http://schemas.microsoft.com/office/drawing/2014/main" id="{5DBC67FE-4659-4BD8-B385-C817AF9F8BEB}"/>
              </a:ext>
            </a:extLst>
          </p:cNvPr>
          <p:cNvCxnSpPr>
            <a:cxnSpLocks noChangeShapeType="1"/>
            <a:stCxn id="538634" idx="5"/>
            <a:endCxn id="538629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2" name="AutoShape 18">
            <a:extLst>
              <a:ext uri="{FF2B5EF4-FFF2-40B4-BE49-F238E27FC236}">
                <a16:creationId xmlns:a16="http://schemas.microsoft.com/office/drawing/2014/main" id="{9557DACB-28C5-4125-A64B-650ED35D7B9E}"/>
              </a:ext>
            </a:extLst>
          </p:cNvPr>
          <p:cNvCxnSpPr>
            <a:cxnSpLocks noChangeShapeType="1"/>
            <a:stCxn id="538634" idx="6"/>
            <a:endCxn id="538633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3" name="AutoShape 19">
            <a:extLst>
              <a:ext uri="{FF2B5EF4-FFF2-40B4-BE49-F238E27FC236}">
                <a16:creationId xmlns:a16="http://schemas.microsoft.com/office/drawing/2014/main" id="{97E24662-7CF0-4C94-A5CF-26BFFBE28282}"/>
              </a:ext>
            </a:extLst>
          </p:cNvPr>
          <p:cNvCxnSpPr>
            <a:cxnSpLocks noChangeShapeType="1"/>
            <a:stCxn id="538633" idx="4"/>
            <a:endCxn id="538629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4" name="AutoShape 20">
            <a:extLst>
              <a:ext uri="{FF2B5EF4-FFF2-40B4-BE49-F238E27FC236}">
                <a16:creationId xmlns:a16="http://schemas.microsoft.com/office/drawing/2014/main" id="{67590BD7-8762-481B-8E64-E9A3A544D656}"/>
              </a:ext>
            </a:extLst>
          </p:cNvPr>
          <p:cNvCxnSpPr>
            <a:cxnSpLocks noChangeShapeType="1"/>
            <a:stCxn id="538628" idx="3"/>
            <a:endCxn id="538634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5" name="AutoShape 21">
            <a:extLst>
              <a:ext uri="{FF2B5EF4-FFF2-40B4-BE49-F238E27FC236}">
                <a16:creationId xmlns:a16="http://schemas.microsoft.com/office/drawing/2014/main" id="{4A737239-CF88-4AB0-AF18-94BC16746EB5}"/>
              </a:ext>
            </a:extLst>
          </p:cNvPr>
          <p:cNvCxnSpPr>
            <a:cxnSpLocks noChangeShapeType="1"/>
            <a:stCxn id="538631" idx="4"/>
            <a:endCxn id="538632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6" name="AutoShape 22">
            <a:extLst>
              <a:ext uri="{FF2B5EF4-FFF2-40B4-BE49-F238E27FC236}">
                <a16:creationId xmlns:a16="http://schemas.microsoft.com/office/drawing/2014/main" id="{73AA2D4F-DB62-428C-ADF8-837923F36382}"/>
              </a:ext>
            </a:extLst>
          </p:cNvPr>
          <p:cNvCxnSpPr>
            <a:cxnSpLocks noChangeShapeType="1"/>
            <a:stCxn id="538632" idx="6"/>
            <a:endCxn id="538634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7" name="AutoShape 23">
            <a:extLst>
              <a:ext uri="{FF2B5EF4-FFF2-40B4-BE49-F238E27FC236}">
                <a16:creationId xmlns:a16="http://schemas.microsoft.com/office/drawing/2014/main" id="{F8299F1F-299E-4FCF-B4B2-A6E54B70ACE9}"/>
              </a:ext>
            </a:extLst>
          </p:cNvPr>
          <p:cNvCxnSpPr>
            <a:cxnSpLocks noChangeShapeType="1"/>
            <a:stCxn id="538630" idx="6"/>
            <a:endCxn id="538628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8" name="AutoShape 24">
            <a:extLst>
              <a:ext uri="{FF2B5EF4-FFF2-40B4-BE49-F238E27FC236}">
                <a16:creationId xmlns:a16="http://schemas.microsoft.com/office/drawing/2014/main" id="{16F4D9D1-1925-4EB5-9CCA-C4B1D6FD791A}"/>
              </a:ext>
            </a:extLst>
          </p:cNvPr>
          <p:cNvCxnSpPr>
            <a:cxnSpLocks noChangeShapeType="1"/>
            <a:stCxn id="538632" idx="6"/>
            <a:endCxn id="538629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8649" name="AutoShape 25">
            <a:extLst>
              <a:ext uri="{FF2B5EF4-FFF2-40B4-BE49-F238E27FC236}">
                <a16:creationId xmlns:a16="http://schemas.microsoft.com/office/drawing/2014/main" id="{8DB70ED5-07C7-4144-920B-CDB54C236CF2}"/>
              </a:ext>
            </a:extLst>
          </p:cNvPr>
          <p:cNvCxnSpPr>
            <a:cxnSpLocks noChangeShapeType="1"/>
            <a:stCxn id="538628" idx="5"/>
            <a:endCxn id="538629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8650" name="Text Box 26">
            <a:extLst>
              <a:ext uri="{FF2B5EF4-FFF2-40B4-BE49-F238E27FC236}">
                <a16:creationId xmlns:a16="http://schemas.microsoft.com/office/drawing/2014/main" id="{DB65EF2C-2D9C-40A7-B5AA-24ED99DD5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38651" name="Text Box 27">
            <a:extLst>
              <a:ext uri="{FF2B5EF4-FFF2-40B4-BE49-F238E27FC236}">
                <a16:creationId xmlns:a16="http://schemas.microsoft.com/office/drawing/2014/main" id="{9C25D290-CF7D-49CB-859F-A2D8BD5FE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38652" name="Text Box 28">
            <a:extLst>
              <a:ext uri="{FF2B5EF4-FFF2-40B4-BE49-F238E27FC236}">
                <a16:creationId xmlns:a16="http://schemas.microsoft.com/office/drawing/2014/main" id="{D30F59A1-72F1-48A8-9B60-4650A915E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38653" name="Text Box 29">
            <a:extLst>
              <a:ext uri="{FF2B5EF4-FFF2-40B4-BE49-F238E27FC236}">
                <a16:creationId xmlns:a16="http://schemas.microsoft.com/office/drawing/2014/main" id="{C38E50E5-EA42-4F72-95C2-8C22EED56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38654" name="Text Box 30">
            <a:extLst>
              <a:ext uri="{FF2B5EF4-FFF2-40B4-BE49-F238E27FC236}">
                <a16:creationId xmlns:a16="http://schemas.microsoft.com/office/drawing/2014/main" id="{2B2F50D6-8EB0-41A2-855A-8A607B13A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38655" name="Text Box 31">
            <a:extLst>
              <a:ext uri="{FF2B5EF4-FFF2-40B4-BE49-F238E27FC236}">
                <a16:creationId xmlns:a16="http://schemas.microsoft.com/office/drawing/2014/main" id="{C424FBA6-A5C2-4A00-AD49-4E31E27E0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38656" name="Text Box 32">
            <a:extLst>
              <a:ext uri="{FF2B5EF4-FFF2-40B4-BE49-F238E27FC236}">
                <a16:creationId xmlns:a16="http://schemas.microsoft.com/office/drawing/2014/main" id="{ACB766AA-3C6B-45D4-B181-3E62B0125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38657" name="Text Box 33">
            <a:extLst>
              <a:ext uri="{FF2B5EF4-FFF2-40B4-BE49-F238E27FC236}">
                <a16:creationId xmlns:a16="http://schemas.microsoft.com/office/drawing/2014/main" id="{5F1612A9-F839-46F8-AAA0-CF632B52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38658" name="Text Box 34">
            <a:extLst>
              <a:ext uri="{FF2B5EF4-FFF2-40B4-BE49-F238E27FC236}">
                <a16:creationId xmlns:a16="http://schemas.microsoft.com/office/drawing/2014/main" id="{73AF5CC1-CCEE-4818-BCC7-EA23BD8AB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38659" name="Text Box 35">
            <a:extLst>
              <a:ext uri="{FF2B5EF4-FFF2-40B4-BE49-F238E27FC236}">
                <a16:creationId xmlns:a16="http://schemas.microsoft.com/office/drawing/2014/main" id="{C3113D13-6AEE-412C-8733-9205DF7A5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38660" name="Text Box 36">
            <a:extLst>
              <a:ext uri="{FF2B5EF4-FFF2-40B4-BE49-F238E27FC236}">
                <a16:creationId xmlns:a16="http://schemas.microsoft.com/office/drawing/2014/main" id="{AC783795-F0B8-4308-93DC-BC9A2840D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38661" name="Text Box 37">
            <a:extLst>
              <a:ext uri="{FF2B5EF4-FFF2-40B4-BE49-F238E27FC236}">
                <a16:creationId xmlns:a16="http://schemas.microsoft.com/office/drawing/2014/main" id="{6EA8BE68-CA6E-4D7B-BF6A-C490F5C30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38662" name="Text Box 38">
            <a:extLst>
              <a:ext uri="{FF2B5EF4-FFF2-40B4-BE49-F238E27FC236}">
                <a16:creationId xmlns:a16="http://schemas.microsoft.com/office/drawing/2014/main" id="{AD4F6809-2806-4B8E-9E3E-F999D9E78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8663" name="Text Box 39">
            <a:extLst>
              <a:ext uri="{FF2B5EF4-FFF2-40B4-BE49-F238E27FC236}">
                <a16:creationId xmlns:a16="http://schemas.microsoft.com/office/drawing/2014/main" id="{977EEDA6-C729-4095-898E-6E376F32E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38664" name="Text Box 40">
            <a:extLst>
              <a:ext uri="{FF2B5EF4-FFF2-40B4-BE49-F238E27FC236}">
                <a16:creationId xmlns:a16="http://schemas.microsoft.com/office/drawing/2014/main" id="{42E72323-F79B-4D48-A451-4E95D87F1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8666" name="Text Box 42">
            <a:extLst>
              <a:ext uri="{FF2B5EF4-FFF2-40B4-BE49-F238E27FC236}">
                <a16:creationId xmlns:a16="http://schemas.microsoft.com/office/drawing/2014/main" id="{81319782-46E4-4095-AE36-C2E6492C3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67" name="Text Box 43">
            <a:extLst>
              <a:ext uri="{FF2B5EF4-FFF2-40B4-BE49-F238E27FC236}">
                <a16:creationId xmlns:a16="http://schemas.microsoft.com/office/drawing/2014/main" id="{DA1F0ECA-F4DC-4C74-B577-BD3DD236A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68" name="Text Box 44">
            <a:extLst>
              <a:ext uri="{FF2B5EF4-FFF2-40B4-BE49-F238E27FC236}">
                <a16:creationId xmlns:a16="http://schemas.microsoft.com/office/drawing/2014/main" id="{410A7B5B-75B4-49F4-ACAA-B9864DDF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69" name="Text Box 45">
            <a:extLst>
              <a:ext uri="{FF2B5EF4-FFF2-40B4-BE49-F238E27FC236}">
                <a16:creationId xmlns:a16="http://schemas.microsoft.com/office/drawing/2014/main" id="{F784840D-ABD3-4408-81C1-2425A2671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70" name="Text Box 46">
            <a:extLst>
              <a:ext uri="{FF2B5EF4-FFF2-40B4-BE49-F238E27FC236}">
                <a16:creationId xmlns:a16="http://schemas.microsoft.com/office/drawing/2014/main" id="{DD2198D5-E524-485E-B332-D2117CBCA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71" name="Text Box 47">
            <a:extLst>
              <a:ext uri="{FF2B5EF4-FFF2-40B4-BE49-F238E27FC236}">
                <a16:creationId xmlns:a16="http://schemas.microsoft.com/office/drawing/2014/main" id="{C0BBA978-4ECF-4172-964C-4F5A19D88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72" name="Text Box 48">
            <a:extLst>
              <a:ext uri="{FF2B5EF4-FFF2-40B4-BE49-F238E27FC236}">
                <a16:creationId xmlns:a16="http://schemas.microsoft.com/office/drawing/2014/main" id="{D07EE5D9-D8A0-4650-A069-2618C9C2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73" name="Text Box 49">
            <a:extLst>
              <a:ext uri="{FF2B5EF4-FFF2-40B4-BE49-F238E27FC236}">
                <a16:creationId xmlns:a16="http://schemas.microsoft.com/office/drawing/2014/main" id="{D2B3F187-354D-4163-86D3-70CEEE8AB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76" name="Text Box 52">
            <a:extLst>
              <a:ext uri="{FF2B5EF4-FFF2-40B4-BE49-F238E27FC236}">
                <a16:creationId xmlns:a16="http://schemas.microsoft.com/office/drawing/2014/main" id="{59D3FE7D-710B-4991-AF02-B0FAE8F0E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6, 7, t }</a:t>
            </a:r>
          </a:p>
        </p:txBody>
      </p:sp>
      <p:sp>
        <p:nvSpPr>
          <p:cNvPr id="538677" name="Text Box 53">
            <a:extLst>
              <a:ext uri="{FF2B5EF4-FFF2-40B4-BE49-F238E27FC236}">
                <a16:creationId xmlns:a16="http://schemas.microsoft.com/office/drawing/2014/main" id="{C1B7522C-9CF8-410D-A9EF-DE0F554EC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78" name="Text Box 54">
            <a:extLst>
              <a:ext uri="{FF2B5EF4-FFF2-40B4-BE49-F238E27FC236}">
                <a16:creationId xmlns:a16="http://schemas.microsoft.com/office/drawing/2014/main" id="{4970EC8F-28D4-4937-9F40-7E79958DE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8679" name="Text Box 55">
            <a:extLst>
              <a:ext uri="{FF2B5EF4-FFF2-40B4-BE49-F238E27FC236}">
                <a16:creationId xmlns:a16="http://schemas.microsoft.com/office/drawing/2014/main" id="{E8739B48-9D3C-48CE-B9F4-9F1839FAC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80" name="Text Box 56">
            <a:extLst>
              <a:ext uri="{FF2B5EF4-FFF2-40B4-BE49-F238E27FC236}">
                <a16:creationId xmlns:a16="http://schemas.microsoft.com/office/drawing/2014/main" id="{2B542DCE-3DCC-4879-8AFC-EA4CC0DA3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8681" name="Text Box 57">
            <a:extLst>
              <a:ext uri="{FF2B5EF4-FFF2-40B4-BE49-F238E27FC236}">
                <a16:creationId xmlns:a16="http://schemas.microsoft.com/office/drawing/2014/main" id="{7AEA3CCF-8961-46D4-99F6-AD67ED189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8682" name="Text Box 58">
            <a:extLst>
              <a:ext uri="{FF2B5EF4-FFF2-40B4-BE49-F238E27FC236}">
                <a16:creationId xmlns:a16="http://schemas.microsoft.com/office/drawing/2014/main" id="{7F08710B-C972-45B8-8259-34CD7B5E5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8685" name="Freeform 61">
            <a:extLst>
              <a:ext uri="{FF2B5EF4-FFF2-40B4-BE49-F238E27FC236}">
                <a16:creationId xmlns:a16="http://schemas.microsoft.com/office/drawing/2014/main" id="{02461E86-C325-4FB8-9B91-C504F4BDA4F7}"/>
              </a:ext>
            </a:extLst>
          </p:cNvPr>
          <p:cNvSpPr>
            <a:spLocks/>
          </p:cNvSpPr>
          <p:nvPr/>
        </p:nvSpPr>
        <p:spPr bwMode="auto">
          <a:xfrm>
            <a:off x="1657350" y="2224088"/>
            <a:ext cx="3113088" cy="1858962"/>
          </a:xfrm>
          <a:custGeom>
            <a:avLst/>
            <a:gdLst>
              <a:gd name="T0" fmla="*/ 3 w 1961"/>
              <a:gd name="T1" fmla="*/ 824 h 1171"/>
              <a:gd name="T2" fmla="*/ 34 w 1961"/>
              <a:gd name="T3" fmla="*/ 666 h 1171"/>
              <a:gd name="T4" fmla="*/ 121 w 1961"/>
              <a:gd name="T5" fmla="*/ 469 h 1171"/>
              <a:gd name="T6" fmla="*/ 153 w 1961"/>
              <a:gd name="T7" fmla="*/ 414 h 1171"/>
              <a:gd name="T8" fmla="*/ 271 w 1961"/>
              <a:gd name="T9" fmla="*/ 359 h 1171"/>
              <a:gd name="T10" fmla="*/ 350 w 1961"/>
              <a:gd name="T11" fmla="*/ 295 h 1171"/>
              <a:gd name="T12" fmla="*/ 500 w 1961"/>
              <a:gd name="T13" fmla="*/ 177 h 1171"/>
              <a:gd name="T14" fmla="*/ 650 w 1961"/>
              <a:gd name="T15" fmla="*/ 130 h 1171"/>
              <a:gd name="T16" fmla="*/ 950 w 1961"/>
              <a:gd name="T17" fmla="*/ 75 h 1171"/>
              <a:gd name="T18" fmla="*/ 1131 w 1961"/>
              <a:gd name="T19" fmla="*/ 43 h 1171"/>
              <a:gd name="T20" fmla="*/ 1565 w 1961"/>
              <a:gd name="T21" fmla="*/ 43 h 1171"/>
              <a:gd name="T22" fmla="*/ 1754 w 1961"/>
              <a:gd name="T23" fmla="*/ 82 h 1171"/>
              <a:gd name="T24" fmla="*/ 1786 w 1961"/>
              <a:gd name="T25" fmla="*/ 98 h 1171"/>
              <a:gd name="T26" fmla="*/ 1833 w 1961"/>
              <a:gd name="T27" fmla="*/ 114 h 1171"/>
              <a:gd name="T28" fmla="*/ 1920 w 1961"/>
              <a:gd name="T29" fmla="*/ 240 h 1171"/>
              <a:gd name="T30" fmla="*/ 1841 w 1961"/>
              <a:gd name="T31" fmla="*/ 603 h 1171"/>
              <a:gd name="T32" fmla="*/ 1747 w 1961"/>
              <a:gd name="T33" fmla="*/ 698 h 1171"/>
              <a:gd name="T34" fmla="*/ 1612 w 1961"/>
              <a:gd name="T35" fmla="*/ 769 h 1171"/>
              <a:gd name="T36" fmla="*/ 1455 w 1961"/>
              <a:gd name="T37" fmla="*/ 800 h 1171"/>
              <a:gd name="T38" fmla="*/ 1036 w 1961"/>
              <a:gd name="T39" fmla="*/ 840 h 1171"/>
              <a:gd name="T40" fmla="*/ 879 w 1961"/>
              <a:gd name="T41" fmla="*/ 871 h 1171"/>
              <a:gd name="T42" fmla="*/ 673 w 1961"/>
              <a:gd name="T43" fmla="*/ 1037 h 1171"/>
              <a:gd name="T44" fmla="*/ 547 w 1961"/>
              <a:gd name="T45" fmla="*/ 1132 h 1171"/>
              <a:gd name="T46" fmla="*/ 271 w 1961"/>
              <a:gd name="T47" fmla="*/ 1171 h 1171"/>
              <a:gd name="T48" fmla="*/ 121 w 1961"/>
              <a:gd name="T49" fmla="*/ 1124 h 1171"/>
              <a:gd name="T50" fmla="*/ 50 w 1961"/>
              <a:gd name="T51" fmla="*/ 982 h 1171"/>
              <a:gd name="T52" fmla="*/ 34 w 1961"/>
              <a:gd name="T53" fmla="*/ 919 h 1171"/>
              <a:gd name="T54" fmla="*/ 3 w 1961"/>
              <a:gd name="T55" fmla="*/ 824 h 1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61" h="1171">
                <a:moveTo>
                  <a:pt x="3" y="824"/>
                </a:moveTo>
                <a:cubicBezTo>
                  <a:pt x="9" y="747"/>
                  <a:pt x="0" y="721"/>
                  <a:pt x="34" y="666"/>
                </a:cubicBezTo>
                <a:cubicBezTo>
                  <a:pt x="53" y="592"/>
                  <a:pt x="84" y="534"/>
                  <a:pt x="121" y="469"/>
                </a:cubicBezTo>
                <a:cubicBezTo>
                  <a:pt x="128" y="456"/>
                  <a:pt x="140" y="425"/>
                  <a:pt x="153" y="414"/>
                </a:cubicBezTo>
                <a:cubicBezTo>
                  <a:pt x="189" y="383"/>
                  <a:pt x="227" y="372"/>
                  <a:pt x="271" y="359"/>
                </a:cubicBezTo>
                <a:cubicBezTo>
                  <a:pt x="332" y="297"/>
                  <a:pt x="301" y="311"/>
                  <a:pt x="350" y="295"/>
                </a:cubicBezTo>
                <a:cubicBezTo>
                  <a:pt x="402" y="258"/>
                  <a:pt x="447" y="213"/>
                  <a:pt x="500" y="177"/>
                </a:cubicBezTo>
                <a:cubicBezTo>
                  <a:pt x="545" y="147"/>
                  <a:pt x="600" y="145"/>
                  <a:pt x="650" y="130"/>
                </a:cubicBezTo>
                <a:cubicBezTo>
                  <a:pt x="750" y="100"/>
                  <a:pt x="845" y="83"/>
                  <a:pt x="950" y="75"/>
                </a:cubicBezTo>
                <a:cubicBezTo>
                  <a:pt x="1011" y="65"/>
                  <a:pt x="1070" y="52"/>
                  <a:pt x="1131" y="43"/>
                </a:cubicBezTo>
                <a:cubicBezTo>
                  <a:pt x="1260" y="0"/>
                  <a:pt x="1469" y="39"/>
                  <a:pt x="1565" y="43"/>
                </a:cubicBezTo>
                <a:cubicBezTo>
                  <a:pt x="1628" y="56"/>
                  <a:pt x="1691" y="68"/>
                  <a:pt x="1754" y="82"/>
                </a:cubicBezTo>
                <a:cubicBezTo>
                  <a:pt x="1765" y="87"/>
                  <a:pt x="1775" y="94"/>
                  <a:pt x="1786" y="98"/>
                </a:cubicBezTo>
                <a:cubicBezTo>
                  <a:pt x="1801" y="104"/>
                  <a:pt x="1833" y="114"/>
                  <a:pt x="1833" y="114"/>
                </a:cubicBezTo>
                <a:cubicBezTo>
                  <a:pt x="1862" y="157"/>
                  <a:pt x="1890" y="197"/>
                  <a:pt x="1920" y="240"/>
                </a:cubicBezTo>
                <a:cubicBezTo>
                  <a:pt x="1916" y="374"/>
                  <a:pt x="1961" y="523"/>
                  <a:pt x="1841" y="603"/>
                </a:cubicBezTo>
                <a:cubicBezTo>
                  <a:pt x="1814" y="640"/>
                  <a:pt x="1785" y="672"/>
                  <a:pt x="1747" y="698"/>
                </a:cubicBezTo>
                <a:cubicBezTo>
                  <a:pt x="1717" y="742"/>
                  <a:pt x="1663" y="759"/>
                  <a:pt x="1612" y="769"/>
                </a:cubicBezTo>
                <a:cubicBezTo>
                  <a:pt x="1561" y="790"/>
                  <a:pt x="1509" y="789"/>
                  <a:pt x="1455" y="800"/>
                </a:cubicBezTo>
                <a:cubicBezTo>
                  <a:pt x="1310" y="831"/>
                  <a:pt x="1188" y="835"/>
                  <a:pt x="1036" y="840"/>
                </a:cubicBezTo>
                <a:cubicBezTo>
                  <a:pt x="982" y="847"/>
                  <a:pt x="931" y="855"/>
                  <a:pt x="879" y="871"/>
                </a:cubicBezTo>
                <a:cubicBezTo>
                  <a:pt x="809" y="923"/>
                  <a:pt x="740" y="980"/>
                  <a:pt x="673" y="1037"/>
                </a:cubicBezTo>
                <a:cubicBezTo>
                  <a:pt x="646" y="1060"/>
                  <a:pt x="582" y="1123"/>
                  <a:pt x="547" y="1132"/>
                </a:cubicBezTo>
                <a:cubicBezTo>
                  <a:pt x="453" y="1156"/>
                  <a:pt x="370" y="1165"/>
                  <a:pt x="271" y="1171"/>
                </a:cubicBezTo>
                <a:cubicBezTo>
                  <a:pt x="207" y="1165"/>
                  <a:pt x="172" y="1158"/>
                  <a:pt x="121" y="1124"/>
                </a:cubicBezTo>
                <a:cubicBezTo>
                  <a:pt x="103" y="1072"/>
                  <a:pt x="74" y="1030"/>
                  <a:pt x="50" y="982"/>
                </a:cubicBezTo>
                <a:cubicBezTo>
                  <a:pt x="41" y="964"/>
                  <a:pt x="38" y="937"/>
                  <a:pt x="34" y="919"/>
                </a:cubicBezTo>
                <a:cubicBezTo>
                  <a:pt x="26" y="887"/>
                  <a:pt x="13" y="855"/>
                  <a:pt x="3" y="824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2F4831D9-D7F6-4EC9-9B4B-BBC5EEF32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FCE9D7B-523D-4901-8600-4FADEBF72E87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50" name="Rectangle 2">
            <a:extLst>
              <a:ext uri="{FF2B5EF4-FFF2-40B4-BE49-F238E27FC236}">
                <a16:creationId xmlns:a16="http://schemas.microsoft.com/office/drawing/2014/main" id="{3BBDEEC9-8B4D-45AE-8270-4BF51B803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39651" name="Oval 3">
            <a:extLst>
              <a:ext uri="{FF2B5EF4-FFF2-40B4-BE49-F238E27FC236}">
                <a16:creationId xmlns:a16="http://schemas.microsoft.com/office/drawing/2014/main" id="{9C6C8B44-E622-45A4-BC9F-F4B28AAE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39652" name="Oval 4">
            <a:extLst>
              <a:ext uri="{FF2B5EF4-FFF2-40B4-BE49-F238E27FC236}">
                <a16:creationId xmlns:a16="http://schemas.microsoft.com/office/drawing/2014/main" id="{8B2CA34E-4FCF-4B84-BFEC-68267B7C8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39653" name="Oval 5">
            <a:extLst>
              <a:ext uri="{FF2B5EF4-FFF2-40B4-BE49-F238E27FC236}">
                <a16:creationId xmlns:a16="http://schemas.microsoft.com/office/drawing/2014/main" id="{5113F942-23F5-47E3-81E2-C2E074694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39654" name="Oval 6">
            <a:extLst>
              <a:ext uri="{FF2B5EF4-FFF2-40B4-BE49-F238E27FC236}">
                <a16:creationId xmlns:a16="http://schemas.microsoft.com/office/drawing/2014/main" id="{A9D9B492-E023-4C1F-80CF-58438E493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39655" name="Oval 7">
            <a:extLst>
              <a:ext uri="{FF2B5EF4-FFF2-40B4-BE49-F238E27FC236}">
                <a16:creationId xmlns:a16="http://schemas.microsoft.com/office/drawing/2014/main" id="{3427DFA5-E11E-43E1-8959-C2D4CEC61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39656" name="Oval 8">
            <a:extLst>
              <a:ext uri="{FF2B5EF4-FFF2-40B4-BE49-F238E27FC236}">
                <a16:creationId xmlns:a16="http://schemas.microsoft.com/office/drawing/2014/main" id="{9550DBE3-6183-4D24-82B5-19AC6FD7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39657" name="Oval 9">
            <a:extLst>
              <a:ext uri="{FF2B5EF4-FFF2-40B4-BE49-F238E27FC236}">
                <a16:creationId xmlns:a16="http://schemas.microsoft.com/office/drawing/2014/main" id="{CA394F5A-4260-4F4A-B476-9370474B7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39658" name="Oval 10">
            <a:extLst>
              <a:ext uri="{FF2B5EF4-FFF2-40B4-BE49-F238E27FC236}">
                <a16:creationId xmlns:a16="http://schemas.microsoft.com/office/drawing/2014/main" id="{B3EB5BB8-90E1-4594-A951-CFD7E29C1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39659" name="AutoShape 11">
            <a:extLst>
              <a:ext uri="{FF2B5EF4-FFF2-40B4-BE49-F238E27FC236}">
                <a16:creationId xmlns:a16="http://schemas.microsoft.com/office/drawing/2014/main" id="{34366F93-4A54-4EB6-B303-9FBAD16D82AC}"/>
              </a:ext>
            </a:extLst>
          </p:cNvPr>
          <p:cNvCxnSpPr>
            <a:cxnSpLocks noChangeShapeType="1"/>
            <a:stCxn id="539651" idx="7"/>
            <a:endCxn id="539654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0" name="AutoShape 12">
            <a:extLst>
              <a:ext uri="{FF2B5EF4-FFF2-40B4-BE49-F238E27FC236}">
                <a16:creationId xmlns:a16="http://schemas.microsoft.com/office/drawing/2014/main" id="{F591F42D-659C-4F53-B7D8-4708E0661019}"/>
              </a:ext>
            </a:extLst>
          </p:cNvPr>
          <p:cNvCxnSpPr>
            <a:cxnSpLocks noChangeShapeType="1"/>
            <a:stCxn id="539651" idx="6"/>
            <a:endCxn id="539655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1" name="AutoShape 13">
            <a:extLst>
              <a:ext uri="{FF2B5EF4-FFF2-40B4-BE49-F238E27FC236}">
                <a16:creationId xmlns:a16="http://schemas.microsoft.com/office/drawing/2014/main" id="{D266278E-918D-4FE5-B715-3875A6DFA92D}"/>
              </a:ext>
            </a:extLst>
          </p:cNvPr>
          <p:cNvCxnSpPr>
            <a:cxnSpLocks noChangeShapeType="1"/>
            <a:stCxn id="539651" idx="5"/>
            <a:endCxn id="539656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2" name="AutoShape 14">
            <a:extLst>
              <a:ext uri="{FF2B5EF4-FFF2-40B4-BE49-F238E27FC236}">
                <a16:creationId xmlns:a16="http://schemas.microsoft.com/office/drawing/2014/main" id="{BCDD08CF-4238-42BB-9369-9B60A92EFC18}"/>
              </a:ext>
            </a:extLst>
          </p:cNvPr>
          <p:cNvCxnSpPr>
            <a:cxnSpLocks noChangeShapeType="1"/>
            <a:stCxn id="539655" idx="7"/>
            <a:endCxn id="539652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3" name="AutoShape 15">
            <a:extLst>
              <a:ext uri="{FF2B5EF4-FFF2-40B4-BE49-F238E27FC236}">
                <a16:creationId xmlns:a16="http://schemas.microsoft.com/office/drawing/2014/main" id="{2AE787F1-14D4-4F33-8F49-36592E360530}"/>
              </a:ext>
            </a:extLst>
          </p:cNvPr>
          <p:cNvCxnSpPr>
            <a:cxnSpLocks noChangeShapeType="1"/>
            <a:stCxn id="539657" idx="7"/>
            <a:endCxn id="539652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4" name="AutoShape 16">
            <a:extLst>
              <a:ext uri="{FF2B5EF4-FFF2-40B4-BE49-F238E27FC236}">
                <a16:creationId xmlns:a16="http://schemas.microsoft.com/office/drawing/2014/main" id="{E3914430-D0C1-4C1B-8E4B-50E779397D60}"/>
              </a:ext>
            </a:extLst>
          </p:cNvPr>
          <p:cNvCxnSpPr>
            <a:cxnSpLocks noChangeShapeType="1"/>
            <a:stCxn id="539655" idx="5"/>
            <a:endCxn id="539658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5" name="AutoShape 17">
            <a:extLst>
              <a:ext uri="{FF2B5EF4-FFF2-40B4-BE49-F238E27FC236}">
                <a16:creationId xmlns:a16="http://schemas.microsoft.com/office/drawing/2014/main" id="{6868A9C1-EADC-4B8B-B677-5B40CC995665}"/>
              </a:ext>
            </a:extLst>
          </p:cNvPr>
          <p:cNvCxnSpPr>
            <a:cxnSpLocks noChangeShapeType="1"/>
            <a:stCxn id="539658" idx="5"/>
            <a:endCxn id="539653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6" name="AutoShape 18">
            <a:extLst>
              <a:ext uri="{FF2B5EF4-FFF2-40B4-BE49-F238E27FC236}">
                <a16:creationId xmlns:a16="http://schemas.microsoft.com/office/drawing/2014/main" id="{05029D48-9F22-44FF-91AF-7A2ACED92171}"/>
              </a:ext>
            </a:extLst>
          </p:cNvPr>
          <p:cNvCxnSpPr>
            <a:cxnSpLocks noChangeShapeType="1"/>
            <a:stCxn id="539658" idx="6"/>
            <a:endCxn id="539657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7" name="AutoShape 19">
            <a:extLst>
              <a:ext uri="{FF2B5EF4-FFF2-40B4-BE49-F238E27FC236}">
                <a16:creationId xmlns:a16="http://schemas.microsoft.com/office/drawing/2014/main" id="{71116E69-85F2-4A2F-92AD-BCFEDD4E3E77}"/>
              </a:ext>
            </a:extLst>
          </p:cNvPr>
          <p:cNvCxnSpPr>
            <a:cxnSpLocks noChangeShapeType="1"/>
            <a:stCxn id="539657" idx="4"/>
            <a:endCxn id="539653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8" name="AutoShape 20">
            <a:extLst>
              <a:ext uri="{FF2B5EF4-FFF2-40B4-BE49-F238E27FC236}">
                <a16:creationId xmlns:a16="http://schemas.microsoft.com/office/drawing/2014/main" id="{59DFD89B-05A7-4999-A40B-7A38F9651151}"/>
              </a:ext>
            </a:extLst>
          </p:cNvPr>
          <p:cNvCxnSpPr>
            <a:cxnSpLocks noChangeShapeType="1"/>
            <a:stCxn id="539652" idx="3"/>
            <a:endCxn id="539658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69" name="AutoShape 21">
            <a:extLst>
              <a:ext uri="{FF2B5EF4-FFF2-40B4-BE49-F238E27FC236}">
                <a16:creationId xmlns:a16="http://schemas.microsoft.com/office/drawing/2014/main" id="{2D16888C-C323-42E5-843E-72E8A02A9ECD}"/>
              </a:ext>
            </a:extLst>
          </p:cNvPr>
          <p:cNvCxnSpPr>
            <a:cxnSpLocks noChangeShapeType="1"/>
            <a:stCxn id="539655" idx="4"/>
            <a:endCxn id="539656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70" name="AutoShape 22">
            <a:extLst>
              <a:ext uri="{FF2B5EF4-FFF2-40B4-BE49-F238E27FC236}">
                <a16:creationId xmlns:a16="http://schemas.microsoft.com/office/drawing/2014/main" id="{1B3E3F0C-0DCA-44A8-94AF-9B4C7D49D9C9}"/>
              </a:ext>
            </a:extLst>
          </p:cNvPr>
          <p:cNvCxnSpPr>
            <a:cxnSpLocks noChangeShapeType="1"/>
            <a:stCxn id="539656" idx="6"/>
            <a:endCxn id="539658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71" name="AutoShape 23">
            <a:extLst>
              <a:ext uri="{FF2B5EF4-FFF2-40B4-BE49-F238E27FC236}">
                <a16:creationId xmlns:a16="http://schemas.microsoft.com/office/drawing/2014/main" id="{48976720-614A-48F5-90D7-B6D0AF048049}"/>
              </a:ext>
            </a:extLst>
          </p:cNvPr>
          <p:cNvCxnSpPr>
            <a:cxnSpLocks noChangeShapeType="1"/>
            <a:stCxn id="539654" idx="6"/>
            <a:endCxn id="539652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72" name="AutoShape 24">
            <a:extLst>
              <a:ext uri="{FF2B5EF4-FFF2-40B4-BE49-F238E27FC236}">
                <a16:creationId xmlns:a16="http://schemas.microsoft.com/office/drawing/2014/main" id="{78974FF6-9ED2-453D-9CFF-88C8CA511BDC}"/>
              </a:ext>
            </a:extLst>
          </p:cNvPr>
          <p:cNvCxnSpPr>
            <a:cxnSpLocks noChangeShapeType="1"/>
            <a:stCxn id="539656" idx="6"/>
            <a:endCxn id="539653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9673" name="AutoShape 25">
            <a:extLst>
              <a:ext uri="{FF2B5EF4-FFF2-40B4-BE49-F238E27FC236}">
                <a16:creationId xmlns:a16="http://schemas.microsoft.com/office/drawing/2014/main" id="{086425E1-0B27-43B0-86FA-09AC47864AA2}"/>
              </a:ext>
            </a:extLst>
          </p:cNvPr>
          <p:cNvCxnSpPr>
            <a:cxnSpLocks noChangeShapeType="1"/>
            <a:stCxn id="539652" idx="5"/>
            <a:endCxn id="539653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9674" name="Text Box 26">
            <a:extLst>
              <a:ext uri="{FF2B5EF4-FFF2-40B4-BE49-F238E27FC236}">
                <a16:creationId xmlns:a16="http://schemas.microsoft.com/office/drawing/2014/main" id="{5FBA3835-151D-437C-9DB0-E1AA124C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39675" name="Text Box 27">
            <a:extLst>
              <a:ext uri="{FF2B5EF4-FFF2-40B4-BE49-F238E27FC236}">
                <a16:creationId xmlns:a16="http://schemas.microsoft.com/office/drawing/2014/main" id="{EDF97B6A-DAA0-4E84-BEB0-5ACE49424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39676" name="Text Box 28">
            <a:extLst>
              <a:ext uri="{FF2B5EF4-FFF2-40B4-BE49-F238E27FC236}">
                <a16:creationId xmlns:a16="http://schemas.microsoft.com/office/drawing/2014/main" id="{F20FECCF-11D2-45CB-87B9-6094693A8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39677" name="Text Box 29">
            <a:extLst>
              <a:ext uri="{FF2B5EF4-FFF2-40B4-BE49-F238E27FC236}">
                <a16:creationId xmlns:a16="http://schemas.microsoft.com/office/drawing/2014/main" id="{ACDD9453-6101-41B6-8757-C6017D9F7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39678" name="Text Box 30">
            <a:extLst>
              <a:ext uri="{FF2B5EF4-FFF2-40B4-BE49-F238E27FC236}">
                <a16:creationId xmlns:a16="http://schemas.microsoft.com/office/drawing/2014/main" id="{C41347FA-5C90-4DED-B405-43D01CD5D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39679" name="Text Box 31">
            <a:extLst>
              <a:ext uri="{FF2B5EF4-FFF2-40B4-BE49-F238E27FC236}">
                <a16:creationId xmlns:a16="http://schemas.microsoft.com/office/drawing/2014/main" id="{8944B063-6DD9-4EB9-B24C-515D7489E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39680" name="Text Box 32">
            <a:extLst>
              <a:ext uri="{FF2B5EF4-FFF2-40B4-BE49-F238E27FC236}">
                <a16:creationId xmlns:a16="http://schemas.microsoft.com/office/drawing/2014/main" id="{AE21BF4B-DB78-4BDE-8FCC-8B38ED83C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39681" name="Text Box 33">
            <a:extLst>
              <a:ext uri="{FF2B5EF4-FFF2-40B4-BE49-F238E27FC236}">
                <a16:creationId xmlns:a16="http://schemas.microsoft.com/office/drawing/2014/main" id="{14190C72-46C3-45A0-B15A-959B4E61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39682" name="Text Box 34">
            <a:extLst>
              <a:ext uri="{FF2B5EF4-FFF2-40B4-BE49-F238E27FC236}">
                <a16:creationId xmlns:a16="http://schemas.microsoft.com/office/drawing/2014/main" id="{C6743610-AE2E-41D4-9E6F-100AFE68E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39683" name="Text Box 35">
            <a:extLst>
              <a:ext uri="{FF2B5EF4-FFF2-40B4-BE49-F238E27FC236}">
                <a16:creationId xmlns:a16="http://schemas.microsoft.com/office/drawing/2014/main" id="{75430F7D-ED2D-41AB-8877-2367BE935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39684" name="Text Box 36">
            <a:extLst>
              <a:ext uri="{FF2B5EF4-FFF2-40B4-BE49-F238E27FC236}">
                <a16:creationId xmlns:a16="http://schemas.microsoft.com/office/drawing/2014/main" id="{9BBDA5CE-9446-4433-B4E7-96EE6C05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39685" name="Text Box 37">
            <a:extLst>
              <a:ext uri="{FF2B5EF4-FFF2-40B4-BE49-F238E27FC236}">
                <a16:creationId xmlns:a16="http://schemas.microsoft.com/office/drawing/2014/main" id="{313CE61A-C2C2-442B-A133-566AE1CF3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39686" name="Text Box 38">
            <a:extLst>
              <a:ext uri="{FF2B5EF4-FFF2-40B4-BE49-F238E27FC236}">
                <a16:creationId xmlns:a16="http://schemas.microsoft.com/office/drawing/2014/main" id="{A9B96831-1F12-4E40-9479-39CFA2F30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9687" name="Text Box 39">
            <a:extLst>
              <a:ext uri="{FF2B5EF4-FFF2-40B4-BE49-F238E27FC236}">
                <a16:creationId xmlns:a16="http://schemas.microsoft.com/office/drawing/2014/main" id="{86CAC3F7-9066-46C5-8144-A65E4C201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39688" name="Text Box 40">
            <a:extLst>
              <a:ext uri="{FF2B5EF4-FFF2-40B4-BE49-F238E27FC236}">
                <a16:creationId xmlns:a16="http://schemas.microsoft.com/office/drawing/2014/main" id="{EA61290D-D4B5-4B71-A71F-1340E6743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39689" name="Text Box 41">
            <a:extLst>
              <a:ext uri="{FF2B5EF4-FFF2-40B4-BE49-F238E27FC236}">
                <a16:creationId xmlns:a16="http://schemas.microsoft.com/office/drawing/2014/main" id="{1CF8D367-9670-4BF4-9C29-27488A67E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0" name="Text Box 42">
            <a:extLst>
              <a:ext uri="{FF2B5EF4-FFF2-40B4-BE49-F238E27FC236}">
                <a16:creationId xmlns:a16="http://schemas.microsoft.com/office/drawing/2014/main" id="{6B60C0D6-C979-4B0E-8168-5F3CFD48F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1" name="Text Box 43">
            <a:extLst>
              <a:ext uri="{FF2B5EF4-FFF2-40B4-BE49-F238E27FC236}">
                <a16:creationId xmlns:a16="http://schemas.microsoft.com/office/drawing/2014/main" id="{4520566F-F9E5-4B4C-83F3-7F45E5257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2" name="Text Box 44">
            <a:extLst>
              <a:ext uri="{FF2B5EF4-FFF2-40B4-BE49-F238E27FC236}">
                <a16:creationId xmlns:a16="http://schemas.microsoft.com/office/drawing/2014/main" id="{4E70C85C-9A53-4B51-8AA2-411C4AE4A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3" name="Text Box 45">
            <a:extLst>
              <a:ext uri="{FF2B5EF4-FFF2-40B4-BE49-F238E27FC236}">
                <a16:creationId xmlns:a16="http://schemas.microsoft.com/office/drawing/2014/main" id="{C05902BF-14A1-4106-BA00-9E5F2C730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4" name="Text Box 46">
            <a:extLst>
              <a:ext uri="{FF2B5EF4-FFF2-40B4-BE49-F238E27FC236}">
                <a16:creationId xmlns:a16="http://schemas.microsoft.com/office/drawing/2014/main" id="{4EEA0C4D-EB69-4D5F-9FCB-9118725F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5" name="Text Box 47">
            <a:extLst>
              <a:ext uri="{FF2B5EF4-FFF2-40B4-BE49-F238E27FC236}">
                <a16:creationId xmlns:a16="http://schemas.microsoft.com/office/drawing/2014/main" id="{505FD0EE-EE69-4ACD-999D-22B42F9EE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6" name="Text Box 48">
            <a:extLst>
              <a:ext uri="{FF2B5EF4-FFF2-40B4-BE49-F238E27FC236}">
                <a16:creationId xmlns:a16="http://schemas.microsoft.com/office/drawing/2014/main" id="{53829404-84FC-45DF-BF02-722901D6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7" name="Text Box 49">
            <a:extLst>
              <a:ext uri="{FF2B5EF4-FFF2-40B4-BE49-F238E27FC236}">
                <a16:creationId xmlns:a16="http://schemas.microsoft.com/office/drawing/2014/main" id="{68D5347E-6420-4C38-B9B9-459BF2346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6, 7, t }</a:t>
            </a:r>
          </a:p>
        </p:txBody>
      </p:sp>
      <p:sp>
        <p:nvSpPr>
          <p:cNvPr id="539698" name="Text Box 50">
            <a:extLst>
              <a:ext uri="{FF2B5EF4-FFF2-40B4-BE49-F238E27FC236}">
                <a16:creationId xmlns:a16="http://schemas.microsoft.com/office/drawing/2014/main" id="{94E74500-590F-46BE-839D-534AAB480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699" name="Text Box 51">
            <a:extLst>
              <a:ext uri="{FF2B5EF4-FFF2-40B4-BE49-F238E27FC236}">
                <a16:creationId xmlns:a16="http://schemas.microsoft.com/office/drawing/2014/main" id="{EADBCA3F-818E-4CD4-8C4D-9ABD924FD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9700" name="Text Box 52">
            <a:extLst>
              <a:ext uri="{FF2B5EF4-FFF2-40B4-BE49-F238E27FC236}">
                <a16:creationId xmlns:a16="http://schemas.microsoft.com/office/drawing/2014/main" id="{5F9F6B6C-F063-4231-B76B-4DC3B39A5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701" name="Text Box 53">
            <a:extLst>
              <a:ext uri="{FF2B5EF4-FFF2-40B4-BE49-F238E27FC236}">
                <a16:creationId xmlns:a16="http://schemas.microsoft.com/office/drawing/2014/main" id="{EC25ED56-86D0-4920-BEDD-B40710F8A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702" name="Text Box 54">
            <a:extLst>
              <a:ext uri="{FF2B5EF4-FFF2-40B4-BE49-F238E27FC236}">
                <a16:creationId xmlns:a16="http://schemas.microsoft.com/office/drawing/2014/main" id="{1E286A09-8D11-4CDB-B949-78B4438F3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9703" name="Text Box 55">
            <a:extLst>
              <a:ext uri="{FF2B5EF4-FFF2-40B4-BE49-F238E27FC236}">
                <a16:creationId xmlns:a16="http://schemas.microsoft.com/office/drawing/2014/main" id="{A9EF9DA9-C879-4480-B4B5-59F8E38AD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9708" name="AutoShape 60">
            <a:extLst>
              <a:ext uri="{FF2B5EF4-FFF2-40B4-BE49-F238E27FC236}">
                <a16:creationId xmlns:a16="http://schemas.microsoft.com/office/drawing/2014/main" id="{18FB109E-B01F-4CE0-AAB5-9B1081F93BD7}"/>
              </a:ext>
            </a:extLst>
          </p:cNvPr>
          <p:cNvSpPr>
            <a:spLocks noChangeArrowheads="1"/>
          </p:cNvSpPr>
          <p:nvPr/>
        </p:nvSpPr>
        <p:spPr bwMode="auto">
          <a:xfrm rot="18303907">
            <a:off x="9231314" y="2176464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709" name="Text Box 61">
            <a:extLst>
              <a:ext uri="{FF2B5EF4-FFF2-40B4-BE49-F238E27FC236}">
                <a16:creationId xmlns:a16="http://schemas.microsoft.com/office/drawing/2014/main" id="{AEA5A8AC-8F12-4715-B4C3-A7F2D4394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650" y="1852613"/>
            <a:ext cx="165258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decrease key</a:t>
            </a:r>
          </a:p>
        </p:txBody>
      </p:sp>
      <p:sp>
        <p:nvSpPr>
          <p:cNvPr id="539710" name="Text Box 62">
            <a:extLst>
              <a:ext uri="{FF2B5EF4-FFF2-40B4-BE49-F238E27FC236}">
                <a16:creationId xmlns:a16="http://schemas.microsoft.com/office/drawing/2014/main" id="{D7D0CB1D-AE1B-428B-B14B-885079765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39711" name="Text Box 63">
            <a:extLst>
              <a:ext uri="{FF2B5EF4-FFF2-40B4-BE49-F238E27FC236}">
                <a16:creationId xmlns:a16="http://schemas.microsoft.com/office/drawing/2014/main" id="{6A0FA49F-4E3B-4611-BB62-582C3EE9D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39704" name="Freeform 56">
            <a:extLst>
              <a:ext uri="{FF2B5EF4-FFF2-40B4-BE49-F238E27FC236}">
                <a16:creationId xmlns:a16="http://schemas.microsoft.com/office/drawing/2014/main" id="{4EB8AAFD-2E2E-4588-81A7-1DAFD645C410}"/>
              </a:ext>
            </a:extLst>
          </p:cNvPr>
          <p:cNvSpPr>
            <a:spLocks/>
          </p:cNvSpPr>
          <p:nvPr/>
        </p:nvSpPr>
        <p:spPr bwMode="auto">
          <a:xfrm>
            <a:off x="1657350" y="2224088"/>
            <a:ext cx="3113088" cy="1858962"/>
          </a:xfrm>
          <a:custGeom>
            <a:avLst/>
            <a:gdLst>
              <a:gd name="T0" fmla="*/ 3 w 1961"/>
              <a:gd name="T1" fmla="*/ 824 h 1171"/>
              <a:gd name="T2" fmla="*/ 34 w 1961"/>
              <a:gd name="T3" fmla="*/ 666 h 1171"/>
              <a:gd name="T4" fmla="*/ 121 w 1961"/>
              <a:gd name="T5" fmla="*/ 469 h 1171"/>
              <a:gd name="T6" fmla="*/ 153 w 1961"/>
              <a:gd name="T7" fmla="*/ 414 h 1171"/>
              <a:gd name="T8" fmla="*/ 271 w 1961"/>
              <a:gd name="T9" fmla="*/ 359 h 1171"/>
              <a:gd name="T10" fmla="*/ 350 w 1961"/>
              <a:gd name="T11" fmla="*/ 295 h 1171"/>
              <a:gd name="T12" fmla="*/ 500 w 1961"/>
              <a:gd name="T13" fmla="*/ 177 h 1171"/>
              <a:gd name="T14" fmla="*/ 650 w 1961"/>
              <a:gd name="T15" fmla="*/ 130 h 1171"/>
              <a:gd name="T16" fmla="*/ 950 w 1961"/>
              <a:gd name="T17" fmla="*/ 75 h 1171"/>
              <a:gd name="T18" fmla="*/ 1131 w 1961"/>
              <a:gd name="T19" fmla="*/ 43 h 1171"/>
              <a:gd name="T20" fmla="*/ 1565 w 1961"/>
              <a:gd name="T21" fmla="*/ 43 h 1171"/>
              <a:gd name="T22" fmla="*/ 1754 w 1961"/>
              <a:gd name="T23" fmla="*/ 82 h 1171"/>
              <a:gd name="T24" fmla="*/ 1786 w 1961"/>
              <a:gd name="T25" fmla="*/ 98 h 1171"/>
              <a:gd name="T26" fmla="*/ 1833 w 1961"/>
              <a:gd name="T27" fmla="*/ 114 h 1171"/>
              <a:gd name="T28" fmla="*/ 1920 w 1961"/>
              <a:gd name="T29" fmla="*/ 240 h 1171"/>
              <a:gd name="T30" fmla="*/ 1841 w 1961"/>
              <a:gd name="T31" fmla="*/ 603 h 1171"/>
              <a:gd name="T32" fmla="*/ 1747 w 1961"/>
              <a:gd name="T33" fmla="*/ 698 h 1171"/>
              <a:gd name="T34" fmla="*/ 1612 w 1961"/>
              <a:gd name="T35" fmla="*/ 769 h 1171"/>
              <a:gd name="T36" fmla="*/ 1455 w 1961"/>
              <a:gd name="T37" fmla="*/ 800 h 1171"/>
              <a:gd name="T38" fmla="*/ 1036 w 1961"/>
              <a:gd name="T39" fmla="*/ 840 h 1171"/>
              <a:gd name="T40" fmla="*/ 879 w 1961"/>
              <a:gd name="T41" fmla="*/ 871 h 1171"/>
              <a:gd name="T42" fmla="*/ 673 w 1961"/>
              <a:gd name="T43" fmla="*/ 1037 h 1171"/>
              <a:gd name="T44" fmla="*/ 547 w 1961"/>
              <a:gd name="T45" fmla="*/ 1132 h 1171"/>
              <a:gd name="T46" fmla="*/ 271 w 1961"/>
              <a:gd name="T47" fmla="*/ 1171 h 1171"/>
              <a:gd name="T48" fmla="*/ 121 w 1961"/>
              <a:gd name="T49" fmla="*/ 1124 h 1171"/>
              <a:gd name="T50" fmla="*/ 50 w 1961"/>
              <a:gd name="T51" fmla="*/ 982 h 1171"/>
              <a:gd name="T52" fmla="*/ 34 w 1961"/>
              <a:gd name="T53" fmla="*/ 919 h 1171"/>
              <a:gd name="T54" fmla="*/ 3 w 1961"/>
              <a:gd name="T55" fmla="*/ 824 h 1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61" h="1171">
                <a:moveTo>
                  <a:pt x="3" y="824"/>
                </a:moveTo>
                <a:cubicBezTo>
                  <a:pt x="9" y="747"/>
                  <a:pt x="0" y="721"/>
                  <a:pt x="34" y="666"/>
                </a:cubicBezTo>
                <a:cubicBezTo>
                  <a:pt x="53" y="592"/>
                  <a:pt x="84" y="534"/>
                  <a:pt x="121" y="469"/>
                </a:cubicBezTo>
                <a:cubicBezTo>
                  <a:pt x="128" y="456"/>
                  <a:pt x="140" y="425"/>
                  <a:pt x="153" y="414"/>
                </a:cubicBezTo>
                <a:cubicBezTo>
                  <a:pt x="189" y="383"/>
                  <a:pt x="227" y="372"/>
                  <a:pt x="271" y="359"/>
                </a:cubicBezTo>
                <a:cubicBezTo>
                  <a:pt x="332" y="297"/>
                  <a:pt x="301" y="311"/>
                  <a:pt x="350" y="295"/>
                </a:cubicBezTo>
                <a:cubicBezTo>
                  <a:pt x="402" y="258"/>
                  <a:pt x="447" y="213"/>
                  <a:pt x="500" y="177"/>
                </a:cubicBezTo>
                <a:cubicBezTo>
                  <a:pt x="545" y="147"/>
                  <a:pt x="600" y="145"/>
                  <a:pt x="650" y="130"/>
                </a:cubicBezTo>
                <a:cubicBezTo>
                  <a:pt x="750" y="100"/>
                  <a:pt x="845" y="83"/>
                  <a:pt x="950" y="75"/>
                </a:cubicBezTo>
                <a:cubicBezTo>
                  <a:pt x="1011" y="65"/>
                  <a:pt x="1070" y="52"/>
                  <a:pt x="1131" y="43"/>
                </a:cubicBezTo>
                <a:cubicBezTo>
                  <a:pt x="1260" y="0"/>
                  <a:pt x="1469" y="39"/>
                  <a:pt x="1565" y="43"/>
                </a:cubicBezTo>
                <a:cubicBezTo>
                  <a:pt x="1628" y="56"/>
                  <a:pt x="1691" y="68"/>
                  <a:pt x="1754" y="82"/>
                </a:cubicBezTo>
                <a:cubicBezTo>
                  <a:pt x="1765" y="87"/>
                  <a:pt x="1775" y="94"/>
                  <a:pt x="1786" y="98"/>
                </a:cubicBezTo>
                <a:cubicBezTo>
                  <a:pt x="1801" y="104"/>
                  <a:pt x="1833" y="114"/>
                  <a:pt x="1833" y="114"/>
                </a:cubicBezTo>
                <a:cubicBezTo>
                  <a:pt x="1862" y="157"/>
                  <a:pt x="1890" y="197"/>
                  <a:pt x="1920" y="240"/>
                </a:cubicBezTo>
                <a:cubicBezTo>
                  <a:pt x="1916" y="374"/>
                  <a:pt x="1961" y="523"/>
                  <a:pt x="1841" y="603"/>
                </a:cubicBezTo>
                <a:cubicBezTo>
                  <a:pt x="1814" y="640"/>
                  <a:pt x="1785" y="672"/>
                  <a:pt x="1747" y="698"/>
                </a:cubicBezTo>
                <a:cubicBezTo>
                  <a:pt x="1717" y="742"/>
                  <a:pt x="1663" y="759"/>
                  <a:pt x="1612" y="769"/>
                </a:cubicBezTo>
                <a:cubicBezTo>
                  <a:pt x="1561" y="790"/>
                  <a:pt x="1509" y="789"/>
                  <a:pt x="1455" y="800"/>
                </a:cubicBezTo>
                <a:cubicBezTo>
                  <a:pt x="1310" y="831"/>
                  <a:pt x="1188" y="835"/>
                  <a:pt x="1036" y="840"/>
                </a:cubicBezTo>
                <a:cubicBezTo>
                  <a:pt x="982" y="847"/>
                  <a:pt x="931" y="855"/>
                  <a:pt x="879" y="871"/>
                </a:cubicBezTo>
                <a:cubicBezTo>
                  <a:pt x="809" y="923"/>
                  <a:pt x="740" y="980"/>
                  <a:pt x="673" y="1037"/>
                </a:cubicBezTo>
                <a:cubicBezTo>
                  <a:pt x="646" y="1060"/>
                  <a:pt x="582" y="1123"/>
                  <a:pt x="547" y="1132"/>
                </a:cubicBezTo>
                <a:cubicBezTo>
                  <a:pt x="453" y="1156"/>
                  <a:pt x="370" y="1165"/>
                  <a:pt x="271" y="1171"/>
                </a:cubicBezTo>
                <a:cubicBezTo>
                  <a:pt x="207" y="1165"/>
                  <a:pt x="172" y="1158"/>
                  <a:pt x="121" y="1124"/>
                </a:cubicBezTo>
                <a:cubicBezTo>
                  <a:pt x="103" y="1072"/>
                  <a:pt x="74" y="1030"/>
                  <a:pt x="50" y="982"/>
                </a:cubicBezTo>
                <a:cubicBezTo>
                  <a:pt x="41" y="964"/>
                  <a:pt x="38" y="937"/>
                  <a:pt x="34" y="919"/>
                </a:cubicBezTo>
                <a:cubicBezTo>
                  <a:pt x="26" y="887"/>
                  <a:pt x="13" y="855"/>
                  <a:pt x="3" y="824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F14BBF5E-9BE0-4D24-A168-C1DB1C892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24B99D4-C72A-4B7B-86E9-CDA55C07A8AF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7439E558-2533-4842-9BE1-A4FEF5DAD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0675" name="Oval 3">
            <a:extLst>
              <a:ext uri="{FF2B5EF4-FFF2-40B4-BE49-F238E27FC236}">
                <a16:creationId xmlns:a16="http://schemas.microsoft.com/office/drawing/2014/main" id="{FE91E74D-4F0A-4336-977A-B2F8DC41C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0676" name="Oval 4">
            <a:extLst>
              <a:ext uri="{FF2B5EF4-FFF2-40B4-BE49-F238E27FC236}">
                <a16:creationId xmlns:a16="http://schemas.microsoft.com/office/drawing/2014/main" id="{A35E00B4-A865-480E-8F1A-38442C43A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0677" name="Oval 5">
            <a:extLst>
              <a:ext uri="{FF2B5EF4-FFF2-40B4-BE49-F238E27FC236}">
                <a16:creationId xmlns:a16="http://schemas.microsoft.com/office/drawing/2014/main" id="{ADB88B5F-E474-40D5-9975-1C4726DD5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0678" name="Oval 6">
            <a:extLst>
              <a:ext uri="{FF2B5EF4-FFF2-40B4-BE49-F238E27FC236}">
                <a16:creationId xmlns:a16="http://schemas.microsoft.com/office/drawing/2014/main" id="{23E8A11E-42E2-4F64-8648-40955E35B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0679" name="Oval 7">
            <a:extLst>
              <a:ext uri="{FF2B5EF4-FFF2-40B4-BE49-F238E27FC236}">
                <a16:creationId xmlns:a16="http://schemas.microsoft.com/office/drawing/2014/main" id="{370CC267-7724-4EF8-9DE8-37941708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0680" name="Oval 8">
            <a:extLst>
              <a:ext uri="{FF2B5EF4-FFF2-40B4-BE49-F238E27FC236}">
                <a16:creationId xmlns:a16="http://schemas.microsoft.com/office/drawing/2014/main" id="{09E47BF9-F0CB-48B4-9FF3-D6980CF9C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0681" name="Oval 9">
            <a:extLst>
              <a:ext uri="{FF2B5EF4-FFF2-40B4-BE49-F238E27FC236}">
                <a16:creationId xmlns:a16="http://schemas.microsoft.com/office/drawing/2014/main" id="{B9D45AC0-4A5F-41AF-9D39-02C10D760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0682" name="Oval 10">
            <a:extLst>
              <a:ext uri="{FF2B5EF4-FFF2-40B4-BE49-F238E27FC236}">
                <a16:creationId xmlns:a16="http://schemas.microsoft.com/office/drawing/2014/main" id="{CD9F57E2-F3E6-4E31-91DB-7E4D6A073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0683" name="AutoShape 11">
            <a:extLst>
              <a:ext uri="{FF2B5EF4-FFF2-40B4-BE49-F238E27FC236}">
                <a16:creationId xmlns:a16="http://schemas.microsoft.com/office/drawing/2014/main" id="{9E472043-8E06-4833-99A0-9AF52966C56C}"/>
              </a:ext>
            </a:extLst>
          </p:cNvPr>
          <p:cNvCxnSpPr>
            <a:cxnSpLocks noChangeShapeType="1"/>
            <a:stCxn id="540675" idx="7"/>
            <a:endCxn id="540678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84" name="AutoShape 12">
            <a:extLst>
              <a:ext uri="{FF2B5EF4-FFF2-40B4-BE49-F238E27FC236}">
                <a16:creationId xmlns:a16="http://schemas.microsoft.com/office/drawing/2014/main" id="{56A54693-B023-43EC-BDBD-C4FCBB8EF82D}"/>
              </a:ext>
            </a:extLst>
          </p:cNvPr>
          <p:cNvCxnSpPr>
            <a:cxnSpLocks noChangeShapeType="1"/>
            <a:stCxn id="540675" idx="6"/>
            <a:endCxn id="540679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85" name="AutoShape 13">
            <a:extLst>
              <a:ext uri="{FF2B5EF4-FFF2-40B4-BE49-F238E27FC236}">
                <a16:creationId xmlns:a16="http://schemas.microsoft.com/office/drawing/2014/main" id="{7DB21FD4-66B5-45AF-B1DF-81A239ECC1BA}"/>
              </a:ext>
            </a:extLst>
          </p:cNvPr>
          <p:cNvCxnSpPr>
            <a:cxnSpLocks noChangeShapeType="1"/>
            <a:stCxn id="540675" idx="5"/>
            <a:endCxn id="540680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86" name="AutoShape 14">
            <a:extLst>
              <a:ext uri="{FF2B5EF4-FFF2-40B4-BE49-F238E27FC236}">
                <a16:creationId xmlns:a16="http://schemas.microsoft.com/office/drawing/2014/main" id="{54B4F756-2668-4717-96C7-ED54C5015A67}"/>
              </a:ext>
            </a:extLst>
          </p:cNvPr>
          <p:cNvCxnSpPr>
            <a:cxnSpLocks noChangeShapeType="1"/>
            <a:stCxn id="540679" idx="7"/>
            <a:endCxn id="540676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87" name="AutoShape 15">
            <a:extLst>
              <a:ext uri="{FF2B5EF4-FFF2-40B4-BE49-F238E27FC236}">
                <a16:creationId xmlns:a16="http://schemas.microsoft.com/office/drawing/2014/main" id="{E9508119-F806-4E4A-AA26-66F586E9030D}"/>
              </a:ext>
            </a:extLst>
          </p:cNvPr>
          <p:cNvCxnSpPr>
            <a:cxnSpLocks noChangeShapeType="1"/>
            <a:stCxn id="540681" idx="7"/>
            <a:endCxn id="540676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88" name="AutoShape 16">
            <a:extLst>
              <a:ext uri="{FF2B5EF4-FFF2-40B4-BE49-F238E27FC236}">
                <a16:creationId xmlns:a16="http://schemas.microsoft.com/office/drawing/2014/main" id="{B50E99D3-F9B5-47E2-B08D-D9584D290B64}"/>
              </a:ext>
            </a:extLst>
          </p:cNvPr>
          <p:cNvCxnSpPr>
            <a:cxnSpLocks noChangeShapeType="1"/>
            <a:stCxn id="540679" idx="5"/>
            <a:endCxn id="540682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89" name="AutoShape 17">
            <a:extLst>
              <a:ext uri="{FF2B5EF4-FFF2-40B4-BE49-F238E27FC236}">
                <a16:creationId xmlns:a16="http://schemas.microsoft.com/office/drawing/2014/main" id="{95433001-E88A-4CF8-AD07-6BFDA26858A3}"/>
              </a:ext>
            </a:extLst>
          </p:cNvPr>
          <p:cNvCxnSpPr>
            <a:cxnSpLocks noChangeShapeType="1"/>
            <a:stCxn id="540682" idx="5"/>
            <a:endCxn id="540677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0" name="AutoShape 18">
            <a:extLst>
              <a:ext uri="{FF2B5EF4-FFF2-40B4-BE49-F238E27FC236}">
                <a16:creationId xmlns:a16="http://schemas.microsoft.com/office/drawing/2014/main" id="{AE8A445D-A33E-4AC0-A200-73C14B10EDE8}"/>
              </a:ext>
            </a:extLst>
          </p:cNvPr>
          <p:cNvCxnSpPr>
            <a:cxnSpLocks noChangeShapeType="1"/>
            <a:stCxn id="540682" idx="6"/>
            <a:endCxn id="540681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1" name="AutoShape 19">
            <a:extLst>
              <a:ext uri="{FF2B5EF4-FFF2-40B4-BE49-F238E27FC236}">
                <a16:creationId xmlns:a16="http://schemas.microsoft.com/office/drawing/2014/main" id="{92ACBA90-BA2D-4963-A516-AA47CBCCC9BB}"/>
              </a:ext>
            </a:extLst>
          </p:cNvPr>
          <p:cNvCxnSpPr>
            <a:cxnSpLocks noChangeShapeType="1"/>
            <a:stCxn id="540681" idx="4"/>
            <a:endCxn id="540677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2" name="AutoShape 20">
            <a:extLst>
              <a:ext uri="{FF2B5EF4-FFF2-40B4-BE49-F238E27FC236}">
                <a16:creationId xmlns:a16="http://schemas.microsoft.com/office/drawing/2014/main" id="{BB4152EC-A947-4223-9E57-632B66F2DBCC}"/>
              </a:ext>
            </a:extLst>
          </p:cNvPr>
          <p:cNvCxnSpPr>
            <a:cxnSpLocks noChangeShapeType="1"/>
            <a:stCxn id="540676" idx="3"/>
            <a:endCxn id="540682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3" name="AutoShape 21">
            <a:extLst>
              <a:ext uri="{FF2B5EF4-FFF2-40B4-BE49-F238E27FC236}">
                <a16:creationId xmlns:a16="http://schemas.microsoft.com/office/drawing/2014/main" id="{5814DFEB-3847-45B6-A720-06305E04BBBE}"/>
              </a:ext>
            </a:extLst>
          </p:cNvPr>
          <p:cNvCxnSpPr>
            <a:cxnSpLocks noChangeShapeType="1"/>
            <a:stCxn id="540679" idx="4"/>
            <a:endCxn id="540680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4" name="AutoShape 22">
            <a:extLst>
              <a:ext uri="{FF2B5EF4-FFF2-40B4-BE49-F238E27FC236}">
                <a16:creationId xmlns:a16="http://schemas.microsoft.com/office/drawing/2014/main" id="{6AC7D3BF-2C3E-45EE-8328-4E3CC37DC186}"/>
              </a:ext>
            </a:extLst>
          </p:cNvPr>
          <p:cNvCxnSpPr>
            <a:cxnSpLocks noChangeShapeType="1"/>
            <a:stCxn id="540680" idx="6"/>
            <a:endCxn id="540682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5" name="AutoShape 23">
            <a:extLst>
              <a:ext uri="{FF2B5EF4-FFF2-40B4-BE49-F238E27FC236}">
                <a16:creationId xmlns:a16="http://schemas.microsoft.com/office/drawing/2014/main" id="{711EA617-2061-40A7-A4D2-B8ABBB2DC2B7}"/>
              </a:ext>
            </a:extLst>
          </p:cNvPr>
          <p:cNvCxnSpPr>
            <a:cxnSpLocks noChangeShapeType="1"/>
            <a:stCxn id="540678" idx="6"/>
            <a:endCxn id="540676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6" name="AutoShape 24">
            <a:extLst>
              <a:ext uri="{FF2B5EF4-FFF2-40B4-BE49-F238E27FC236}">
                <a16:creationId xmlns:a16="http://schemas.microsoft.com/office/drawing/2014/main" id="{8B922A2C-367E-431E-92E8-178CEA3EDCF4}"/>
              </a:ext>
            </a:extLst>
          </p:cNvPr>
          <p:cNvCxnSpPr>
            <a:cxnSpLocks noChangeShapeType="1"/>
            <a:stCxn id="540680" idx="6"/>
            <a:endCxn id="540677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0697" name="AutoShape 25">
            <a:extLst>
              <a:ext uri="{FF2B5EF4-FFF2-40B4-BE49-F238E27FC236}">
                <a16:creationId xmlns:a16="http://schemas.microsoft.com/office/drawing/2014/main" id="{D34FA831-227D-4C5A-B6F6-B97B20B498BF}"/>
              </a:ext>
            </a:extLst>
          </p:cNvPr>
          <p:cNvCxnSpPr>
            <a:cxnSpLocks noChangeShapeType="1"/>
            <a:stCxn id="540676" idx="5"/>
            <a:endCxn id="540677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0698" name="Text Box 26">
            <a:extLst>
              <a:ext uri="{FF2B5EF4-FFF2-40B4-BE49-F238E27FC236}">
                <a16:creationId xmlns:a16="http://schemas.microsoft.com/office/drawing/2014/main" id="{342D916A-288B-4164-ACB4-C35DA297D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0699" name="Text Box 27">
            <a:extLst>
              <a:ext uri="{FF2B5EF4-FFF2-40B4-BE49-F238E27FC236}">
                <a16:creationId xmlns:a16="http://schemas.microsoft.com/office/drawing/2014/main" id="{6D48B8CD-4F8E-46AA-9A42-372FE61CE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0700" name="Text Box 28">
            <a:extLst>
              <a:ext uri="{FF2B5EF4-FFF2-40B4-BE49-F238E27FC236}">
                <a16:creationId xmlns:a16="http://schemas.microsoft.com/office/drawing/2014/main" id="{F79B0949-26BD-4808-B85B-614BAC2CE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0701" name="Text Box 29">
            <a:extLst>
              <a:ext uri="{FF2B5EF4-FFF2-40B4-BE49-F238E27FC236}">
                <a16:creationId xmlns:a16="http://schemas.microsoft.com/office/drawing/2014/main" id="{5582B92A-AB65-45E4-86C6-6BFBC633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0702" name="Text Box 30">
            <a:extLst>
              <a:ext uri="{FF2B5EF4-FFF2-40B4-BE49-F238E27FC236}">
                <a16:creationId xmlns:a16="http://schemas.microsoft.com/office/drawing/2014/main" id="{AC79F4A5-FEC2-4078-8BE2-E81ECBAD9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0703" name="Text Box 31">
            <a:extLst>
              <a:ext uri="{FF2B5EF4-FFF2-40B4-BE49-F238E27FC236}">
                <a16:creationId xmlns:a16="http://schemas.microsoft.com/office/drawing/2014/main" id="{D94DCEE0-0886-4498-8CB4-45ED13BDB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0704" name="Text Box 32">
            <a:extLst>
              <a:ext uri="{FF2B5EF4-FFF2-40B4-BE49-F238E27FC236}">
                <a16:creationId xmlns:a16="http://schemas.microsoft.com/office/drawing/2014/main" id="{F61EF070-5FE2-4213-945D-CF54B3A9B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0705" name="Text Box 33">
            <a:extLst>
              <a:ext uri="{FF2B5EF4-FFF2-40B4-BE49-F238E27FC236}">
                <a16:creationId xmlns:a16="http://schemas.microsoft.com/office/drawing/2014/main" id="{F62092BE-EEA2-4C77-9FB1-15D6F67CD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0706" name="Text Box 34">
            <a:extLst>
              <a:ext uri="{FF2B5EF4-FFF2-40B4-BE49-F238E27FC236}">
                <a16:creationId xmlns:a16="http://schemas.microsoft.com/office/drawing/2014/main" id="{B03149FB-F889-4106-A560-91EC73936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0707" name="Text Box 35">
            <a:extLst>
              <a:ext uri="{FF2B5EF4-FFF2-40B4-BE49-F238E27FC236}">
                <a16:creationId xmlns:a16="http://schemas.microsoft.com/office/drawing/2014/main" id="{9B177EA1-FEB1-4E76-BA3C-31D3E2D2D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0708" name="Text Box 36">
            <a:extLst>
              <a:ext uri="{FF2B5EF4-FFF2-40B4-BE49-F238E27FC236}">
                <a16:creationId xmlns:a16="http://schemas.microsoft.com/office/drawing/2014/main" id="{919DC14F-FD5D-4DFB-925C-AD2182F85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0709" name="Text Box 37">
            <a:extLst>
              <a:ext uri="{FF2B5EF4-FFF2-40B4-BE49-F238E27FC236}">
                <a16:creationId xmlns:a16="http://schemas.microsoft.com/office/drawing/2014/main" id="{4687BFA0-5DE9-418B-B7CF-4F63AA407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0710" name="Text Box 38">
            <a:extLst>
              <a:ext uri="{FF2B5EF4-FFF2-40B4-BE49-F238E27FC236}">
                <a16:creationId xmlns:a16="http://schemas.microsoft.com/office/drawing/2014/main" id="{08E309EF-3DC6-47BA-89A3-6D0B4FF78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0711" name="Text Box 39">
            <a:extLst>
              <a:ext uri="{FF2B5EF4-FFF2-40B4-BE49-F238E27FC236}">
                <a16:creationId xmlns:a16="http://schemas.microsoft.com/office/drawing/2014/main" id="{8C8F3F50-ED4D-46D7-A543-A34EB5CD8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0712" name="Text Box 40">
            <a:extLst>
              <a:ext uri="{FF2B5EF4-FFF2-40B4-BE49-F238E27FC236}">
                <a16:creationId xmlns:a16="http://schemas.microsoft.com/office/drawing/2014/main" id="{8B7BBDB2-3D03-4A50-B4E8-397F72CF6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0713" name="Text Box 41">
            <a:extLst>
              <a:ext uri="{FF2B5EF4-FFF2-40B4-BE49-F238E27FC236}">
                <a16:creationId xmlns:a16="http://schemas.microsoft.com/office/drawing/2014/main" id="{E4FEC3CF-37A2-4BA4-8191-1C42809CA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14" name="Text Box 42">
            <a:extLst>
              <a:ext uri="{FF2B5EF4-FFF2-40B4-BE49-F238E27FC236}">
                <a16:creationId xmlns:a16="http://schemas.microsoft.com/office/drawing/2014/main" id="{DA8E6A1B-8487-413D-A73D-5C82B7E3A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15" name="Text Box 43">
            <a:extLst>
              <a:ext uri="{FF2B5EF4-FFF2-40B4-BE49-F238E27FC236}">
                <a16:creationId xmlns:a16="http://schemas.microsoft.com/office/drawing/2014/main" id="{7ABACB13-CDBC-4DD0-A41A-C7CB768BF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16" name="Text Box 44">
            <a:extLst>
              <a:ext uri="{FF2B5EF4-FFF2-40B4-BE49-F238E27FC236}">
                <a16:creationId xmlns:a16="http://schemas.microsoft.com/office/drawing/2014/main" id="{99A6B71D-B999-4FAD-9743-7B04B1C46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17" name="Text Box 45">
            <a:extLst>
              <a:ext uri="{FF2B5EF4-FFF2-40B4-BE49-F238E27FC236}">
                <a16:creationId xmlns:a16="http://schemas.microsoft.com/office/drawing/2014/main" id="{B2EACA69-834A-472F-A25F-58D737F48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18" name="Text Box 46">
            <a:extLst>
              <a:ext uri="{FF2B5EF4-FFF2-40B4-BE49-F238E27FC236}">
                <a16:creationId xmlns:a16="http://schemas.microsoft.com/office/drawing/2014/main" id="{54E3B93C-0A7B-46F0-BDA0-3C8420A06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19" name="Text Box 47">
            <a:extLst>
              <a:ext uri="{FF2B5EF4-FFF2-40B4-BE49-F238E27FC236}">
                <a16:creationId xmlns:a16="http://schemas.microsoft.com/office/drawing/2014/main" id="{A024F391-7567-4EF9-8AE9-4200CC243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20" name="Text Box 48">
            <a:extLst>
              <a:ext uri="{FF2B5EF4-FFF2-40B4-BE49-F238E27FC236}">
                <a16:creationId xmlns:a16="http://schemas.microsoft.com/office/drawing/2014/main" id="{4050D879-D15B-4D8A-B83E-04660C912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21" name="Text Box 49">
            <a:extLst>
              <a:ext uri="{FF2B5EF4-FFF2-40B4-BE49-F238E27FC236}">
                <a16:creationId xmlns:a16="http://schemas.microsoft.com/office/drawing/2014/main" id="{43E3BBE4-43A8-49FE-BEAC-356B2533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6, 7, t }</a:t>
            </a:r>
          </a:p>
        </p:txBody>
      </p:sp>
      <p:sp>
        <p:nvSpPr>
          <p:cNvPr id="540722" name="Text Box 50">
            <a:extLst>
              <a:ext uri="{FF2B5EF4-FFF2-40B4-BE49-F238E27FC236}">
                <a16:creationId xmlns:a16="http://schemas.microsoft.com/office/drawing/2014/main" id="{245F548C-6632-4E1D-905F-00A4E2F4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23" name="Text Box 51">
            <a:extLst>
              <a:ext uri="{FF2B5EF4-FFF2-40B4-BE49-F238E27FC236}">
                <a16:creationId xmlns:a16="http://schemas.microsoft.com/office/drawing/2014/main" id="{2BBAC1B9-65FE-4282-9478-9840D2821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0724" name="Text Box 52">
            <a:extLst>
              <a:ext uri="{FF2B5EF4-FFF2-40B4-BE49-F238E27FC236}">
                <a16:creationId xmlns:a16="http://schemas.microsoft.com/office/drawing/2014/main" id="{67A86C75-8F9A-4310-BD4C-4F8B7EBE6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25" name="Text Box 53">
            <a:extLst>
              <a:ext uri="{FF2B5EF4-FFF2-40B4-BE49-F238E27FC236}">
                <a16:creationId xmlns:a16="http://schemas.microsoft.com/office/drawing/2014/main" id="{E5E22B0B-5CC7-49A7-B91F-87977B934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26" name="Text Box 54">
            <a:extLst>
              <a:ext uri="{FF2B5EF4-FFF2-40B4-BE49-F238E27FC236}">
                <a16:creationId xmlns:a16="http://schemas.microsoft.com/office/drawing/2014/main" id="{5F7F731B-3AD3-48D1-AE20-7B1CBF82E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0727" name="Text Box 55">
            <a:extLst>
              <a:ext uri="{FF2B5EF4-FFF2-40B4-BE49-F238E27FC236}">
                <a16:creationId xmlns:a16="http://schemas.microsoft.com/office/drawing/2014/main" id="{C021A68C-51FB-458E-B353-33BE75674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0730" name="Text Box 58">
            <a:extLst>
              <a:ext uri="{FF2B5EF4-FFF2-40B4-BE49-F238E27FC236}">
                <a16:creationId xmlns:a16="http://schemas.microsoft.com/office/drawing/2014/main" id="{F910F8DE-3657-4A9A-8E19-3DB656299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0731" name="Text Box 59">
            <a:extLst>
              <a:ext uri="{FF2B5EF4-FFF2-40B4-BE49-F238E27FC236}">
                <a16:creationId xmlns:a16="http://schemas.microsoft.com/office/drawing/2014/main" id="{673F7A70-E211-48D6-A05B-21A766C81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32" name="Freeform 60">
            <a:extLst>
              <a:ext uri="{FF2B5EF4-FFF2-40B4-BE49-F238E27FC236}">
                <a16:creationId xmlns:a16="http://schemas.microsoft.com/office/drawing/2014/main" id="{D2C9FC04-0428-4520-9AC2-78804535C62D}"/>
              </a:ext>
            </a:extLst>
          </p:cNvPr>
          <p:cNvSpPr>
            <a:spLocks/>
          </p:cNvSpPr>
          <p:nvPr/>
        </p:nvSpPr>
        <p:spPr bwMode="auto">
          <a:xfrm>
            <a:off x="1657350" y="2224088"/>
            <a:ext cx="3113088" cy="1858962"/>
          </a:xfrm>
          <a:custGeom>
            <a:avLst/>
            <a:gdLst>
              <a:gd name="T0" fmla="*/ 3 w 1961"/>
              <a:gd name="T1" fmla="*/ 824 h 1171"/>
              <a:gd name="T2" fmla="*/ 34 w 1961"/>
              <a:gd name="T3" fmla="*/ 666 h 1171"/>
              <a:gd name="T4" fmla="*/ 121 w 1961"/>
              <a:gd name="T5" fmla="*/ 469 h 1171"/>
              <a:gd name="T6" fmla="*/ 153 w 1961"/>
              <a:gd name="T7" fmla="*/ 414 h 1171"/>
              <a:gd name="T8" fmla="*/ 271 w 1961"/>
              <a:gd name="T9" fmla="*/ 359 h 1171"/>
              <a:gd name="T10" fmla="*/ 350 w 1961"/>
              <a:gd name="T11" fmla="*/ 295 h 1171"/>
              <a:gd name="T12" fmla="*/ 500 w 1961"/>
              <a:gd name="T13" fmla="*/ 177 h 1171"/>
              <a:gd name="T14" fmla="*/ 650 w 1961"/>
              <a:gd name="T15" fmla="*/ 130 h 1171"/>
              <a:gd name="T16" fmla="*/ 950 w 1961"/>
              <a:gd name="T17" fmla="*/ 75 h 1171"/>
              <a:gd name="T18" fmla="*/ 1131 w 1961"/>
              <a:gd name="T19" fmla="*/ 43 h 1171"/>
              <a:gd name="T20" fmla="*/ 1565 w 1961"/>
              <a:gd name="T21" fmla="*/ 43 h 1171"/>
              <a:gd name="T22" fmla="*/ 1754 w 1961"/>
              <a:gd name="T23" fmla="*/ 82 h 1171"/>
              <a:gd name="T24" fmla="*/ 1786 w 1961"/>
              <a:gd name="T25" fmla="*/ 98 h 1171"/>
              <a:gd name="T26" fmla="*/ 1833 w 1961"/>
              <a:gd name="T27" fmla="*/ 114 h 1171"/>
              <a:gd name="T28" fmla="*/ 1920 w 1961"/>
              <a:gd name="T29" fmla="*/ 240 h 1171"/>
              <a:gd name="T30" fmla="*/ 1841 w 1961"/>
              <a:gd name="T31" fmla="*/ 603 h 1171"/>
              <a:gd name="T32" fmla="*/ 1747 w 1961"/>
              <a:gd name="T33" fmla="*/ 698 h 1171"/>
              <a:gd name="T34" fmla="*/ 1612 w 1961"/>
              <a:gd name="T35" fmla="*/ 769 h 1171"/>
              <a:gd name="T36" fmla="*/ 1455 w 1961"/>
              <a:gd name="T37" fmla="*/ 800 h 1171"/>
              <a:gd name="T38" fmla="*/ 1036 w 1961"/>
              <a:gd name="T39" fmla="*/ 840 h 1171"/>
              <a:gd name="T40" fmla="*/ 879 w 1961"/>
              <a:gd name="T41" fmla="*/ 871 h 1171"/>
              <a:gd name="T42" fmla="*/ 673 w 1961"/>
              <a:gd name="T43" fmla="*/ 1037 h 1171"/>
              <a:gd name="T44" fmla="*/ 547 w 1961"/>
              <a:gd name="T45" fmla="*/ 1132 h 1171"/>
              <a:gd name="T46" fmla="*/ 271 w 1961"/>
              <a:gd name="T47" fmla="*/ 1171 h 1171"/>
              <a:gd name="T48" fmla="*/ 121 w 1961"/>
              <a:gd name="T49" fmla="*/ 1124 h 1171"/>
              <a:gd name="T50" fmla="*/ 50 w 1961"/>
              <a:gd name="T51" fmla="*/ 982 h 1171"/>
              <a:gd name="T52" fmla="*/ 34 w 1961"/>
              <a:gd name="T53" fmla="*/ 919 h 1171"/>
              <a:gd name="T54" fmla="*/ 3 w 1961"/>
              <a:gd name="T55" fmla="*/ 824 h 1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61" h="1171">
                <a:moveTo>
                  <a:pt x="3" y="824"/>
                </a:moveTo>
                <a:cubicBezTo>
                  <a:pt x="9" y="747"/>
                  <a:pt x="0" y="721"/>
                  <a:pt x="34" y="666"/>
                </a:cubicBezTo>
                <a:cubicBezTo>
                  <a:pt x="53" y="592"/>
                  <a:pt x="84" y="534"/>
                  <a:pt x="121" y="469"/>
                </a:cubicBezTo>
                <a:cubicBezTo>
                  <a:pt x="128" y="456"/>
                  <a:pt x="140" y="425"/>
                  <a:pt x="153" y="414"/>
                </a:cubicBezTo>
                <a:cubicBezTo>
                  <a:pt x="189" y="383"/>
                  <a:pt x="227" y="372"/>
                  <a:pt x="271" y="359"/>
                </a:cubicBezTo>
                <a:cubicBezTo>
                  <a:pt x="332" y="297"/>
                  <a:pt x="301" y="311"/>
                  <a:pt x="350" y="295"/>
                </a:cubicBezTo>
                <a:cubicBezTo>
                  <a:pt x="402" y="258"/>
                  <a:pt x="447" y="213"/>
                  <a:pt x="500" y="177"/>
                </a:cubicBezTo>
                <a:cubicBezTo>
                  <a:pt x="545" y="147"/>
                  <a:pt x="600" y="145"/>
                  <a:pt x="650" y="130"/>
                </a:cubicBezTo>
                <a:cubicBezTo>
                  <a:pt x="750" y="100"/>
                  <a:pt x="845" y="83"/>
                  <a:pt x="950" y="75"/>
                </a:cubicBezTo>
                <a:cubicBezTo>
                  <a:pt x="1011" y="65"/>
                  <a:pt x="1070" y="52"/>
                  <a:pt x="1131" y="43"/>
                </a:cubicBezTo>
                <a:cubicBezTo>
                  <a:pt x="1260" y="0"/>
                  <a:pt x="1469" y="39"/>
                  <a:pt x="1565" y="43"/>
                </a:cubicBezTo>
                <a:cubicBezTo>
                  <a:pt x="1628" y="56"/>
                  <a:pt x="1691" y="68"/>
                  <a:pt x="1754" y="82"/>
                </a:cubicBezTo>
                <a:cubicBezTo>
                  <a:pt x="1765" y="87"/>
                  <a:pt x="1775" y="94"/>
                  <a:pt x="1786" y="98"/>
                </a:cubicBezTo>
                <a:cubicBezTo>
                  <a:pt x="1801" y="104"/>
                  <a:pt x="1833" y="114"/>
                  <a:pt x="1833" y="114"/>
                </a:cubicBezTo>
                <a:cubicBezTo>
                  <a:pt x="1862" y="157"/>
                  <a:pt x="1890" y="197"/>
                  <a:pt x="1920" y="240"/>
                </a:cubicBezTo>
                <a:cubicBezTo>
                  <a:pt x="1916" y="374"/>
                  <a:pt x="1961" y="523"/>
                  <a:pt x="1841" y="603"/>
                </a:cubicBezTo>
                <a:cubicBezTo>
                  <a:pt x="1814" y="640"/>
                  <a:pt x="1785" y="672"/>
                  <a:pt x="1747" y="698"/>
                </a:cubicBezTo>
                <a:cubicBezTo>
                  <a:pt x="1717" y="742"/>
                  <a:pt x="1663" y="759"/>
                  <a:pt x="1612" y="769"/>
                </a:cubicBezTo>
                <a:cubicBezTo>
                  <a:pt x="1561" y="790"/>
                  <a:pt x="1509" y="789"/>
                  <a:pt x="1455" y="800"/>
                </a:cubicBezTo>
                <a:cubicBezTo>
                  <a:pt x="1310" y="831"/>
                  <a:pt x="1188" y="835"/>
                  <a:pt x="1036" y="840"/>
                </a:cubicBezTo>
                <a:cubicBezTo>
                  <a:pt x="982" y="847"/>
                  <a:pt x="931" y="855"/>
                  <a:pt x="879" y="871"/>
                </a:cubicBezTo>
                <a:cubicBezTo>
                  <a:pt x="809" y="923"/>
                  <a:pt x="740" y="980"/>
                  <a:pt x="673" y="1037"/>
                </a:cubicBezTo>
                <a:cubicBezTo>
                  <a:pt x="646" y="1060"/>
                  <a:pt x="582" y="1123"/>
                  <a:pt x="547" y="1132"/>
                </a:cubicBezTo>
                <a:cubicBezTo>
                  <a:pt x="453" y="1156"/>
                  <a:pt x="370" y="1165"/>
                  <a:pt x="271" y="1171"/>
                </a:cubicBezTo>
                <a:cubicBezTo>
                  <a:pt x="207" y="1165"/>
                  <a:pt x="172" y="1158"/>
                  <a:pt x="121" y="1124"/>
                </a:cubicBezTo>
                <a:cubicBezTo>
                  <a:pt x="103" y="1072"/>
                  <a:pt x="74" y="1030"/>
                  <a:pt x="50" y="982"/>
                </a:cubicBezTo>
                <a:cubicBezTo>
                  <a:pt x="41" y="964"/>
                  <a:pt x="38" y="937"/>
                  <a:pt x="34" y="919"/>
                </a:cubicBezTo>
                <a:cubicBezTo>
                  <a:pt x="26" y="887"/>
                  <a:pt x="13" y="855"/>
                  <a:pt x="3" y="824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33" name="AutoShape 61">
            <a:extLst>
              <a:ext uri="{FF2B5EF4-FFF2-40B4-BE49-F238E27FC236}">
                <a16:creationId xmlns:a16="http://schemas.microsoft.com/office/drawing/2014/main" id="{BD74816C-CC49-4B1B-AA78-EC606EAA65D4}"/>
              </a:ext>
            </a:extLst>
          </p:cNvPr>
          <p:cNvSpPr>
            <a:spLocks noChangeArrowheads="1"/>
          </p:cNvSpPr>
          <p:nvPr/>
        </p:nvSpPr>
        <p:spPr bwMode="auto">
          <a:xfrm rot="2984085">
            <a:off x="5033964" y="34988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0734" name="Text Box 62">
            <a:extLst>
              <a:ext uri="{FF2B5EF4-FFF2-40B4-BE49-F238E27FC236}">
                <a16:creationId xmlns:a16="http://schemas.microsoft.com/office/drawing/2014/main" id="{9FD5DB0D-94BB-484D-8E8C-63B50C3F8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514" y="3195638"/>
            <a:ext cx="1277937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id="{76FD2279-45A7-40F1-B48C-8AB3B11B0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19864A5-CE37-4423-AB7F-2E367905D5DC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D49474D2-9993-4D2C-8F7E-CF8920A28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1699" name="Oval 3">
            <a:extLst>
              <a:ext uri="{FF2B5EF4-FFF2-40B4-BE49-F238E27FC236}">
                <a16:creationId xmlns:a16="http://schemas.microsoft.com/office/drawing/2014/main" id="{54A46A8F-F6E3-4BC0-8E35-6460EF3CA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1700" name="Oval 4">
            <a:extLst>
              <a:ext uri="{FF2B5EF4-FFF2-40B4-BE49-F238E27FC236}">
                <a16:creationId xmlns:a16="http://schemas.microsoft.com/office/drawing/2014/main" id="{617EA1CD-BEF1-43F7-AD51-B513A090F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1701" name="Oval 5">
            <a:extLst>
              <a:ext uri="{FF2B5EF4-FFF2-40B4-BE49-F238E27FC236}">
                <a16:creationId xmlns:a16="http://schemas.microsoft.com/office/drawing/2014/main" id="{99EC2301-903C-45AA-9DCD-EBE3B2F0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1702" name="Oval 6">
            <a:extLst>
              <a:ext uri="{FF2B5EF4-FFF2-40B4-BE49-F238E27FC236}">
                <a16:creationId xmlns:a16="http://schemas.microsoft.com/office/drawing/2014/main" id="{C904A2BF-C1DA-4DDA-A664-692ECC39D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1703" name="Oval 7">
            <a:extLst>
              <a:ext uri="{FF2B5EF4-FFF2-40B4-BE49-F238E27FC236}">
                <a16:creationId xmlns:a16="http://schemas.microsoft.com/office/drawing/2014/main" id="{1A234DF3-8C47-42DE-BFF6-A773690E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1704" name="Oval 8">
            <a:extLst>
              <a:ext uri="{FF2B5EF4-FFF2-40B4-BE49-F238E27FC236}">
                <a16:creationId xmlns:a16="http://schemas.microsoft.com/office/drawing/2014/main" id="{FA0C34D3-7783-4936-8967-6BF8EA385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1705" name="Oval 9">
            <a:extLst>
              <a:ext uri="{FF2B5EF4-FFF2-40B4-BE49-F238E27FC236}">
                <a16:creationId xmlns:a16="http://schemas.microsoft.com/office/drawing/2014/main" id="{05768AB7-4514-431C-9C8A-FC39E8D5E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1706" name="Oval 10">
            <a:extLst>
              <a:ext uri="{FF2B5EF4-FFF2-40B4-BE49-F238E27FC236}">
                <a16:creationId xmlns:a16="http://schemas.microsoft.com/office/drawing/2014/main" id="{491E9416-BD55-49B5-9EFB-3C067324B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1707" name="AutoShape 11">
            <a:extLst>
              <a:ext uri="{FF2B5EF4-FFF2-40B4-BE49-F238E27FC236}">
                <a16:creationId xmlns:a16="http://schemas.microsoft.com/office/drawing/2014/main" id="{2BE3CF0C-4C13-4895-9BE6-B0EB593D564B}"/>
              </a:ext>
            </a:extLst>
          </p:cNvPr>
          <p:cNvCxnSpPr>
            <a:cxnSpLocks noChangeShapeType="1"/>
            <a:stCxn id="541699" idx="7"/>
            <a:endCxn id="541702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08" name="AutoShape 12">
            <a:extLst>
              <a:ext uri="{FF2B5EF4-FFF2-40B4-BE49-F238E27FC236}">
                <a16:creationId xmlns:a16="http://schemas.microsoft.com/office/drawing/2014/main" id="{16A42A76-1F31-4EE1-A3D2-DB4346296130}"/>
              </a:ext>
            </a:extLst>
          </p:cNvPr>
          <p:cNvCxnSpPr>
            <a:cxnSpLocks noChangeShapeType="1"/>
            <a:stCxn id="541699" idx="6"/>
            <a:endCxn id="541703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09" name="AutoShape 13">
            <a:extLst>
              <a:ext uri="{FF2B5EF4-FFF2-40B4-BE49-F238E27FC236}">
                <a16:creationId xmlns:a16="http://schemas.microsoft.com/office/drawing/2014/main" id="{FD71DF4C-8B83-41F5-B769-17A578F09A0E}"/>
              </a:ext>
            </a:extLst>
          </p:cNvPr>
          <p:cNvCxnSpPr>
            <a:cxnSpLocks noChangeShapeType="1"/>
            <a:stCxn id="541699" idx="5"/>
            <a:endCxn id="541704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0" name="AutoShape 14">
            <a:extLst>
              <a:ext uri="{FF2B5EF4-FFF2-40B4-BE49-F238E27FC236}">
                <a16:creationId xmlns:a16="http://schemas.microsoft.com/office/drawing/2014/main" id="{EF11BA30-0BBB-4617-8EDD-84A18B3B59C0}"/>
              </a:ext>
            </a:extLst>
          </p:cNvPr>
          <p:cNvCxnSpPr>
            <a:cxnSpLocks noChangeShapeType="1"/>
            <a:stCxn id="541703" idx="7"/>
            <a:endCxn id="541700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1" name="AutoShape 15">
            <a:extLst>
              <a:ext uri="{FF2B5EF4-FFF2-40B4-BE49-F238E27FC236}">
                <a16:creationId xmlns:a16="http://schemas.microsoft.com/office/drawing/2014/main" id="{B5489E5C-D197-461D-9309-ADB2B0BC4567}"/>
              </a:ext>
            </a:extLst>
          </p:cNvPr>
          <p:cNvCxnSpPr>
            <a:cxnSpLocks noChangeShapeType="1"/>
            <a:stCxn id="541705" idx="7"/>
            <a:endCxn id="541700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2" name="AutoShape 16">
            <a:extLst>
              <a:ext uri="{FF2B5EF4-FFF2-40B4-BE49-F238E27FC236}">
                <a16:creationId xmlns:a16="http://schemas.microsoft.com/office/drawing/2014/main" id="{E3A3F6A7-E9C4-4627-A52A-EA103DEE4BD5}"/>
              </a:ext>
            </a:extLst>
          </p:cNvPr>
          <p:cNvCxnSpPr>
            <a:cxnSpLocks noChangeShapeType="1"/>
            <a:stCxn id="541703" idx="5"/>
            <a:endCxn id="541706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3" name="AutoShape 17">
            <a:extLst>
              <a:ext uri="{FF2B5EF4-FFF2-40B4-BE49-F238E27FC236}">
                <a16:creationId xmlns:a16="http://schemas.microsoft.com/office/drawing/2014/main" id="{B67A4632-7A21-41AC-8706-008B34126CD8}"/>
              </a:ext>
            </a:extLst>
          </p:cNvPr>
          <p:cNvCxnSpPr>
            <a:cxnSpLocks noChangeShapeType="1"/>
            <a:stCxn id="541706" idx="5"/>
            <a:endCxn id="541701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4" name="AutoShape 18">
            <a:extLst>
              <a:ext uri="{FF2B5EF4-FFF2-40B4-BE49-F238E27FC236}">
                <a16:creationId xmlns:a16="http://schemas.microsoft.com/office/drawing/2014/main" id="{79913063-6831-4D96-8B7C-433411CA814B}"/>
              </a:ext>
            </a:extLst>
          </p:cNvPr>
          <p:cNvCxnSpPr>
            <a:cxnSpLocks noChangeShapeType="1"/>
            <a:stCxn id="541706" idx="6"/>
            <a:endCxn id="541705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5" name="AutoShape 19">
            <a:extLst>
              <a:ext uri="{FF2B5EF4-FFF2-40B4-BE49-F238E27FC236}">
                <a16:creationId xmlns:a16="http://schemas.microsoft.com/office/drawing/2014/main" id="{3D0E10A3-049B-4B5A-951B-510BDA8CC96F}"/>
              </a:ext>
            </a:extLst>
          </p:cNvPr>
          <p:cNvCxnSpPr>
            <a:cxnSpLocks noChangeShapeType="1"/>
            <a:stCxn id="541705" idx="4"/>
            <a:endCxn id="541701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6" name="AutoShape 20">
            <a:extLst>
              <a:ext uri="{FF2B5EF4-FFF2-40B4-BE49-F238E27FC236}">
                <a16:creationId xmlns:a16="http://schemas.microsoft.com/office/drawing/2014/main" id="{9927E578-E6FE-4510-988E-8BFE7A049A8E}"/>
              </a:ext>
            </a:extLst>
          </p:cNvPr>
          <p:cNvCxnSpPr>
            <a:cxnSpLocks noChangeShapeType="1"/>
            <a:stCxn id="541700" idx="3"/>
            <a:endCxn id="541706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7" name="AutoShape 21">
            <a:extLst>
              <a:ext uri="{FF2B5EF4-FFF2-40B4-BE49-F238E27FC236}">
                <a16:creationId xmlns:a16="http://schemas.microsoft.com/office/drawing/2014/main" id="{4D3A8993-B39F-43E2-9F8C-01E76B4FAB6D}"/>
              </a:ext>
            </a:extLst>
          </p:cNvPr>
          <p:cNvCxnSpPr>
            <a:cxnSpLocks noChangeShapeType="1"/>
            <a:stCxn id="541703" idx="4"/>
            <a:endCxn id="541704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8" name="AutoShape 22">
            <a:extLst>
              <a:ext uri="{FF2B5EF4-FFF2-40B4-BE49-F238E27FC236}">
                <a16:creationId xmlns:a16="http://schemas.microsoft.com/office/drawing/2014/main" id="{925A45B8-AEDD-4EBC-BCD8-A3CCB8FC8522}"/>
              </a:ext>
            </a:extLst>
          </p:cNvPr>
          <p:cNvCxnSpPr>
            <a:cxnSpLocks noChangeShapeType="1"/>
            <a:stCxn id="541704" idx="6"/>
            <a:endCxn id="541706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19" name="AutoShape 23">
            <a:extLst>
              <a:ext uri="{FF2B5EF4-FFF2-40B4-BE49-F238E27FC236}">
                <a16:creationId xmlns:a16="http://schemas.microsoft.com/office/drawing/2014/main" id="{D39BB038-3B21-46C3-A7E9-0D4BBEB16965}"/>
              </a:ext>
            </a:extLst>
          </p:cNvPr>
          <p:cNvCxnSpPr>
            <a:cxnSpLocks noChangeShapeType="1"/>
            <a:stCxn id="541702" idx="6"/>
            <a:endCxn id="541700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20" name="AutoShape 24">
            <a:extLst>
              <a:ext uri="{FF2B5EF4-FFF2-40B4-BE49-F238E27FC236}">
                <a16:creationId xmlns:a16="http://schemas.microsoft.com/office/drawing/2014/main" id="{BE37C961-76DA-401E-B303-3FAB4C6679A5}"/>
              </a:ext>
            </a:extLst>
          </p:cNvPr>
          <p:cNvCxnSpPr>
            <a:cxnSpLocks noChangeShapeType="1"/>
            <a:stCxn id="541704" idx="6"/>
            <a:endCxn id="541701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1721" name="AutoShape 25">
            <a:extLst>
              <a:ext uri="{FF2B5EF4-FFF2-40B4-BE49-F238E27FC236}">
                <a16:creationId xmlns:a16="http://schemas.microsoft.com/office/drawing/2014/main" id="{93F18945-12EF-4593-A227-DBB72F9DC41E}"/>
              </a:ext>
            </a:extLst>
          </p:cNvPr>
          <p:cNvCxnSpPr>
            <a:cxnSpLocks noChangeShapeType="1"/>
            <a:stCxn id="541700" idx="5"/>
            <a:endCxn id="541701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1722" name="Text Box 26">
            <a:extLst>
              <a:ext uri="{FF2B5EF4-FFF2-40B4-BE49-F238E27FC236}">
                <a16:creationId xmlns:a16="http://schemas.microsoft.com/office/drawing/2014/main" id="{93867218-780A-4665-8683-F08CC8DD0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1723" name="Text Box 27">
            <a:extLst>
              <a:ext uri="{FF2B5EF4-FFF2-40B4-BE49-F238E27FC236}">
                <a16:creationId xmlns:a16="http://schemas.microsoft.com/office/drawing/2014/main" id="{29BCBFA6-2177-4767-9EB4-0078FC0BF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1724" name="Text Box 28">
            <a:extLst>
              <a:ext uri="{FF2B5EF4-FFF2-40B4-BE49-F238E27FC236}">
                <a16:creationId xmlns:a16="http://schemas.microsoft.com/office/drawing/2014/main" id="{A87BF859-1409-42A1-A438-814E326D0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1725" name="Text Box 29">
            <a:extLst>
              <a:ext uri="{FF2B5EF4-FFF2-40B4-BE49-F238E27FC236}">
                <a16:creationId xmlns:a16="http://schemas.microsoft.com/office/drawing/2014/main" id="{C9B0E7C6-4411-4BE4-B7FE-89AA40278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1726" name="Text Box 30">
            <a:extLst>
              <a:ext uri="{FF2B5EF4-FFF2-40B4-BE49-F238E27FC236}">
                <a16:creationId xmlns:a16="http://schemas.microsoft.com/office/drawing/2014/main" id="{4BB49D38-0A11-488C-857F-C71F5FBA5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1727" name="Text Box 31">
            <a:extLst>
              <a:ext uri="{FF2B5EF4-FFF2-40B4-BE49-F238E27FC236}">
                <a16:creationId xmlns:a16="http://schemas.microsoft.com/office/drawing/2014/main" id="{AFE72186-9C30-42C7-A7F1-7554A8123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1728" name="Text Box 32">
            <a:extLst>
              <a:ext uri="{FF2B5EF4-FFF2-40B4-BE49-F238E27FC236}">
                <a16:creationId xmlns:a16="http://schemas.microsoft.com/office/drawing/2014/main" id="{F6E9E443-2776-4F05-8C9F-C167A2A47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1729" name="Text Box 33">
            <a:extLst>
              <a:ext uri="{FF2B5EF4-FFF2-40B4-BE49-F238E27FC236}">
                <a16:creationId xmlns:a16="http://schemas.microsoft.com/office/drawing/2014/main" id="{18BB7C67-0111-4E50-90EE-0F4ECED66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1730" name="Text Box 34">
            <a:extLst>
              <a:ext uri="{FF2B5EF4-FFF2-40B4-BE49-F238E27FC236}">
                <a16:creationId xmlns:a16="http://schemas.microsoft.com/office/drawing/2014/main" id="{A290F76A-FEFD-4214-A311-F91400EB1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1731" name="Text Box 35">
            <a:extLst>
              <a:ext uri="{FF2B5EF4-FFF2-40B4-BE49-F238E27FC236}">
                <a16:creationId xmlns:a16="http://schemas.microsoft.com/office/drawing/2014/main" id="{FBA084E6-7F80-4C5F-A75E-B3AD69256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1732" name="Text Box 36">
            <a:extLst>
              <a:ext uri="{FF2B5EF4-FFF2-40B4-BE49-F238E27FC236}">
                <a16:creationId xmlns:a16="http://schemas.microsoft.com/office/drawing/2014/main" id="{98A4B9EE-EC9F-4A0E-9BF3-444E280BC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1733" name="Text Box 37">
            <a:extLst>
              <a:ext uri="{FF2B5EF4-FFF2-40B4-BE49-F238E27FC236}">
                <a16:creationId xmlns:a16="http://schemas.microsoft.com/office/drawing/2014/main" id="{D46FD8AD-DA37-4099-AA44-5D52D069C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1734" name="Text Box 38">
            <a:extLst>
              <a:ext uri="{FF2B5EF4-FFF2-40B4-BE49-F238E27FC236}">
                <a16:creationId xmlns:a16="http://schemas.microsoft.com/office/drawing/2014/main" id="{022F3423-16DF-4EFA-9317-12B9D115C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1735" name="Text Box 39">
            <a:extLst>
              <a:ext uri="{FF2B5EF4-FFF2-40B4-BE49-F238E27FC236}">
                <a16:creationId xmlns:a16="http://schemas.microsoft.com/office/drawing/2014/main" id="{D7D17354-A0CF-496B-A353-2FFB4B9F5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1736" name="Text Box 40">
            <a:extLst>
              <a:ext uri="{FF2B5EF4-FFF2-40B4-BE49-F238E27FC236}">
                <a16:creationId xmlns:a16="http://schemas.microsoft.com/office/drawing/2014/main" id="{ABD61C34-9491-46B7-8C4B-B501DE226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1737" name="Text Box 41">
            <a:extLst>
              <a:ext uri="{FF2B5EF4-FFF2-40B4-BE49-F238E27FC236}">
                <a16:creationId xmlns:a16="http://schemas.microsoft.com/office/drawing/2014/main" id="{785661D2-5BB1-46B6-9563-49EC6AC20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38" name="Text Box 42">
            <a:extLst>
              <a:ext uri="{FF2B5EF4-FFF2-40B4-BE49-F238E27FC236}">
                <a16:creationId xmlns:a16="http://schemas.microsoft.com/office/drawing/2014/main" id="{F851911E-B7D5-4347-8EBF-57B0D3D37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39" name="Text Box 43">
            <a:extLst>
              <a:ext uri="{FF2B5EF4-FFF2-40B4-BE49-F238E27FC236}">
                <a16:creationId xmlns:a16="http://schemas.microsoft.com/office/drawing/2014/main" id="{98AF9D20-9D92-4450-AFFC-5EC938F02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0" name="Text Box 44">
            <a:extLst>
              <a:ext uri="{FF2B5EF4-FFF2-40B4-BE49-F238E27FC236}">
                <a16:creationId xmlns:a16="http://schemas.microsoft.com/office/drawing/2014/main" id="{F6329AEE-23DB-4B58-8D5C-021AF82A9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1" name="Text Box 45">
            <a:extLst>
              <a:ext uri="{FF2B5EF4-FFF2-40B4-BE49-F238E27FC236}">
                <a16:creationId xmlns:a16="http://schemas.microsoft.com/office/drawing/2014/main" id="{5314A9C1-8A61-4DC1-9D50-8C0469F6A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2" name="Text Box 46">
            <a:extLst>
              <a:ext uri="{FF2B5EF4-FFF2-40B4-BE49-F238E27FC236}">
                <a16:creationId xmlns:a16="http://schemas.microsoft.com/office/drawing/2014/main" id="{E36FEB10-A7E1-4A65-9A41-EFF5D0A5F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3" name="Text Box 47">
            <a:extLst>
              <a:ext uri="{FF2B5EF4-FFF2-40B4-BE49-F238E27FC236}">
                <a16:creationId xmlns:a16="http://schemas.microsoft.com/office/drawing/2014/main" id="{30AC2803-51B1-4F75-B6E8-F22927D5F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4" name="Text Box 48">
            <a:extLst>
              <a:ext uri="{FF2B5EF4-FFF2-40B4-BE49-F238E27FC236}">
                <a16:creationId xmlns:a16="http://schemas.microsoft.com/office/drawing/2014/main" id="{9B1F302F-3DF8-4729-A5EC-25038791F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5" name="Text Box 49">
            <a:extLst>
              <a:ext uri="{FF2B5EF4-FFF2-40B4-BE49-F238E27FC236}">
                <a16:creationId xmlns:a16="http://schemas.microsoft.com/office/drawing/2014/main" id="{A53E5A07-0352-4F5A-8CAA-41918B9EE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6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7, t }</a:t>
            </a:r>
          </a:p>
        </p:txBody>
      </p:sp>
      <p:sp>
        <p:nvSpPr>
          <p:cNvPr id="541746" name="Text Box 50">
            <a:extLst>
              <a:ext uri="{FF2B5EF4-FFF2-40B4-BE49-F238E27FC236}">
                <a16:creationId xmlns:a16="http://schemas.microsoft.com/office/drawing/2014/main" id="{D7BB0F22-B3C0-4053-A962-15F21F192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7" name="Text Box 51">
            <a:extLst>
              <a:ext uri="{FF2B5EF4-FFF2-40B4-BE49-F238E27FC236}">
                <a16:creationId xmlns:a16="http://schemas.microsoft.com/office/drawing/2014/main" id="{D3BDC8F4-E708-4D91-98B4-B2E7343F3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1748" name="Text Box 52">
            <a:extLst>
              <a:ext uri="{FF2B5EF4-FFF2-40B4-BE49-F238E27FC236}">
                <a16:creationId xmlns:a16="http://schemas.microsoft.com/office/drawing/2014/main" id="{B7D8833D-0FA4-4126-95CD-9C0D1EC4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49" name="Text Box 53">
            <a:extLst>
              <a:ext uri="{FF2B5EF4-FFF2-40B4-BE49-F238E27FC236}">
                <a16:creationId xmlns:a16="http://schemas.microsoft.com/office/drawing/2014/main" id="{7AB76D59-BAEB-40B9-AF84-B239D9753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50" name="Text Box 54">
            <a:extLst>
              <a:ext uri="{FF2B5EF4-FFF2-40B4-BE49-F238E27FC236}">
                <a16:creationId xmlns:a16="http://schemas.microsoft.com/office/drawing/2014/main" id="{D8D5DD76-9AAB-4DCA-A411-D6B54DE54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1751" name="Text Box 55">
            <a:extLst>
              <a:ext uri="{FF2B5EF4-FFF2-40B4-BE49-F238E27FC236}">
                <a16:creationId xmlns:a16="http://schemas.microsoft.com/office/drawing/2014/main" id="{3FEDD826-3C67-4E9F-8F39-9792B5A0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1754" name="Text Box 58">
            <a:extLst>
              <a:ext uri="{FF2B5EF4-FFF2-40B4-BE49-F238E27FC236}">
                <a16:creationId xmlns:a16="http://schemas.microsoft.com/office/drawing/2014/main" id="{536D4B8F-E201-4147-AA03-69911C7BE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1755" name="Text Box 59">
            <a:extLst>
              <a:ext uri="{FF2B5EF4-FFF2-40B4-BE49-F238E27FC236}">
                <a16:creationId xmlns:a16="http://schemas.microsoft.com/office/drawing/2014/main" id="{3FF3C805-CAEC-4857-8B8A-756271D60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60" name="Freeform 64">
            <a:extLst>
              <a:ext uri="{FF2B5EF4-FFF2-40B4-BE49-F238E27FC236}">
                <a16:creationId xmlns:a16="http://schemas.microsoft.com/office/drawing/2014/main" id="{498CCA8E-476A-446C-A487-22BF84D7B471}"/>
              </a:ext>
            </a:extLst>
          </p:cNvPr>
          <p:cNvSpPr>
            <a:spLocks/>
          </p:cNvSpPr>
          <p:nvPr/>
        </p:nvSpPr>
        <p:spPr bwMode="auto">
          <a:xfrm>
            <a:off x="1689100" y="2273300"/>
            <a:ext cx="3670300" cy="2419350"/>
          </a:xfrm>
          <a:custGeom>
            <a:avLst/>
            <a:gdLst>
              <a:gd name="T0" fmla="*/ 0 w 2312"/>
              <a:gd name="T1" fmla="*/ 704 h 1524"/>
              <a:gd name="T2" fmla="*/ 72 w 2312"/>
              <a:gd name="T3" fmla="*/ 528 h 1524"/>
              <a:gd name="T4" fmla="*/ 168 w 2312"/>
              <a:gd name="T5" fmla="*/ 456 h 1524"/>
              <a:gd name="T6" fmla="*/ 232 w 2312"/>
              <a:gd name="T7" fmla="*/ 416 h 1524"/>
              <a:gd name="T8" fmla="*/ 360 w 2312"/>
              <a:gd name="T9" fmla="*/ 384 h 1524"/>
              <a:gd name="T10" fmla="*/ 496 w 2312"/>
              <a:gd name="T11" fmla="*/ 344 h 1524"/>
              <a:gd name="T12" fmla="*/ 608 w 2312"/>
              <a:gd name="T13" fmla="*/ 312 h 1524"/>
              <a:gd name="T14" fmla="*/ 760 w 2312"/>
              <a:gd name="T15" fmla="*/ 288 h 1524"/>
              <a:gd name="T16" fmla="*/ 928 w 2312"/>
              <a:gd name="T17" fmla="*/ 256 h 1524"/>
              <a:gd name="T18" fmla="*/ 1056 w 2312"/>
              <a:gd name="T19" fmla="*/ 152 h 1524"/>
              <a:gd name="T20" fmla="*/ 1328 w 2312"/>
              <a:gd name="T21" fmla="*/ 32 h 1524"/>
              <a:gd name="T22" fmla="*/ 1416 w 2312"/>
              <a:gd name="T23" fmla="*/ 0 h 1524"/>
              <a:gd name="T24" fmla="*/ 1648 w 2312"/>
              <a:gd name="T25" fmla="*/ 16 h 1524"/>
              <a:gd name="T26" fmla="*/ 1704 w 2312"/>
              <a:gd name="T27" fmla="*/ 24 h 1524"/>
              <a:gd name="T28" fmla="*/ 1752 w 2312"/>
              <a:gd name="T29" fmla="*/ 56 h 1524"/>
              <a:gd name="T30" fmla="*/ 1840 w 2312"/>
              <a:gd name="T31" fmla="*/ 88 h 1524"/>
              <a:gd name="T32" fmla="*/ 1984 w 2312"/>
              <a:gd name="T33" fmla="*/ 152 h 1524"/>
              <a:gd name="T34" fmla="*/ 2072 w 2312"/>
              <a:gd name="T35" fmla="*/ 264 h 1524"/>
              <a:gd name="T36" fmla="*/ 2176 w 2312"/>
              <a:gd name="T37" fmla="*/ 344 h 1524"/>
              <a:gd name="T38" fmla="*/ 2280 w 2312"/>
              <a:gd name="T39" fmla="*/ 512 h 1524"/>
              <a:gd name="T40" fmla="*/ 2312 w 2312"/>
              <a:gd name="T41" fmla="*/ 704 h 1524"/>
              <a:gd name="T42" fmla="*/ 2304 w 2312"/>
              <a:gd name="T43" fmla="*/ 1072 h 1524"/>
              <a:gd name="T44" fmla="*/ 2280 w 2312"/>
              <a:gd name="T45" fmla="*/ 1168 h 1524"/>
              <a:gd name="T46" fmla="*/ 2152 w 2312"/>
              <a:gd name="T47" fmla="*/ 1296 h 1524"/>
              <a:gd name="T48" fmla="*/ 2104 w 2312"/>
              <a:gd name="T49" fmla="*/ 1328 h 1524"/>
              <a:gd name="T50" fmla="*/ 2080 w 2312"/>
              <a:gd name="T51" fmla="*/ 1344 h 1524"/>
              <a:gd name="T52" fmla="*/ 1960 w 2312"/>
              <a:gd name="T53" fmla="*/ 1472 h 1524"/>
              <a:gd name="T54" fmla="*/ 1904 w 2312"/>
              <a:gd name="T55" fmla="*/ 1496 h 1524"/>
              <a:gd name="T56" fmla="*/ 1840 w 2312"/>
              <a:gd name="T57" fmla="*/ 1512 h 1524"/>
              <a:gd name="T58" fmla="*/ 1472 w 2312"/>
              <a:gd name="T59" fmla="*/ 1496 h 1524"/>
              <a:gd name="T60" fmla="*/ 1424 w 2312"/>
              <a:gd name="T61" fmla="*/ 1464 h 1524"/>
              <a:gd name="T62" fmla="*/ 1176 w 2312"/>
              <a:gd name="T63" fmla="*/ 1424 h 1524"/>
              <a:gd name="T64" fmla="*/ 1080 w 2312"/>
              <a:gd name="T65" fmla="*/ 1328 h 1524"/>
              <a:gd name="T66" fmla="*/ 864 w 2312"/>
              <a:gd name="T67" fmla="*/ 1264 h 1524"/>
              <a:gd name="T68" fmla="*/ 608 w 2312"/>
              <a:gd name="T69" fmla="*/ 1216 h 1524"/>
              <a:gd name="T70" fmla="*/ 440 w 2312"/>
              <a:gd name="T71" fmla="*/ 1176 h 1524"/>
              <a:gd name="T72" fmla="*/ 296 w 2312"/>
              <a:gd name="T73" fmla="*/ 1144 h 1524"/>
              <a:gd name="T74" fmla="*/ 232 w 2312"/>
              <a:gd name="T75" fmla="*/ 1088 h 1524"/>
              <a:gd name="T76" fmla="*/ 160 w 2312"/>
              <a:gd name="T77" fmla="*/ 1032 h 1524"/>
              <a:gd name="T78" fmla="*/ 64 w 2312"/>
              <a:gd name="T79" fmla="*/ 952 h 1524"/>
              <a:gd name="T80" fmla="*/ 0 w 2312"/>
              <a:gd name="T81" fmla="*/ 704 h 1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12" h="1524">
                <a:moveTo>
                  <a:pt x="0" y="704"/>
                </a:moveTo>
                <a:cubicBezTo>
                  <a:pt x="21" y="641"/>
                  <a:pt x="35" y="583"/>
                  <a:pt x="72" y="528"/>
                </a:cubicBezTo>
                <a:cubicBezTo>
                  <a:pt x="94" y="495"/>
                  <a:pt x="136" y="477"/>
                  <a:pt x="168" y="456"/>
                </a:cubicBezTo>
                <a:cubicBezTo>
                  <a:pt x="205" y="431"/>
                  <a:pt x="184" y="445"/>
                  <a:pt x="232" y="416"/>
                </a:cubicBezTo>
                <a:cubicBezTo>
                  <a:pt x="264" y="397"/>
                  <a:pt x="328" y="400"/>
                  <a:pt x="360" y="384"/>
                </a:cubicBezTo>
                <a:cubicBezTo>
                  <a:pt x="404" y="362"/>
                  <a:pt x="449" y="356"/>
                  <a:pt x="496" y="344"/>
                </a:cubicBezTo>
                <a:cubicBezTo>
                  <a:pt x="533" y="335"/>
                  <a:pt x="570" y="319"/>
                  <a:pt x="608" y="312"/>
                </a:cubicBezTo>
                <a:cubicBezTo>
                  <a:pt x="658" y="303"/>
                  <a:pt x="709" y="295"/>
                  <a:pt x="760" y="288"/>
                </a:cubicBezTo>
                <a:cubicBezTo>
                  <a:pt x="797" y="283"/>
                  <a:pt x="884" y="278"/>
                  <a:pt x="928" y="256"/>
                </a:cubicBezTo>
                <a:cubicBezTo>
                  <a:pt x="974" y="233"/>
                  <a:pt x="1012" y="182"/>
                  <a:pt x="1056" y="152"/>
                </a:cubicBezTo>
                <a:cubicBezTo>
                  <a:pt x="1140" y="96"/>
                  <a:pt x="1233" y="64"/>
                  <a:pt x="1328" y="32"/>
                </a:cubicBezTo>
                <a:cubicBezTo>
                  <a:pt x="1359" y="22"/>
                  <a:pt x="1384" y="8"/>
                  <a:pt x="1416" y="0"/>
                </a:cubicBezTo>
                <a:cubicBezTo>
                  <a:pt x="1493" y="5"/>
                  <a:pt x="1571" y="10"/>
                  <a:pt x="1648" y="16"/>
                </a:cubicBezTo>
                <a:cubicBezTo>
                  <a:pt x="1667" y="18"/>
                  <a:pt x="1686" y="17"/>
                  <a:pt x="1704" y="24"/>
                </a:cubicBezTo>
                <a:cubicBezTo>
                  <a:pt x="1722" y="31"/>
                  <a:pt x="1736" y="45"/>
                  <a:pt x="1752" y="56"/>
                </a:cubicBezTo>
                <a:cubicBezTo>
                  <a:pt x="1775" y="71"/>
                  <a:pt x="1815" y="75"/>
                  <a:pt x="1840" y="88"/>
                </a:cubicBezTo>
                <a:cubicBezTo>
                  <a:pt x="1887" y="111"/>
                  <a:pt x="1934" y="135"/>
                  <a:pt x="1984" y="152"/>
                </a:cubicBezTo>
                <a:cubicBezTo>
                  <a:pt x="2019" y="187"/>
                  <a:pt x="2044" y="225"/>
                  <a:pt x="2072" y="264"/>
                </a:cubicBezTo>
                <a:cubicBezTo>
                  <a:pt x="2096" y="297"/>
                  <a:pt x="2143" y="322"/>
                  <a:pt x="2176" y="344"/>
                </a:cubicBezTo>
                <a:cubicBezTo>
                  <a:pt x="2205" y="403"/>
                  <a:pt x="2250" y="453"/>
                  <a:pt x="2280" y="512"/>
                </a:cubicBezTo>
                <a:cubicBezTo>
                  <a:pt x="2308" y="568"/>
                  <a:pt x="2305" y="644"/>
                  <a:pt x="2312" y="704"/>
                </a:cubicBezTo>
                <a:cubicBezTo>
                  <a:pt x="2309" y="827"/>
                  <a:pt x="2309" y="949"/>
                  <a:pt x="2304" y="1072"/>
                </a:cubicBezTo>
                <a:cubicBezTo>
                  <a:pt x="2303" y="1098"/>
                  <a:pt x="2293" y="1145"/>
                  <a:pt x="2280" y="1168"/>
                </a:cubicBezTo>
                <a:cubicBezTo>
                  <a:pt x="2248" y="1225"/>
                  <a:pt x="2205" y="1261"/>
                  <a:pt x="2152" y="1296"/>
                </a:cubicBezTo>
                <a:cubicBezTo>
                  <a:pt x="2136" y="1307"/>
                  <a:pt x="2120" y="1317"/>
                  <a:pt x="2104" y="1328"/>
                </a:cubicBezTo>
                <a:cubicBezTo>
                  <a:pt x="2096" y="1333"/>
                  <a:pt x="2080" y="1344"/>
                  <a:pt x="2080" y="1344"/>
                </a:cubicBezTo>
                <a:cubicBezTo>
                  <a:pt x="2040" y="1405"/>
                  <a:pt x="2021" y="1431"/>
                  <a:pt x="1960" y="1472"/>
                </a:cubicBezTo>
                <a:cubicBezTo>
                  <a:pt x="1943" y="1483"/>
                  <a:pt x="1923" y="1490"/>
                  <a:pt x="1904" y="1496"/>
                </a:cubicBezTo>
                <a:cubicBezTo>
                  <a:pt x="1883" y="1503"/>
                  <a:pt x="1840" y="1512"/>
                  <a:pt x="1840" y="1512"/>
                </a:cubicBezTo>
                <a:cubicBezTo>
                  <a:pt x="1717" y="1508"/>
                  <a:pt x="1591" y="1524"/>
                  <a:pt x="1472" y="1496"/>
                </a:cubicBezTo>
                <a:cubicBezTo>
                  <a:pt x="1453" y="1492"/>
                  <a:pt x="1443" y="1469"/>
                  <a:pt x="1424" y="1464"/>
                </a:cubicBezTo>
                <a:cubicBezTo>
                  <a:pt x="1343" y="1444"/>
                  <a:pt x="1259" y="1436"/>
                  <a:pt x="1176" y="1424"/>
                </a:cubicBezTo>
                <a:cubicBezTo>
                  <a:pt x="1137" y="1398"/>
                  <a:pt x="1120" y="1355"/>
                  <a:pt x="1080" y="1328"/>
                </a:cubicBezTo>
                <a:cubicBezTo>
                  <a:pt x="1016" y="1285"/>
                  <a:pt x="939" y="1273"/>
                  <a:pt x="864" y="1264"/>
                </a:cubicBezTo>
                <a:cubicBezTo>
                  <a:pt x="779" y="1236"/>
                  <a:pt x="697" y="1226"/>
                  <a:pt x="608" y="1216"/>
                </a:cubicBezTo>
                <a:cubicBezTo>
                  <a:pt x="551" y="1209"/>
                  <a:pt x="496" y="1189"/>
                  <a:pt x="440" y="1176"/>
                </a:cubicBezTo>
                <a:cubicBezTo>
                  <a:pt x="392" y="1165"/>
                  <a:pt x="342" y="1159"/>
                  <a:pt x="296" y="1144"/>
                </a:cubicBezTo>
                <a:cubicBezTo>
                  <a:pt x="277" y="1116"/>
                  <a:pt x="264" y="1099"/>
                  <a:pt x="232" y="1088"/>
                </a:cubicBezTo>
                <a:cubicBezTo>
                  <a:pt x="194" y="1050"/>
                  <a:pt x="217" y="1070"/>
                  <a:pt x="160" y="1032"/>
                </a:cubicBezTo>
                <a:cubicBezTo>
                  <a:pt x="118" y="1004"/>
                  <a:pt x="110" y="967"/>
                  <a:pt x="64" y="952"/>
                </a:cubicBezTo>
                <a:cubicBezTo>
                  <a:pt x="17" y="881"/>
                  <a:pt x="20" y="785"/>
                  <a:pt x="0" y="704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61" name="Text Box 65">
            <a:extLst>
              <a:ext uri="{FF2B5EF4-FFF2-40B4-BE49-F238E27FC236}">
                <a16:creationId xmlns:a16="http://schemas.microsoft.com/office/drawing/2014/main" id="{C03C1C0D-7CCD-4592-B9A5-8309CD937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1762" name="Text Box 66">
            <a:extLst>
              <a:ext uri="{FF2B5EF4-FFF2-40B4-BE49-F238E27FC236}">
                <a16:creationId xmlns:a16="http://schemas.microsoft.com/office/drawing/2014/main" id="{E77763E6-C889-4035-8649-C92EB73E3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1763" name="Text Box 67">
            <a:extLst>
              <a:ext uri="{FF2B5EF4-FFF2-40B4-BE49-F238E27FC236}">
                <a16:creationId xmlns:a16="http://schemas.microsoft.com/office/drawing/2014/main" id="{10F0E587-55F2-4355-8E18-A23EAB557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1764" name="Text Box 68">
            <a:extLst>
              <a:ext uri="{FF2B5EF4-FFF2-40B4-BE49-F238E27FC236}">
                <a16:creationId xmlns:a16="http://schemas.microsoft.com/office/drawing/2014/main" id="{432D6AA8-D333-4E5A-9BF5-12F025444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3">
            <a:extLst>
              <a:ext uri="{FF2B5EF4-FFF2-40B4-BE49-F238E27FC236}">
                <a16:creationId xmlns:a16="http://schemas.microsoft.com/office/drawing/2014/main" id="{2D3B843F-2183-4C41-B932-2EE0A40EC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F0D675E-6DE6-47CA-92E6-791FC2B1AB7C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6F63D3E0-8E19-41B5-AE3F-9C298ED5A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2723" name="Oval 3">
            <a:extLst>
              <a:ext uri="{FF2B5EF4-FFF2-40B4-BE49-F238E27FC236}">
                <a16:creationId xmlns:a16="http://schemas.microsoft.com/office/drawing/2014/main" id="{0C15B58C-5802-450F-B7A4-C56B465CC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2724" name="Oval 4">
            <a:extLst>
              <a:ext uri="{FF2B5EF4-FFF2-40B4-BE49-F238E27FC236}">
                <a16:creationId xmlns:a16="http://schemas.microsoft.com/office/drawing/2014/main" id="{2951B051-44E8-4B02-B21B-AE3EEB1C9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2725" name="Oval 5">
            <a:extLst>
              <a:ext uri="{FF2B5EF4-FFF2-40B4-BE49-F238E27FC236}">
                <a16:creationId xmlns:a16="http://schemas.microsoft.com/office/drawing/2014/main" id="{B812BCCC-F387-4770-98A5-F178CFA51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2726" name="Oval 6">
            <a:extLst>
              <a:ext uri="{FF2B5EF4-FFF2-40B4-BE49-F238E27FC236}">
                <a16:creationId xmlns:a16="http://schemas.microsoft.com/office/drawing/2014/main" id="{D50118EC-5534-4DEC-B5FB-3FEAD801D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2727" name="Oval 7">
            <a:extLst>
              <a:ext uri="{FF2B5EF4-FFF2-40B4-BE49-F238E27FC236}">
                <a16:creationId xmlns:a16="http://schemas.microsoft.com/office/drawing/2014/main" id="{F583CC33-EADC-438B-9095-D264BA0F9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2728" name="Oval 8">
            <a:extLst>
              <a:ext uri="{FF2B5EF4-FFF2-40B4-BE49-F238E27FC236}">
                <a16:creationId xmlns:a16="http://schemas.microsoft.com/office/drawing/2014/main" id="{E7B121E0-0685-47B9-8538-CA8F5F2F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2729" name="Oval 9">
            <a:extLst>
              <a:ext uri="{FF2B5EF4-FFF2-40B4-BE49-F238E27FC236}">
                <a16:creationId xmlns:a16="http://schemas.microsoft.com/office/drawing/2014/main" id="{5629AB7D-A6D8-4B1F-B11A-673753805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2730" name="Oval 10">
            <a:extLst>
              <a:ext uri="{FF2B5EF4-FFF2-40B4-BE49-F238E27FC236}">
                <a16:creationId xmlns:a16="http://schemas.microsoft.com/office/drawing/2014/main" id="{2F49F44A-0D9C-4AD5-9121-49A1510C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2731" name="AutoShape 11">
            <a:extLst>
              <a:ext uri="{FF2B5EF4-FFF2-40B4-BE49-F238E27FC236}">
                <a16:creationId xmlns:a16="http://schemas.microsoft.com/office/drawing/2014/main" id="{D2698AC6-C024-4333-9AE9-986E35C499E2}"/>
              </a:ext>
            </a:extLst>
          </p:cNvPr>
          <p:cNvCxnSpPr>
            <a:cxnSpLocks noChangeShapeType="1"/>
            <a:stCxn id="542723" idx="7"/>
            <a:endCxn id="542726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2" name="AutoShape 12">
            <a:extLst>
              <a:ext uri="{FF2B5EF4-FFF2-40B4-BE49-F238E27FC236}">
                <a16:creationId xmlns:a16="http://schemas.microsoft.com/office/drawing/2014/main" id="{2CCD076C-9A15-4F77-98C6-21E67693627F}"/>
              </a:ext>
            </a:extLst>
          </p:cNvPr>
          <p:cNvCxnSpPr>
            <a:cxnSpLocks noChangeShapeType="1"/>
            <a:stCxn id="542723" idx="6"/>
            <a:endCxn id="542727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3" name="AutoShape 13">
            <a:extLst>
              <a:ext uri="{FF2B5EF4-FFF2-40B4-BE49-F238E27FC236}">
                <a16:creationId xmlns:a16="http://schemas.microsoft.com/office/drawing/2014/main" id="{DC805CBD-8E94-42D5-AEC7-C4301B8FE60E}"/>
              </a:ext>
            </a:extLst>
          </p:cNvPr>
          <p:cNvCxnSpPr>
            <a:cxnSpLocks noChangeShapeType="1"/>
            <a:stCxn id="542723" idx="5"/>
            <a:endCxn id="542728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4" name="AutoShape 14">
            <a:extLst>
              <a:ext uri="{FF2B5EF4-FFF2-40B4-BE49-F238E27FC236}">
                <a16:creationId xmlns:a16="http://schemas.microsoft.com/office/drawing/2014/main" id="{AAB12DC3-3FBC-49CC-A977-25D90614DC39}"/>
              </a:ext>
            </a:extLst>
          </p:cNvPr>
          <p:cNvCxnSpPr>
            <a:cxnSpLocks noChangeShapeType="1"/>
            <a:stCxn id="542727" idx="7"/>
            <a:endCxn id="542724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5" name="AutoShape 15">
            <a:extLst>
              <a:ext uri="{FF2B5EF4-FFF2-40B4-BE49-F238E27FC236}">
                <a16:creationId xmlns:a16="http://schemas.microsoft.com/office/drawing/2014/main" id="{59EC6E91-4932-4EBF-BFDA-ED0608CE76CD}"/>
              </a:ext>
            </a:extLst>
          </p:cNvPr>
          <p:cNvCxnSpPr>
            <a:cxnSpLocks noChangeShapeType="1"/>
            <a:stCxn id="542729" idx="7"/>
            <a:endCxn id="542724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6" name="AutoShape 16">
            <a:extLst>
              <a:ext uri="{FF2B5EF4-FFF2-40B4-BE49-F238E27FC236}">
                <a16:creationId xmlns:a16="http://schemas.microsoft.com/office/drawing/2014/main" id="{966CEF9C-23CE-46D7-8A0C-CB50A29BB2D8}"/>
              </a:ext>
            </a:extLst>
          </p:cNvPr>
          <p:cNvCxnSpPr>
            <a:cxnSpLocks noChangeShapeType="1"/>
            <a:stCxn id="542727" idx="5"/>
            <a:endCxn id="542730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7" name="AutoShape 17">
            <a:extLst>
              <a:ext uri="{FF2B5EF4-FFF2-40B4-BE49-F238E27FC236}">
                <a16:creationId xmlns:a16="http://schemas.microsoft.com/office/drawing/2014/main" id="{F2057962-1DB4-46FE-B59F-DF2BEABE95AF}"/>
              </a:ext>
            </a:extLst>
          </p:cNvPr>
          <p:cNvCxnSpPr>
            <a:cxnSpLocks noChangeShapeType="1"/>
            <a:stCxn id="542730" idx="5"/>
            <a:endCxn id="542725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8" name="AutoShape 18">
            <a:extLst>
              <a:ext uri="{FF2B5EF4-FFF2-40B4-BE49-F238E27FC236}">
                <a16:creationId xmlns:a16="http://schemas.microsoft.com/office/drawing/2014/main" id="{C7931E8D-8493-400A-AC09-F1D4473F3413}"/>
              </a:ext>
            </a:extLst>
          </p:cNvPr>
          <p:cNvCxnSpPr>
            <a:cxnSpLocks noChangeShapeType="1"/>
            <a:stCxn id="542730" idx="6"/>
            <a:endCxn id="542729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39" name="AutoShape 19">
            <a:extLst>
              <a:ext uri="{FF2B5EF4-FFF2-40B4-BE49-F238E27FC236}">
                <a16:creationId xmlns:a16="http://schemas.microsoft.com/office/drawing/2014/main" id="{BBE248A4-C69D-4BA2-9A6F-4EB54B1A2865}"/>
              </a:ext>
            </a:extLst>
          </p:cNvPr>
          <p:cNvCxnSpPr>
            <a:cxnSpLocks noChangeShapeType="1"/>
            <a:stCxn id="542729" idx="4"/>
            <a:endCxn id="542725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40" name="AutoShape 20">
            <a:extLst>
              <a:ext uri="{FF2B5EF4-FFF2-40B4-BE49-F238E27FC236}">
                <a16:creationId xmlns:a16="http://schemas.microsoft.com/office/drawing/2014/main" id="{C6BD24C3-DDBF-4941-80D1-502E69A5BDD9}"/>
              </a:ext>
            </a:extLst>
          </p:cNvPr>
          <p:cNvCxnSpPr>
            <a:cxnSpLocks noChangeShapeType="1"/>
            <a:stCxn id="542724" idx="3"/>
            <a:endCxn id="542730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41" name="AutoShape 21">
            <a:extLst>
              <a:ext uri="{FF2B5EF4-FFF2-40B4-BE49-F238E27FC236}">
                <a16:creationId xmlns:a16="http://schemas.microsoft.com/office/drawing/2014/main" id="{4E7C10B8-7844-44DD-8BE9-039CF483E99D}"/>
              </a:ext>
            </a:extLst>
          </p:cNvPr>
          <p:cNvCxnSpPr>
            <a:cxnSpLocks noChangeShapeType="1"/>
            <a:stCxn id="542727" idx="4"/>
            <a:endCxn id="542728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42" name="AutoShape 22">
            <a:extLst>
              <a:ext uri="{FF2B5EF4-FFF2-40B4-BE49-F238E27FC236}">
                <a16:creationId xmlns:a16="http://schemas.microsoft.com/office/drawing/2014/main" id="{0AD94DEC-EF16-4828-890C-8ABC95DDC922}"/>
              </a:ext>
            </a:extLst>
          </p:cNvPr>
          <p:cNvCxnSpPr>
            <a:cxnSpLocks noChangeShapeType="1"/>
            <a:stCxn id="542728" idx="6"/>
            <a:endCxn id="542730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43" name="AutoShape 23">
            <a:extLst>
              <a:ext uri="{FF2B5EF4-FFF2-40B4-BE49-F238E27FC236}">
                <a16:creationId xmlns:a16="http://schemas.microsoft.com/office/drawing/2014/main" id="{8A054AB5-732B-4C84-A01F-AA8935B0710E}"/>
              </a:ext>
            </a:extLst>
          </p:cNvPr>
          <p:cNvCxnSpPr>
            <a:cxnSpLocks noChangeShapeType="1"/>
            <a:stCxn id="542726" idx="6"/>
            <a:endCxn id="542724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44" name="AutoShape 24">
            <a:extLst>
              <a:ext uri="{FF2B5EF4-FFF2-40B4-BE49-F238E27FC236}">
                <a16:creationId xmlns:a16="http://schemas.microsoft.com/office/drawing/2014/main" id="{3D4FE2D0-8430-4F35-9544-6EBA33FF7679}"/>
              </a:ext>
            </a:extLst>
          </p:cNvPr>
          <p:cNvCxnSpPr>
            <a:cxnSpLocks noChangeShapeType="1"/>
            <a:stCxn id="542728" idx="6"/>
            <a:endCxn id="542725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2745" name="AutoShape 25">
            <a:extLst>
              <a:ext uri="{FF2B5EF4-FFF2-40B4-BE49-F238E27FC236}">
                <a16:creationId xmlns:a16="http://schemas.microsoft.com/office/drawing/2014/main" id="{905D30FC-D422-4F41-ADE9-E84262BE8D9C}"/>
              </a:ext>
            </a:extLst>
          </p:cNvPr>
          <p:cNvCxnSpPr>
            <a:cxnSpLocks noChangeShapeType="1"/>
            <a:stCxn id="542724" idx="5"/>
            <a:endCxn id="542725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2746" name="Text Box 26">
            <a:extLst>
              <a:ext uri="{FF2B5EF4-FFF2-40B4-BE49-F238E27FC236}">
                <a16:creationId xmlns:a16="http://schemas.microsoft.com/office/drawing/2014/main" id="{087C6B7F-A061-489E-8105-516088FEB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2747" name="Text Box 27">
            <a:extLst>
              <a:ext uri="{FF2B5EF4-FFF2-40B4-BE49-F238E27FC236}">
                <a16:creationId xmlns:a16="http://schemas.microsoft.com/office/drawing/2014/main" id="{D7CC4807-9CAA-4E89-B408-19B128D54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2748" name="Text Box 28">
            <a:extLst>
              <a:ext uri="{FF2B5EF4-FFF2-40B4-BE49-F238E27FC236}">
                <a16:creationId xmlns:a16="http://schemas.microsoft.com/office/drawing/2014/main" id="{78C5D1F4-A681-456E-A498-21A502204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2749" name="Text Box 29">
            <a:extLst>
              <a:ext uri="{FF2B5EF4-FFF2-40B4-BE49-F238E27FC236}">
                <a16:creationId xmlns:a16="http://schemas.microsoft.com/office/drawing/2014/main" id="{CED8016C-A539-45B0-A8EF-902A5D4DB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2750" name="Text Box 30">
            <a:extLst>
              <a:ext uri="{FF2B5EF4-FFF2-40B4-BE49-F238E27FC236}">
                <a16:creationId xmlns:a16="http://schemas.microsoft.com/office/drawing/2014/main" id="{3DA83924-3A34-46AF-9717-5E71CEECB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2751" name="Text Box 31">
            <a:extLst>
              <a:ext uri="{FF2B5EF4-FFF2-40B4-BE49-F238E27FC236}">
                <a16:creationId xmlns:a16="http://schemas.microsoft.com/office/drawing/2014/main" id="{8A609A54-423E-46F8-BF51-DB0541DBC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2752" name="Text Box 32">
            <a:extLst>
              <a:ext uri="{FF2B5EF4-FFF2-40B4-BE49-F238E27FC236}">
                <a16:creationId xmlns:a16="http://schemas.microsoft.com/office/drawing/2014/main" id="{143694BC-F5D8-486C-87E6-7EC6D9B1F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2753" name="Text Box 33">
            <a:extLst>
              <a:ext uri="{FF2B5EF4-FFF2-40B4-BE49-F238E27FC236}">
                <a16:creationId xmlns:a16="http://schemas.microsoft.com/office/drawing/2014/main" id="{778024AF-F332-40E0-A1A3-F99A18CE4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2754" name="Text Box 34">
            <a:extLst>
              <a:ext uri="{FF2B5EF4-FFF2-40B4-BE49-F238E27FC236}">
                <a16:creationId xmlns:a16="http://schemas.microsoft.com/office/drawing/2014/main" id="{0B8E6280-7E64-4034-B22A-AC3FF8823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2755" name="Text Box 35">
            <a:extLst>
              <a:ext uri="{FF2B5EF4-FFF2-40B4-BE49-F238E27FC236}">
                <a16:creationId xmlns:a16="http://schemas.microsoft.com/office/drawing/2014/main" id="{73744243-C340-47D3-95F3-2379A9B11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2756" name="Text Box 36">
            <a:extLst>
              <a:ext uri="{FF2B5EF4-FFF2-40B4-BE49-F238E27FC236}">
                <a16:creationId xmlns:a16="http://schemas.microsoft.com/office/drawing/2014/main" id="{42540C61-5526-455E-AF62-13A091215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2757" name="Text Box 37">
            <a:extLst>
              <a:ext uri="{FF2B5EF4-FFF2-40B4-BE49-F238E27FC236}">
                <a16:creationId xmlns:a16="http://schemas.microsoft.com/office/drawing/2014/main" id="{EED9FBF0-B8EF-4BA5-9B19-055A469FD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2758" name="Text Box 38">
            <a:extLst>
              <a:ext uri="{FF2B5EF4-FFF2-40B4-BE49-F238E27FC236}">
                <a16:creationId xmlns:a16="http://schemas.microsoft.com/office/drawing/2014/main" id="{04E29D75-8A0F-4919-BB6D-7BEA75F26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2759" name="Text Box 39">
            <a:extLst>
              <a:ext uri="{FF2B5EF4-FFF2-40B4-BE49-F238E27FC236}">
                <a16:creationId xmlns:a16="http://schemas.microsoft.com/office/drawing/2014/main" id="{D9A3E8C7-828C-4576-A584-F044AFCFE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2760" name="Text Box 40">
            <a:extLst>
              <a:ext uri="{FF2B5EF4-FFF2-40B4-BE49-F238E27FC236}">
                <a16:creationId xmlns:a16="http://schemas.microsoft.com/office/drawing/2014/main" id="{BD66ECED-2017-4F82-916D-39857CDD7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2761" name="Text Box 41">
            <a:extLst>
              <a:ext uri="{FF2B5EF4-FFF2-40B4-BE49-F238E27FC236}">
                <a16:creationId xmlns:a16="http://schemas.microsoft.com/office/drawing/2014/main" id="{4765C46A-B548-46EC-AFD6-361AF070A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2" name="Text Box 42">
            <a:extLst>
              <a:ext uri="{FF2B5EF4-FFF2-40B4-BE49-F238E27FC236}">
                <a16:creationId xmlns:a16="http://schemas.microsoft.com/office/drawing/2014/main" id="{CBD8EDB8-1971-4021-8BCC-10CBFFA5B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4" name="Text Box 44">
            <a:extLst>
              <a:ext uri="{FF2B5EF4-FFF2-40B4-BE49-F238E27FC236}">
                <a16:creationId xmlns:a16="http://schemas.microsoft.com/office/drawing/2014/main" id="{40B07391-3F5B-4603-9EC6-E7DC03817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5" name="Text Box 45">
            <a:extLst>
              <a:ext uri="{FF2B5EF4-FFF2-40B4-BE49-F238E27FC236}">
                <a16:creationId xmlns:a16="http://schemas.microsoft.com/office/drawing/2014/main" id="{6F90895A-106E-43AD-AE49-FDC36735B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6" name="Text Box 46">
            <a:extLst>
              <a:ext uri="{FF2B5EF4-FFF2-40B4-BE49-F238E27FC236}">
                <a16:creationId xmlns:a16="http://schemas.microsoft.com/office/drawing/2014/main" id="{6EA80C18-46F8-4A46-8AA4-4A68AAE17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7" name="Text Box 47">
            <a:extLst>
              <a:ext uri="{FF2B5EF4-FFF2-40B4-BE49-F238E27FC236}">
                <a16:creationId xmlns:a16="http://schemas.microsoft.com/office/drawing/2014/main" id="{8EEE521C-7E60-4177-A20E-FF34D67CC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8" name="Text Box 48">
            <a:extLst>
              <a:ext uri="{FF2B5EF4-FFF2-40B4-BE49-F238E27FC236}">
                <a16:creationId xmlns:a16="http://schemas.microsoft.com/office/drawing/2014/main" id="{9AAEF9AB-42DF-4455-9130-CB0CBE2D4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69" name="Text Box 49">
            <a:extLst>
              <a:ext uri="{FF2B5EF4-FFF2-40B4-BE49-F238E27FC236}">
                <a16:creationId xmlns:a16="http://schemas.microsoft.com/office/drawing/2014/main" id="{6BE2491B-A5AA-4EBC-9116-DA0569456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6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7, t }</a:t>
            </a:r>
          </a:p>
        </p:txBody>
      </p:sp>
      <p:sp>
        <p:nvSpPr>
          <p:cNvPr id="542770" name="Text Box 50">
            <a:extLst>
              <a:ext uri="{FF2B5EF4-FFF2-40B4-BE49-F238E27FC236}">
                <a16:creationId xmlns:a16="http://schemas.microsoft.com/office/drawing/2014/main" id="{027124AA-071F-47CF-AF9D-C3E31B9C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71" name="Text Box 51">
            <a:extLst>
              <a:ext uri="{FF2B5EF4-FFF2-40B4-BE49-F238E27FC236}">
                <a16:creationId xmlns:a16="http://schemas.microsoft.com/office/drawing/2014/main" id="{26380952-2894-446C-A7EE-60B9892F2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2772" name="Text Box 52">
            <a:extLst>
              <a:ext uri="{FF2B5EF4-FFF2-40B4-BE49-F238E27FC236}">
                <a16:creationId xmlns:a16="http://schemas.microsoft.com/office/drawing/2014/main" id="{C27CC7D8-E573-4C4F-A08C-A7BB3296A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b="1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 b="1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73" name="Text Box 53">
            <a:extLst>
              <a:ext uri="{FF2B5EF4-FFF2-40B4-BE49-F238E27FC236}">
                <a16:creationId xmlns:a16="http://schemas.microsoft.com/office/drawing/2014/main" id="{CA3BA424-79FB-419C-B99D-E5F719E5E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74" name="Text Box 54">
            <a:extLst>
              <a:ext uri="{FF2B5EF4-FFF2-40B4-BE49-F238E27FC236}">
                <a16:creationId xmlns:a16="http://schemas.microsoft.com/office/drawing/2014/main" id="{35EA9633-8CBE-4E29-BBDC-C7BC664E7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2775" name="Text Box 55">
            <a:extLst>
              <a:ext uri="{FF2B5EF4-FFF2-40B4-BE49-F238E27FC236}">
                <a16:creationId xmlns:a16="http://schemas.microsoft.com/office/drawing/2014/main" id="{74F09C7A-BAA0-417F-96C6-2003AEAAC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2778" name="Freeform 58">
            <a:extLst>
              <a:ext uri="{FF2B5EF4-FFF2-40B4-BE49-F238E27FC236}">
                <a16:creationId xmlns:a16="http://schemas.microsoft.com/office/drawing/2014/main" id="{B054E558-A598-4799-AD32-97EDE1DEED42}"/>
              </a:ext>
            </a:extLst>
          </p:cNvPr>
          <p:cNvSpPr>
            <a:spLocks/>
          </p:cNvSpPr>
          <p:nvPr/>
        </p:nvSpPr>
        <p:spPr bwMode="auto">
          <a:xfrm>
            <a:off x="1689100" y="2273300"/>
            <a:ext cx="3670300" cy="2419350"/>
          </a:xfrm>
          <a:custGeom>
            <a:avLst/>
            <a:gdLst>
              <a:gd name="T0" fmla="*/ 0 w 2312"/>
              <a:gd name="T1" fmla="*/ 704 h 1524"/>
              <a:gd name="T2" fmla="*/ 72 w 2312"/>
              <a:gd name="T3" fmla="*/ 528 h 1524"/>
              <a:gd name="T4" fmla="*/ 168 w 2312"/>
              <a:gd name="T5" fmla="*/ 456 h 1524"/>
              <a:gd name="T6" fmla="*/ 232 w 2312"/>
              <a:gd name="T7" fmla="*/ 416 h 1524"/>
              <a:gd name="T8" fmla="*/ 360 w 2312"/>
              <a:gd name="T9" fmla="*/ 384 h 1524"/>
              <a:gd name="T10" fmla="*/ 496 w 2312"/>
              <a:gd name="T11" fmla="*/ 344 h 1524"/>
              <a:gd name="T12" fmla="*/ 608 w 2312"/>
              <a:gd name="T13" fmla="*/ 312 h 1524"/>
              <a:gd name="T14" fmla="*/ 760 w 2312"/>
              <a:gd name="T15" fmla="*/ 288 h 1524"/>
              <a:gd name="T16" fmla="*/ 928 w 2312"/>
              <a:gd name="T17" fmla="*/ 256 h 1524"/>
              <a:gd name="T18" fmla="*/ 1056 w 2312"/>
              <a:gd name="T19" fmla="*/ 152 h 1524"/>
              <a:gd name="T20" fmla="*/ 1328 w 2312"/>
              <a:gd name="T21" fmla="*/ 32 h 1524"/>
              <a:gd name="T22" fmla="*/ 1416 w 2312"/>
              <a:gd name="T23" fmla="*/ 0 h 1524"/>
              <a:gd name="T24" fmla="*/ 1648 w 2312"/>
              <a:gd name="T25" fmla="*/ 16 h 1524"/>
              <a:gd name="T26" fmla="*/ 1704 w 2312"/>
              <a:gd name="T27" fmla="*/ 24 h 1524"/>
              <a:gd name="T28" fmla="*/ 1752 w 2312"/>
              <a:gd name="T29" fmla="*/ 56 h 1524"/>
              <a:gd name="T30" fmla="*/ 1840 w 2312"/>
              <a:gd name="T31" fmla="*/ 88 h 1524"/>
              <a:gd name="T32" fmla="*/ 1984 w 2312"/>
              <a:gd name="T33" fmla="*/ 152 h 1524"/>
              <a:gd name="T34" fmla="*/ 2072 w 2312"/>
              <a:gd name="T35" fmla="*/ 264 h 1524"/>
              <a:gd name="T36" fmla="*/ 2176 w 2312"/>
              <a:gd name="T37" fmla="*/ 344 h 1524"/>
              <a:gd name="T38" fmla="*/ 2280 w 2312"/>
              <a:gd name="T39" fmla="*/ 512 h 1524"/>
              <a:gd name="T40" fmla="*/ 2312 w 2312"/>
              <a:gd name="T41" fmla="*/ 704 h 1524"/>
              <a:gd name="T42" fmla="*/ 2304 w 2312"/>
              <a:gd name="T43" fmla="*/ 1072 h 1524"/>
              <a:gd name="T44" fmla="*/ 2280 w 2312"/>
              <a:gd name="T45" fmla="*/ 1168 h 1524"/>
              <a:gd name="T46" fmla="*/ 2152 w 2312"/>
              <a:gd name="T47" fmla="*/ 1296 h 1524"/>
              <a:gd name="T48" fmla="*/ 2104 w 2312"/>
              <a:gd name="T49" fmla="*/ 1328 h 1524"/>
              <a:gd name="T50" fmla="*/ 2080 w 2312"/>
              <a:gd name="T51" fmla="*/ 1344 h 1524"/>
              <a:gd name="T52" fmla="*/ 1960 w 2312"/>
              <a:gd name="T53" fmla="*/ 1472 h 1524"/>
              <a:gd name="T54" fmla="*/ 1904 w 2312"/>
              <a:gd name="T55" fmla="*/ 1496 h 1524"/>
              <a:gd name="T56" fmla="*/ 1840 w 2312"/>
              <a:gd name="T57" fmla="*/ 1512 h 1524"/>
              <a:gd name="T58" fmla="*/ 1472 w 2312"/>
              <a:gd name="T59" fmla="*/ 1496 h 1524"/>
              <a:gd name="T60" fmla="*/ 1424 w 2312"/>
              <a:gd name="T61" fmla="*/ 1464 h 1524"/>
              <a:gd name="T62" fmla="*/ 1176 w 2312"/>
              <a:gd name="T63" fmla="*/ 1424 h 1524"/>
              <a:gd name="T64" fmla="*/ 1080 w 2312"/>
              <a:gd name="T65" fmla="*/ 1328 h 1524"/>
              <a:gd name="T66" fmla="*/ 864 w 2312"/>
              <a:gd name="T67" fmla="*/ 1264 h 1524"/>
              <a:gd name="T68" fmla="*/ 608 w 2312"/>
              <a:gd name="T69" fmla="*/ 1216 h 1524"/>
              <a:gd name="T70" fmla="*/ 440 w 2312"/>
              <a:gd name="T71" fmla="*/ 1176 h 1524"/>
              <a:gd name="T72" fmla="*/ 296 w 2312"/>
              <a:gd name="T73" fmla="*/ 1144 h 1524"/>
              <a:gd name="T74" fmla="*/ 232 w 2312"/>
              <a:gd name="T75" fmla="*/ 1088 h 1524"/>
              <a:gd name="T76" fmla="*/ 160 w 2312"/>
              <a:gd name="T77" fmla="*/ 1032 h 1524"/>
              <a:gd name="T78" fmla="*/ 64 w 2312"/>
              <a:gd name="T79" fmla="*/ 952 h 1524"/>
              <a:gd name="T80" fmla="*/ 0 w 2312"/>
              <a:gd name="T81" fmla="*/ 704 h 1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12" h="1524">
                <a:moveTo>
                  <a:pt x="0" y="704"/>
                </a:moveTo>
                <a:cubicBezTo>
                  <a:pt x="21" y="641"/>
                  <a:pt x="35" y="583"/>
                  <a:pt x="72" y="528"/>
                </a:cubicBezTo>
                <a:cubicBezTo>
                  <a:pt x="94" y="495"/>
                  <a:pt x="136" y="477"/>
                  <a:pt x="168" y="456"/>
                </a:cubicBezTo>
                <a:cubicBezTo>
                  <a:pt x="205" y="431"/>
                  <a:pt x="184" y="445"/>
                  <a:pt x="232" y="416"/>
                </a:cubicBezTo>
                <a:cubicBezTo>
                  <a:pt x="264" y="397"/>
                  <a:pt x="328" y="400"/>
                  <a:pt x="360" y="384"/>
                </a:cubicBezTo>
                <a:cubicBezTo>
                  <a:pt x="404" y="362"/>
                  <a:pt x="449" y="356"/>
                  <a:pt x="496" y="344"/>
                </a:cubicBezTo>
                <a:cubicBezTo>
                  <a:pt x="533" y="335"/>
                  <a:pt x="570" y="319"/>
                  <a:pt x="608" y="312"/>
                </a:cubicBezTo>
                <a:cubicBezTo>
                  <a:pt x="658" y="303"/>
                  <a:pt x="709" y="295"/>
                  <a:pt x="760" y="288"/>
                </a:cubicBezTo>
                <a:cubicBezTo>
                  <a:pt x="797" y="283"/>
                  <a:pt x="884" y="278"/>
                  <a:pt x="928" y="256"/>
                </a:cubicBezTo>
                <a:cubicBezTo>
                  <a:pt x="974" y="233"/>
                  <a:pt x="1012" y="182"/>
                  <a:pt x="1056" y="152"/>
                </a:cubicBezTo>
                <a:cubicBezTo>
                  <a:pt x="1140" y="96"/>
                  <a:pt x="1233" y="64"/>
                  <a:pt x="1328" y="32"/>
                </a:cubicBezTo>
                <a:cubicBezTo>
                  <a:pt x="1359" y="22"/>
                  <a:pt x="1384" y="8"/>
                  <a:pt x="1416" y="0"/>
                </a:cubicBezTo>
                <a:cubicBezTo>
                  <a:pt x="1493" y="5"/>
                  <a:pt x="1571" y="10"/>
                  <a:pt x="1648" y="16"/>
                </a:cubicBezTo>
                <a:cubicBezTo>
                  <a:pt x="1667" y="18"/>
                  <a:pt x="1686" y="17"/>
                  <a:pt x="1704" y="24"/>
                </a:cubicBezTo>
                <a:cubicBezTo>
                  <a:pt x="1722" y="31"/>
                  <a:pt x="1736" y="45"/>
                  <a:pt x="1752" y="56"/>
                </a:cubicBezTo>
                <a:cubicBezTo>
                  <a:pt x="1775" y="71"/>
                  <a:pt x="1815" y="75"/>
                  <a:pt x="1840" y="88"/>
                </a:cubicBezTo>
                <a:cubicBezTo>
                  <a:pt x="1887" y="111"/>
                  <a:pt x="1934" y="135"/>
                  <a:pt x="1984" y="152"/>
                </a:cubicBezTo>
                <a:cubicBezTo>
                  <a:pt x="2019" y="187"/>
                  <a:pt x="2044" y="225"/>
                  <a:pt x="2072" y="264"/>
                </a:cubicBezTo>
                <a:cubicBezTo>
                  <a:pt x="2096" y="297"/>
                  <a:pt x="2143" y="322"/>
                  <a:pt x="2176" y="344"/>
                </a:cubicBezTo>
                <a:cubicBezTo>
                  <a:pt x="2205" y="403"/>
                  <a:pt x="2250" y="453"/>
                  <a:pt x="2280" y="512"/>
                </a:cubicBezTo>
                <a:cubicBezTo>
                  <a:pt x="2308" y="568"/>
                  <a:pt x="2305" y="644"/>
                  <a:pt x="2312" y="704"/>
                </a:cubicBezTo>
                <a:cubicBezTo>
                  <a:pt x="2309" y="827"/>
                  <a:pt x="2309" y="949"/>
                  <a:pt x="2304" y="1072"/>
                </a:cubicBezTo>
                <a:cubicBezTo>
                  <a:pt x="2303" y="1098"/>
                  <a:pt x="2293" y="1145"/>
                  <a:pt x="2280" y="1168"/>
                </a:cubicBezTo>
                <a:cubicBezTo>
                  <a:pt x="2248" y="1225"/>
                  <a:pt x="2205" y="1261"/>
                  <a:pt x="2152" y="1296"/>
                </a:cubicBezTo>
                <a:cubicBezTo>
                  <a:pt x="2136" y="1307"/>
                  <a:pt x="2120" y="1317"/>
                  <a:pt x="2104" y="1328"/>
                </a:cubicBezTo>
                <a:cubicBezTo>
                  <a:pt x="2096" y="1333"/>
                  <a:pt x="2080" y="1344"/>
                  <a:pt x="2080" y="1344"/>
                </a:cubicBezTo>
                <a:cubicBezTo>
                  <a:pt x="2040" y="1405"/>
                  <a:pt x="2021" y="1431"/>
                  <a:pt x="1960" y="1472"/>
                </a:cubicBezTo>
                <a:cubicBezTo>
                  <a:pt x="1943" y="1483"/>
                  <a:pt x="1923" y="1490"/>
                  <a:pt x="1904" y="1496"/>
                </a:cubicBezTo>
                <a:cubicBezTo>
                  <a:pt x="1883" y="1503"/>
                  <a:pt x="1840" y="1512"/>
                  <a:pt x="1840" y="1512"/>
                </a:cubicBezTo>
                <a:cubicBezTo>
                  <a:pt x="1717" y="1508"/>
                  <a:pt x="1591" y="1524"/>
                  <a:pt x="1472" y="1496"/>
                </a:cubicBezTo>
                <a:cubicBezTo>
                  <a:pt x="1453" y="1492"/>
                  <a:pt x="1443" y="1469"/>
                  <a:pt x="1424" y="1464"/>
                </a:cubicBezTo>
                <a:cubicBezTo>
                  <a:pt x="1343" y="1444"/>
                  <a:pt x="1259" y="1436"/>
                  <a:pt x="1176" y="1424"/>
                </a:cubicBezTo>
                <a:cubicBezTo>
                  <a:pt x="1137" y="1398"/>
                  <a:pt x="1120" y="1355"/>
                  <a:pt x="1080" y="1328"/>
                </a:cubicBezTo>
                <a:cubicBezTo>
                  <a:pt x="1016" y="1285"/>
                  <a:pt x="939" y="1273"/>
                  <a:pt x="864" y="1264"/>
                </a:cubicBezTo>
                <a:cubicBezTo>
                  <a:pt x="779" y="1236"/>
                  <a:pt x="697" y="1226"/>
                  <a:pt x="608" y="1216"/>
                </a:cubicBezTo>
                <a:cubicBezTo>
                  <a:pt x="551" y="1209"/>
                  <a:pt x="496" y="1189"/>
                  <a:pt x="440" y="1176"/>
                </a:cubicBezTo>
                <a:cubicBezTo>
                  <a:pt x="392" y="1165"/>
                  <a:pt x="342" y="1159"/>
                  <a:pt x="296" y="1144"/>
                </a:cubicBezTo>
                <a:cubicBezTo>
                  <a:pt x="277" y="1116"/>
                  <a:pt x="264" y="1099"/>
                  <a:pt x="232" y="1088"/>
                </a:cubicBezTo>
                <a:cubicBezTo>
                  <a:pt x="194" y="1050"/>
                  <a:pt x="217" y="1070"/>
                  <a:pt x="160" y="1032"/>
                </a:cubicBezTo>
                <a:cubicBezTo>
                  <a:pt x="118" y="1004"/>
                  <a:pt x="110" y="967"/>
                  <a:pt x="64" y="952"/>
                </a:cubicBezTo>
                <a:cubicBezTo>
                  <a:pt x="17" y="881"/>
                  <a:pt x="20" y="785"/>
                  <a:pt x="0" y="704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79" name="Text Box 59">
            <a:extLst>
              <a:ext uri="{FF2B5EF4-FFF2-40B4-BE49-F238E27FC236}">
                <a16:creationId xmlns:a16="http://schemas.microsoft.com/office/drawing/2014/main" id="{7B9CE77B-39EE-4EC6-9CFD-941F64A85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80" name="Text Box 60">
            <a:extLst>
              <a:ext uri="{FF2B5EF4-FFF2-40B4-BE49-F238E27FC236}">
                <a16:creationId xmlns:a16="http://schemas.microsoft.com/office/drawing/2014/main" id="{D8F97C69-6EA6-4FBB-8953-D850E422D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2781" name="AutoShape 61">
            <a:extLst>
              <a:ext uri="{FF2B5EF4-FFF2-40B4-BE49-F238E27FC236}">
                <a16:creationId xmlns:a16="http://schemas.microsoft.com/office/drawing/2014/main" id="{E46D2CD8-E4EA-43B1-BD62-254DED7D317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75164" y="63817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82" name="Text Box 62">
            <a:extLst>
              <a:ext uri="{FF2B5EF4-FFF2-40B4-BE49-F238E27FC236}">
                <a16:creationId xmlns:a16="http://schemas.microsoft.com/office/drawing/2014/main" id="{AB03AC26-BD31-4429-AB00-0D45CF26B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214" y="6324600"/>
            <a:ext cx="1277937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  <p:sp>
        <p:nvSpPr>
          <p:cNvPr id="542788" name="Text Box 68">
            <a:extLst>
              <a:ext uri="{FF2B5EF4-FFF2-40B4-BE49-F238E27FC236}">
                <a16:creationId xmlns:a16="http://schemas.microsoft.com/office/drawing/2014/main" id="{D18BB548-BD0B-4B4B-ACB9-9A2C824CF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89" name="Text Box 69">
            <a:extLst>
              <a:ext uri="{FF2B5EF4-FFF2-40B4-BE49-F238E27FC236}">
                <a16:creationId xmlns:a16="http://schemas.microsoft.com/office/drawing/2014/main" id="{3748C854-B7B9-4FE8-81CE-A3463260E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2790" name="Text Box 70">
            <a:extLst>
              <a:ext uri="{FF2B5EF4-FFF2-40B4-BE49-F238E27FC236}">
                <a16:creationId xmlns:a16="http://schemas.microsoft.com/office/drawing/2014/main" id="{0B7F010A-4976-470C-BAB2-56B67980E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2791" name="Text Box 71">
            <a:extLst>
              <a:ext uri="{FF2B5EF4-FFF2-40B4-BE49-F238E27FC236}">
                <a16:creationId xmlns:a16="http://schemas.microsoft.com/office/drawing/2014/main" id="{D53C7641-2D55-43EF-A4C1-7CAEEF73D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2792" name="Text Box 72">
            <a:extLst>
              <a:ext uri="{FF2B5EF4-FFF2-40B4-BE49-F238E27FC236}">
                <a16:creationId xmlns:a16="http://schemas.microsoft.com/office/drawing/2014/main" id="{80D3A596-9810-40FF-9ABB-A940A91D6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3">
            <a:extLst>
              <a:ext uri="{FF2B5EF4-FFF2-40B4-BE49-F238E27FC236}">
                <a16:creationId xmlns:a16="http://schemas.microsoft.com/office/drawing/2014/main" id="{D111CDFF-7BBB-4EC6-A4D3-AF96B0137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1246E36-609D-40A1-8CA2-1FE02DD8EF5A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6ABF526D-C6C6-4D32-8003-9C9EDBF76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3747" name="Oval 3">
            <a:extLst>
              <a:ext uri="{FF2B5EF4-FFF2-40B4-BE49-F238E27FC236}">
                <a16:creationId xmlns:a16="http://schemas.microsoft.com/office/drawing/2014/main" id="{8A635BFD-8CAD-46E6-A587-A26E5D995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3748" name="Oval 4">
            <a:extLst>
              <a:ext uri="{FF2B5EF4-FFF2-40B4-BE49-F238E27FC236}">
                <a16:creationId xmlns:a16="http://schemas.microsoft.com/office/drawing/2014/main" id="{030BD976-E22D-4304-8285-B67FE5F8B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3749" name="Oval 5">
            <a:extLst>
              <a:ext uri="{FF2B5EF4-FFF2-40B4-BE49-F238E27FC236}">
                <a16:creationId xmlns:a16="http://schemas.microsoft.com/office/drawing/2014/main" id="{1B44F21E-58E9-4239-A129-7F2535ED5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3750" name="Oval 6">
            <a:extLst>
              <a:ext uri="{FF2B5EF4-FFF2-40B4-BE49-F238E27FC236}">
                <a16:creationId xmlns:a16="http://schemas.microsoft.com/office/drawing/2014/main" id="{EA25A0B2-1DD5-4172-AD76-8F3DDF8F3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3751" name="Oval 7">
            <a:extLst>
              <a:ext uri="{FF2B5EF4-FFF2-40B4-BE49-F238E27FC236}">
                <a16:creationId xmlns:a16="http://schemas.microsoft.com/office/drawing/2014/main" id="{8459F57D-F708-4DF6-AE82-13E7D6CB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3752" name="Oval 8">
            <a:extLst>
              <a:ext uri="{FF2B5EF4-FFF2-40B4-BE49-F238E27FC236}">
                <a16:creationId xmlns:a16="http://schemas.microsoft.com/office/drawing/2014/main" id="{F4A1B734-AA11-4385-B62E-1386DFE6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3753" name="Oval 9">
            <a:extLst>
              <a:ext uri="{FF2B5EF4-FFF2-40B4-BE49-F238E27FC236}">
                <a16:creationId xmlns:a16="http://schemas.microsoft.com/office/drawing/2014/main" id="{65AD47F3-B730-491B-B29C-1A18EDFC3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3754" name="Oval 10">
            <a:extLst>
              <a:ext uri="{FF2B5EF4-FFF2-40B4-BE49-F238E27FC236}">
                <a16:creationId xmlns:a16="http://schemas.microsoft.com/office/drawing/2014/main" id="{22190F59-0C53-49D7-AC45-8FECF826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3755" name="AutoShape 11">
            <a:extLst>
              <a:ext uri="{FF2B5EF4-FFF2-40B4-BE49-F238E27FC236}">
                <a16:creationId xmlns:a16="http://schemas.microsoft.com/office/drawing/2014/main" id="{0DEFC75C-374C-4D49-9CBA-151E1016EB83}"/>
              </a:ext>
            </a:extLst>
          </p:cNvPr>
          <p:cNvCxnSpPr>
            <a:cxnSpLocks noChangeShapeType="1"/>
            <a:stCxn id="543747" idx="7"/>
            <a:endCxn id="543750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56" name="AutoShape 12">
            <a:extLst>
              <a:ext uri="{FF2B5EF4-FFF2-40B4-BE49-F238E27FC236}">
                <a16:creationId xmlns:a16="http://schemas.microsoft.com/office/drawing/2014/main" id="{4DA40B0E-CAEC-45D9-9E7C-82D0AE9D99E7}"/>
              </a:ext>
            </a:extLst>
          </p:cNvPr>
          <p:cNvCxnSpPr>
            <a:cxnSpLocks noChangeShapeType="1"/>
            <a:stCxn id="543747" idx="6"/>
            <a:endCxn id="543751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57" name="AutoShape 13">
            <a:extLst>
              <a:ext uri="{FF2B5EF4-FFF2-40B4-BE49-F238E27FC236}">
                <a16:creationId xmlns:a16="http://schemas.microsoft.com/office/drawing/2014/main" id="{83AAECC4-D307-4312-8CC1-A7C85533D14A}"/>
              </a:ext>
            </a:extLst>
          </p:cNvPr>
          <p:cNvCxnSpPr>
            <a:cxnSpLocks noChangeShapeType="1"/>
            <a:stCxn id="543747" idx="5"/>
            <a:endCxn id="543752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58" name="AutoShape 14">
            <a:extLst>
              <a:ext uri="{FF2B5EF4-FFF2-40B4-BE49-F238E27FC236}">
                <a16:creationId xmlns:a16="http://schemas.microsoft.com/office/drawing/2014/main" id="{BD2B0125-489F-413F-ACC5-A935009FB489}"/>
              </a:ext>
            </a:extLst>
          </p:cNvPr>
          <p:cNvCxnSpPr>
            <a:cxnSpLocks noChangeShapeType="1"/>
            <a:stCxn id="543751" idx="7"/>
            <a:endCxn id="543748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59" name="AutoShape 15">
            <a:extLst>
              <a:ext uri="{FF2B5EF4-FFF2-40B4-BE49-F238E27FC236}">
                <a16:creationId xmlns:a16="http://schemas.microsoft.com/office/drawing/2014/main" id="{4419E699-7958-4A03-82AF-269B13739719}"/>
              </a:ext>
            </a:extLst>
          </p:cNvPr>
          <p:cNvCxnSpPr>
            <a:cxnSpLocks noChangeShapeType="1"/>
            <a:stCxn id="543753" idx="7"/>
            <a:endCxn id="543748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0" name="AutoShape 16">
            <a:extLst>
              <a:ext uri="{FF2B5EF4-FFF2-40B4-BE49-F238E27FC236}">
                <a16:creationId xmlns:a16="http://schemas.microsoft.com/office/drawing/2014/main" id="{22F04DB4-3753-41DA-83D1-80E3D6F61A4A}"/>
              </a:ext>
            </a:extLst>
          </p:cNvPr>
          <p:cNvCxnSpPr>
            <a:cxnSpLocks noChangeShapeType="1"/>
            <a:stCxn id="543751" idx="5"/>
            <a:endCxn id="543754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1" name="AutoShape 17">
            <a:extLst>
              <a:ext uri="{FF2B5EF4-FFF2-40B4-BE49-F238E27FC236}">
                <a16:creationId xmlns:a16="http://schemas.microsoft.com/office/drawing/2014/main" id="{ACCB713E-FD45-47F4-8358-2631CA015BF0}"/>
              </a:ext>
            </a:extLst>
          </p:cNvPr>
          <p:cNvCxnSpPr>
            <a:cxnSpLocks noChangeShapeType="1"/>
            <a:stCxn id="543754" idx="5"/>
            <a:endCxn id="543749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2" name="AutoShape 18">
            <a:extLst>
              <a:ext uri="{FF2B5EF4-FFF2-40B4-BE49-F238E27FC236}">
                <a16:creationId xmlns:a16="http://schemas.microsoft.com/office/drawing/2014/main" id="{DCCD5954-D2FF-4030-A3BB-58242C30212B}"/>
              </a:ext>
            </a:extLst>
          </p:cNvPr>
          <p:cNvCxnSpPr>
            <a:cxnSpLocks noChangeShapeType="1"/>
            <a:stCxn id="543754" idx="6"/>
            <a:endCxn id="543753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3" name="AutoShape 19">
            <a:extLst>
              <a:ext uri="{FF2B5EF4-FFF2-40B4-BE49-F238E27FC236}">
                <a16:creationId xmlns:a16="http://schemas.microsoft.com/office/drawing/2014/main" id="{2B38EB7F-0C22-4D49-92C7-DF46E7D00857}"/>
              </a:ext>
            </a:extLst>
          </p:cNvPr>
          <p:cNvCxnSpPr>
            <a:cxnSpLocks noChangeShapeType="1"/>
            <a:stCxn id="543753" idx="4"/>
            <a:endCxn id="543749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4" name="AutoShape 20">
            <a:extLst>
              <a:ext uri="{FF2B5EF4-FFF2-40B4-BE49-F238E27FC236}">
                <a16:creationId xmlns:a16="http://schemas.microsoft.com/office/drawing/2014/main" id="{B4FF06E6-919D-4E59-B62F-82BCDAD38B8E}"/>
              </a:ext>
            </a:extLst>
          </p:cNvPr>
          <p:cNvCxnSpPr>
            <a:cxnSpLocks noChangeShapeType="1"/>
            <a:stCxn id="543748" idx="3"/>
            <a:endCxn id="543754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5" name="AutoShape 21">
            <a:extLst>
              <a:ext uri="{FF2B5EF4-FFF2-40B4-BE49-F238E27FC236}">
                <a16:creationId xmlns:a16="http://schemas.microsoft.com/office/drawing/2014/main" id="{2BB2A30E-86A4-4376-9BFE-20BA89461E8C}"/>
              </a:ext>
            </a:extLst>
          </p:cNvPr>
          <p:cNvCxnSpPr>
            <a:cxnSpLocks noChangeShapeType="1"/>
            <a:stCxn id="543751" idx="4"/>
            <a:endCxn id="543752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6" name="AutoShape 22">
            <a:extLst>
              <a:ext uri="{FF2B5EF4-FFF2-40B4-BE49-F238E27FC236}">
                <a16:creationId xmlns:a16="http://schemas.microsoft.com/office/drawing/2014/main" id="{8FA52341-345E-4D1A-8E90-E7F80129DB3E}"/>
              </a:ext>
            </a:extLst>
          </p:cNvPr>
          <p:cNvCxnSpPr>
            <a:cxnSpLocks noChangeShapeType="1"/>
            <a:stCxn id="543752" idx="6"/>
            <a:endCxn id="543754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7" name="AutoShape 23">
            <a:extLst>
              <a:ext uri="{FF2B5EF4-FFF2-40B4-BE49-F238E27FC236}">
                <a16:creationId xmlns:a16="http://schemas.microsoft.com/office/drawing/2014/main" id="{134EFC02-6F7B-4180-AB88-BA4F952AAB4D}"/>
              </a:ext>
            </a:extLst>
          </p:cNvPr>
          <p:cNvCxnSpPr>
            <a:cxnSpLocks noChangeShapeType="1"/>
            <a:stCxn id="543750" idx="6"/>
            <a:endCxn id="543748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8" name="AutoShape 24">
            <a:extLst>
              <a:ext uri="{FF2B5EF4-FFF2-40B4-BE49-F238E27FC236}">
                <a16:creationId xmlns:a16="http://schemas.microsoft.com/office/drawing/2014/main" id="{81E4B0EE-B5A7-47D2-ACE8-8BD78BFBCF4D}"/>
              </a:ext>
            </a:extLst>
          </p:cNvPr>
          <p:cNvCxnSpPr>
            <a:cxnSpLocks noChangeShapeType="1"/>
            <a:stCxn id="543752" idx="6"/>
            <a:endCxn id="543749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3769" name="AutoShape 25">
            <a:extLst>
              <a:ext uri="{FF2B5EF4-FFF2-40B4-BE49-F238E27FC236}">
                <a16:creationId xmlns:a16="http://schemas.microsoft.com/office/drawing/2014/main" id="{C06B00E1-D1C2-4961-9B57-911BF0DD3EDB}"/>
              </a:ext>
            </a:extLst>
          </p:cNvPr>
          <p:cNvCxnSpPr>
            <a:cxnSpLocks noChangeShapeType="1"/>
            <a:stCxn id="543748" idx="5"/>
            <a:endCxn id="543749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3771" name="Text Box 27">
            <a:extLst>
              <a:ext uri="{FF2B5EF4-FFF2-40B4-BE49-F238E27FC236}">
                <a16:creationId xmlns:a16="http://schemas.microsoft.com/office/drawing/2014/main" id="{453961CD-8B44-442E-84C7-EA283BC28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3772" name="Text Box 28">
            <a:extLst>
              <a:ext uri="{FF2B5EF4-FFF2-40B4-BE49-F238E27FC236}">
                <a16:creationId xmlns:a16="http://schemas.microsoft.com/office/drawing/2014/main" id="{CDD3E23F-5654-4B4E-ACB7-06A7FD1E2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3773" name="Text Box 29">
            <a:extLst>
              <a:ext uri="{FF2B5EF4-FFF2-40B4-BE49-F238E27FC236}">
                <a16:creationId xmlns:a16="http://schemas.microsoft.com/office/drawing/2014/main" id="{D246183B-EAE6-4E29-A822-F3C8ABC9F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3774" name="Text Box 30">
            <a:extLst>
              <a:ext uri="{FF2B5EF4-FFF2-40B4-BE49-F238E27FC236}">
                <a16:creationId xmlns:a16="http://schemas.microsoft.com/office/drawing/2014/main" id="{D685B154-C69E-4356-85CD-9D5F13871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3775" name="Text Box 31">
            <a:extLst>
              <a:ext uri="{FF2B5EF4-FFF2-40B4-BE49-F238E27FC236}">
                <a16:creationId xmlns:a16="http://schemas.microsoft.com/office/drawing/2014/main" id="{DB9C657B-D3AD-4E21-85BE-365DC7BB4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3776" name="Text Box 32">
            <a:extLst>
              <a:ext uri="{FF2B5EF4-FFF2-40B4-BE49-F238E27FC236}">
                <a16:creationId xmlns:a16="http://schemas.microsoft.com/office/drawing/2014/main" id="{6E82A82C-6264-482B-B8AF-B4F8836AA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3777" name="Text Box 33">
            <a:extLst>
              <a:ext uri="{FF2B5EF4-FFF2-40B4-BE49-F238E27FC236}">
                <a16:creationId xmlns:a16="http://schemas.microsoft.com/office/drawing/2014/main" id="{30C66F82-B1D9-45A8-AEF9-FBE013FC8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3778" name="Text Box 34">
            <a:extLst>
              <a:ext uri="{FF2B5EF4-FFF2-40B4-BE49-F238E27FC236}">
                <a16:creationId xmlns:a16="http://schemas.microsoft.com/office/drawing/2014/main" id="{5B18A27C-349B-4FDE-854A-9D1344450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3779" name="Text Box 35">
            <a:extLst>
              <a:ext uri="{FF2B5EF4-FFF2-40B4-BE49-F238E27FC236}">
                <a16:creationId xmlns:a16="http://schemas.microsoft.com/office/drawing/2014/main" id="{ABB9E3EA-79F9-4989-8679-FC8DBB2BE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3780" name="Text Box 36">
            <a:extLst>
              <a:ext uri="{FF2B5EF4-FFF2-40B4-BE49-F238E27FC236}">
                <a16:creationId xmlns:a16="http://schemas.microsoft.com/office/drawing/2014/main" id="{4B9C7BE6-2AB9-4194-87DA-FF713A276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3781" name="Text Box 37">
            <a:extLst>
              <a:ext uri="{FF2B5EF4-FFF2-40B4-BE49-F238E27FC236}">
                <a16:creationId xmlns:a16="http://schemas.microsoft.com/office/drawing/2014/main" id="{E23861C5-CDDA-49AA-B691-7DF9356B2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3782" name="Text Box 38">
            <a:extLst>
              <a:ext uri="{FF2B5EF4-FFF2-40B4-BE49-F238E27FC236}">
                <a16:creationId xmlns:a16="http://schemas.microsoft.com/office/drawing/2014/main" id="{1BF3A81B-9FEB-418A-8240-6CBA137C0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3783" name="Text Box 39">
            <a:extLst>
              <a:ext uri="{FF2B5EF4-FFF2-40B4-BE49-F238E27FC236}">
                <a16:creationId xmlns:a16="http://schemas.microsoft.com/office/drawing/2014/main" id="{EC36B5A4-2D68-473B-9BFF-860B9AB05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3784" name="Text Box 40">
            <a:extLst>
              <a:ext uri="{FF2B5EF4-FFF2-40B4-BE49-F238E27FC236}">
                <a16:creationId xmlns:a16="http://schemas.microsoft.com/office/drawing/2014/main" id="{529308E4-7E38-438F-A276-7EC5D9E44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3785" name="Text Box 41">
            <a:extLst>
              <a:ext uri="{FF2B5EF4-FFF2-40B4-BE49-F238E27FC236}">
                <a16:creationId xmlns:a16="http://schemas.microsoft.com/office/drawing/2014/main" id="{97CCD89B-70C2-4D4D-9338-B582B3AB3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86" name="Text Box 42">
            <a:extLst>
              <a:ext uri="{FF2B5EF4-FFF2-40B4-BE49-F238E27FC236}">
                <a16:creationId xmlns:a16="http://schemas.microsoft.com/office/drawing/2014/main" id="{C686CFB7-B7F6-4F80-9F9F-3F702B6F7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88" name="Text Box 44">
            <a:extLst>
              <a:ext uri="{FF2B5EF4-FFF2-40B4-BE49-F238E27FC236}">
                <a16:creationId xmlns:a16="http://schemas.microsoft.com/office/drawing/2014/main" id="{89C628EB-AD3A-4869-AC79-B82EDDDE7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89" name="Text Box 45">
            <a:extLst>
              <a:ext uri="{FF2B5EF4-FFF2-40B4-BE49-F238E27FC236}">
                <a16:creationId xmlns:a16="http://schemas.microsoft.com/office/drawing/2014/main" id="{DBB434D9-F79F-4AF7-839C-99A1E497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0" name="Text Box 46">
            <a:extLst>
              <a:ext uri="{FF2B5EF4-FFF2-40B4-BE49-F238E27FC236}">
                <a16:creationId xmlns:a16="http://schemas.microsoft.com/office/drawing/2014/main" id="{EE3AA3AB-EB84-4D9F-8F33-F77A0B96A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1" name="Text Box 47">
            <a:extLst>
              <a:ext uri="{FF2B5EF4-FFF2-40B4-BE49-F238E27FC236}">
                <a16:creationId xmlns:a16="http://schemas.microsoft.com/office/drawing/2014/main" id="{954A7BF2-010C-4744-A645-27B5C105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2" name="Text Box 48">
            <a:extLst>
              <a:ext uri="{FF2B5EF4-FFF2-40B4-BE49-F238E27FC236}">
                <a16:creationId xmlns:a16="http://schemas.microsoft.com/office/drawing/2014/main" id="{F94B1A1C-660A-4499-914B-856B8525E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3" name="Text Box 49">
            <a:extLst>
              <a:ext uri="{FF2B5EF4-FFF2-40B4-BE49-F238E27FC236}">
                <a16:creationId xmlns:a16="http://schemas.microsoft.com/office/drawing/2014/main" id="{55F5ED45-3D80-4957-8B33-D04C6576C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t }</a:t>
            </a:r>
          </a:p>
        </p:txBody>
      </p:sp>
      <p:sp>
        <p:nvSpPr>
          <p:cNvPr id="543794" name="Text Box 50">
            <a:extLst>
              <a:ext uri="{FF2B5EF4-FFF2-40B4-BE49-F238E27FC236}">
                <a16:creationId xmlns:a16="http://schemas.microsoft.com/office/drawing/2014/main" id="{481F31C6-F1ED-406E-9451-04254AF94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5" name="Text Box 51">
            <a:extLst>
              <a:ext uri="{FF2B5EF4-FFF2-40B4-BE49-F238E27FC236}">
                <a16:creationId xmlns:a16="http://schemas.microsoft.com/office/drawing/2014/main" id="{68DBA633-61AE-40AB-9555-20BBC490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796" name="Text Box 52">
            <a:extLst>
              <a:ext uri="{FF2B5EF4-FFF2-40B4-BE49-F238E27FC236}">
                <a16:creationId xmlns:a16="http://schemas.microsoft.com/office/drawing/2014/main" id="{5BEF49DC-84B3-40C8-AEFB-3A8F17E4A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7" name="Text Box 53">
            <a:extLst>
              <a:ext uri="{FF2B5EF4-FFF2-40B4-BE49-F238E27FC236}">
                <a16:creationId xmlns:a16="http://schemas.microsoft.com/office/drawing/2014/main" id="{FCF48208-9F06-48FB-AE33-05C9F4D6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798" name="Text Box 54">
            <a:extLst>
              <a:ext uri="{FF2B5EF4-FFF2-40B4-BE49-F238E27FC236}">
                <a16:creationId xmlns:a16="http://schemas.microsoft.com/office/drawing/2014/main" id="{9CA5C8E0-DCAA-4416-8300-22C6D5233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799" name="Text Box 55">
            <a:extLst>
              <a:ext uri="{FF2B5EF4-FFF2-40B4-BE49-F238E27FC236}">
                <a16:creationId xmlns:a16="http://schemas.microsoft.com/office/drawing/2014/main" id="{9C359FC9-9916-4905-BF33-82E08DF56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803" name="Text Box 59">
            <a:extLst>
              <a:ext uri="{FF2B5EF4-FFF2-40B4-BE49-F238E27FC236}">
                <a16:creationId xmlns:a16="http://schemas.microsoft.com/office/drawing/2014/main" id="{7AEB7A20-9F1C-4B56-8659-BD1A3E327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804" name="Text Box 60">
            <a:extLst>
              <a:ext uri="{FF2B5EF4-FFF2-40B4-BE49-F238E27FC236}">
                <a16:creationId xmlns:a16="http://schemas.microsoft.com/office/drawing/2014/main" id="{7C9C92AB-CBD9-46CF-86BC-7035A46DE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807" name="Text Box 63">
            <a:extLst>
              <a:ext uri="{FF2B5EF4-FFF2-40B4-BE49-F238E27FC236}">
                <a16:creationId xmlns:a16="http://schemas.microsoft.com/office/drawing/2014/main" id="{1BB21136-B1C1-43C3-9540-655B47B44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808" name="Text Box 64">
            <a:extLst>
              <a:ext uri="{FF2B5EF4-FFF2-40B4-BE49-F238E27FC236}">
                <a16:creationId xmlns:a16="http://schemas.microsoft.com/office/drawing/2014/main" id="{C823DE9B-B229-425F-8818-508513518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811" name="Text Box 67">
            <a:extLst>
              <a:ext uri="{FF2B5EF4-FFF2-40B4-BE49-F238E27FC236}">
                <a16:creationId xmlns:a16="http://schemas.microsoft.com/office/drawing/2014/main" id="{BC2193B6-F7E8-4D1B-BD99-66F91D74C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812" name="Text Box 68">
            <a:extLst>
              <a:ext uri="{FF2B5EF4-FFF2-40B4-BE49-F238E27FC236}">
                <a16:creationId xmlns:a16="http://schemas.microsoft.com/office/drawing/2014/main" id="{CA77142D-638E-4FF0-B1AF-9CEB186CB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814" name="Freeform 70">
            <a:extLst>
              <a:ext uri="{FF2B5EF4-FFF2-40B4-BE49-F238E27FC236}">
                <a16:creationId xmlns:a16="http://schemas.microsoft.com/office/drawing/2014/main" id="{5CA8F11D-4D63-446B-BDB5-F1444B388645}"/>
              </a:ext>
            </a:extLst>
          </p:cNvPr>
          <p:cNvSpPr>
            <a:spLocks/>
          </p:cNvSpPr>
          <p:nvPr/>
        </p:nvSpPr>
        <p:spPr bwMode="auto">
          <a:xfrm>
            <a:off x="1714500" y="2298701"/>
            <a:ext cx="3632200" cy="4454525"/>
          </a:xfrm>
          <a:custGeom>
            <a:avLst/>
            <a:gdLst>
              <a:gd name="T0" fmla="*/ 0 w 2288"/>
              <a:gd name="T1" fmla="*/ 736 h 2806"/>
              <a:gd name="T2" fmla="*/ 32 w 2288"/>
              <a:gd name="T3" fmla="*/ 640 h 2806"/>
              <a:gd name="T4" fmla="*/ 248 w 2288"/>
              <a:gd name="T5" fmla="*/ 376 h 2806"/>
              <a:gd name="T6" fmla="*/ 304 w 2288"/>
              <a:gd name="T7" fmla="*/ 344 h 2806"/>
              <a:gd name="T8" fmla="*/ 336 w 2288"/>
              <a:gd name="T9" fmla="*/ 320 h 2806"/>
              <a:gd name="T10" fmla="*/ 544 w 2288"/>
              <a:gd name="T11" fmla="*/ 240 h 2806"/>
              <a:gd name="T12" fmla="*/ 728 w 2288"/>
              <a:gd name="T13" fmla="*/ 152 h 2806"/>
              <a:gd name="T14" fmla="*/ 880 w 2288"/>
              <a:gd name="T15" fmla="*/ 80 h 2806"/>
              <a:gd name="T16" fmla="*/ 1160 w 2288"/>
              <a:gd name="T17" fmla="*/ 0 h 2806"/>
              <a:gd name="T18" fmla="*/ 1608 w 2288"/>
              <a:gd name="T19" fmla="*/ 24 h 2806"/>
              <a:gd name="T20" fmla="*/ 1768 w 2288"/>
              <a:gd name="T21" fmla="*/ 88 h 2806"/>
              <a:gd name="T22" fmla="*/ 1872 w 2288"/>
              <a:gd name="T23" fmla="*/ 136 h 2806"/>
              <a:gd name="T24" fmla="*/ 1952 w 2288"/>
              <a:gd name="T25" fmla="*/ 208 h 2806"/>
              <a:gd name="T26" fmla="*/ 2016 w 2288"/>
              <a:gd name="T27" fmla="*/ 256 h 2806"/>
              <a:gd name="T28" fmla="*/ 2072 w 2288"/>
              <a:gd name="T29" fmla="*/ 328 h 2806"/>
              <a:gd name="T30" fmla="*/ 2152 w 2288"/>
              <a:gd name="T31" fmla="*/ 360 h 2806"/>
              <a:gd name="T32" fmla="*/ 2208 w 2288"/>
              <a:gd name="T33" fmla="*/ 464 h 2806"/>
              <a:gd name="T34" fmla="*/ 2232 w 2288"/>
              <a:gd name="T35" fmla="*/ 648 h 2806"/>
              <a:gd name="T36" fmla="*/ 2264 w 2288"/>
              <a:gd name="T37" fmla="*/ 728 h 2806"/>
              <a:gd name="T38" fmla="*/ 2288 w 2288"/>
              <a:gd name="T39" fmla="*/ 872 h 2806"/>
              <a:gd name="T40" fmla="*/ 2280 w 2288"/>
              <a:gd name="T41" fmla="*/ 984 h 2806"/>
              <a:gd name="T42" fmla="*/ 2232 w 2288"/>
              <a:gd name="T43" fmla="*/ 1064 h 2806"/>
              <a:gd name="T44" fmla="*/ 2168 w 2288"/>
              <a:gd name="T45" fmla="*/ 1184 h 2806"/>
              <a:gd name="T46" fmla="*/ 2152 w 2288"/>
              <a:gd name="T47" fmla="*/ 1304 h 2806"/>
              <a:gd name="T48" fmla="*/ 2112 w 2288"/>
              <a:gd name="T49" fmla="*/ 1336 h 2806"/>
              <a:gd name="T50" fmla="*/ 2016 w 2288"/>
              <a:gd name="T51" fmla="*/ 1392 h 2806"/>
              <a:gd name="T52" fmla="*/ 1976 w 2288"/>
              <a:gd name="T53" fmla="*/ 1432 h 2806"/>
              <a:gd name="T54" fmla="*/ 1928 w 2288"/>
              <a:gd name="T55" fmla="*/ 1480 h 2806"/>
              <a:gd name="T56" fmla="*/ 1864 w 2288"/>
              <a:gd name="T57" fmla="*/ 1520 h 2806"/>
              <a:gd name="T58" fmla="*/ 1808 w 2288"/>
              <a:gd name="T59" fmla="*/ 1592 h 2806"/>
              <a:gd name="T60" fmla="*/ 1704 w 2288"/>
              <a:gd name="T61" fmla="*/ 1936 h 2806"/>
              <a:gd name="T62" fmla="*/ 1696 w 2288"/>
              <a:gd name="T63" fmla="*/ 2576 h 2806"/>
              <a:gd name="T64" fmla="*/ 1624 w 2288"/>
              <a:gd name="T65" fmla="*/ 2752 h 2806"/>
              <a:gd name="T66" fmla="*/ 1552 w 2288"/>
              <a:gd name="T67" fmla="*/ 2792 h 2806"/>
              <a:gd name="T68" fmla="*/ 1528 w 2288"/>
              <a:gd name="T69" fmla="*/ 2800 h 2806"/>
              <a:gd name="T70" fmla="*/ 1208 w 2288"/>
              <a:gd name="T71" fmla="*/ 2760 h 2806"/>
              <a:gd name="T72" fmla="*/ 1056 w 2288"/>
              <a:gd name="T73" fmla="*/ 2672 h 2806"/>
              <a:gd name="T74" fmla="*/ 1000 w 2288"/>
              <a:gd name="T75" fmla="*/ 2560 h 2806"/>
              <a:gd name="T76" fmla="*/ 888 w 2288"/>
              <a:gd name="T77" fmla="*/ 2448 h 2806"/>
              <a:gd name="T78" fmla="*/ 760 w 2288"/>
              <a:gd name="T79" fmla="*/ 2280 h 2806"/>
              <a:gd name="T80" fmla="*/ 696 w 2288"/>
              <a:gd name="T81" fmla="*/ 2112 h 2806"/>
              <a:gd name="T82" fmla="*/ 672 w 2288"/>
              <a:gd name="T83" fmla="*/ 2032 h 2806"/>
              <a:gd name="T84" fmla="*/ 616 w 2288"/>
              <a:gd name="T85" fmla="*/ 1944 h 2806"/>
              <a:gd name="T86" fmla="*/ 592 w 2288"/>
              <a:gd name="T87" fmla="*/ 1832 h 2806"/>
              <a:gd name="T88" fmla="*/ 560 w 2288"/>
              <a:gd name="T89" fmla="*/ 1800 h 2806"/>
              <a:gd name="T90" fmla="*/ 472 w 2288"/>
              <a:gd name="T91" fmla="*/ 1608 h 2806"/>
              <a:gd name="T92" fmla="*/ 432 w 2288"/>
              <a:gd name="T93" fmla="*/ 1520 h 2806"/>
              <a:gd name="T94" fmla="*/ 392 w 2288"/>
              <a:gd name="T95" fmla="*/ 1432 h 2806"/>
              <a:gd name="T96" fmla="*/ 208 w 2288"/>
              <a:gd name="T97" fmla="*/ 1096 h 2806"/>
              <a:gd name="T98" fmla="*/ 152 w 2288"/>
              <a:gd name="T99" fmla="*/ 1000 h 2806"/>
              <a:gd name="T100" fmla="*/ 136 w 2288"/>
              <a:gd name="T101" fmla="*/ 952 h 2806"/>
              <a:gd name="T102" fmla="*/ 120 w 2288"/>
              <a:gd name="T103" fmla="*/ 928 h 2806"/>
              <a:gd name="T104" fmla="*/ 72 w 2288"/>
              <a:gd name="T105" fmla="*/ 896 h 2806"/>
              <a:gd name="T106" fmla="*/ 56 w 2288"/>
              <a:gd name="T107" fmla="*/ 872 h 2806"/>
              <a:gd name="T108" fmla="*/ 48 w 2288"/>
              <a:gd name="T109" fmla="*/ 848 h 2806"/>
              <a:gd name="T110" fmla="*/ 16 w 2288"/>
              <a:gd name="T111" fmla="*/ 800 h 2806"/>
              <a:gd name="T112" fmla="*/ 0 w 2288"/>
              <a:gd name="T113" fmla="*/ 736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288" h="2806">
                <a:moveTo>
                  <a:pt x="0" y="736"/>
                </a:moveTo>
                <a:cubicBezTo>
                  <a:pt x="7" y="699"/>
                  <a:pt x="11" y="671"/>
                  <a:pt x="32" y="640"/>
                </a:cubicBezTo>
                <a:cubicBezTo>
                  <a:pt x="57" y="542"/>
                  <a:pt x="149" y="409"/>
                  <a:pt x="248" y="376"/>
                </a:cubicBezTo>
                <a:cubicBezTo>
                  <a:pt x="302" y="322"/>
                  <a:pt x="240" y="376"/>
                  <a:pt x="304" y="344"/>
                </a:cubicBezTo>
                <a:cubicBezTo>
                  <a:pt x="316" y="338"/>
                  <a:pt x="324" y="327"/>
                  <a:pt x="336" y="320"/>
                </a:cubicBezTo>
                <a:cubicBezTo>
                  <a:pt x="400" y="283"/>
                  <a:pt x="471" y="255"/>
                  <a:pt x="544" y="240"/>
                </a:cubicBezTo>
                <a:cubicBezTo>
                  <a:pt x="602" y="211"/>
                  <a:pt x="667" y="172"/>
                  <a:pt x="728" y="152"/>
                </a:cubicBezTo>
                <a:cubicBezTo>
                  <a:pt x="762" y="118"/>
                  <a:pt x="833" y="89"/>
                  <a:pt x="880" y="80"/>
                </a:cubicBezTo>
                <a:cubicBezTo>
                  <a:pt x="972" y="34"/>
                  <a:pt x="1058" y="15"/>
                  <a:pt x="1160" y="0"/>
                </a:cubicBezTo>
                <a:cubicBezTo>
                  <a:pt x="1309" y="4"/>
                  <a:pt x="1460" y="3"/>
                  <a:pt x="1608" y="24"/>
                </a:cubicBezTo>
                <a:cubicBezTo>
                  <a:pt x="1662" y="42"/>
                  <a:pt x="1715" y="65"/>
                  <a:pt x="1768" y="88"/>
                </a:cubicBezTo>
                <a:cubicBezTo>
                  <a:pt x="1801" y="102"/>
                  <a:pt x="1844" y="111"/>
                  <a:pt x="1872" y="136"/>
                </a:cubicBezTo>
                <a:cubicBezTo>
                  <a:pt x="1926" y="184"/>
                  <a:pt x="1904" y="176"/>
                  <a:pt x="1952" y="208"/>
                </a:cubicBezTo>
                <a:cubicBezTo>
                  <a:pt x="1985" y="230"/>
                  <a:pt x="1993" y="227"/>
                  <a:pt x="2016" y="256"/>
                </a:cubicBezTo>
                <a:cubicBezTo>
                  <a:pt x="2027" y="270"/>
                  <a:pt x="2051" y="316"/>
                  <a:pt x="2072" y="328"/>
                </a:cubicBezTo>
                <a:cubicBezTo>
                  <a:pt x="2097" y="342"/>
                  <a:pt x="2126" y="347"/>
                  <a:pt x="2152" y="360"/>
                </a:cubicBezTo>
                <a:cubicBezTo>
                  <a:pt x="2175" y="391"/>
                  <a:pt x="2196" y="427"/>
                  <a:pt x="2208" y="464"/>
                </a:cubicBezTo>
                <a:cubicBezTo>
                  <a:pt x="2214" y="520"/>
                  <a:pt x="2215" y="593"/>
                  <a:pt x="2232" y="648"/>
                </a:cubicBezTo>
                <a:cubicBezTo>
                  <a:pt x="2240" y="675"/>
                  <a:pt x="2257" y="698"/>
                  <a:pt x="2264" y="728"/>
                </a:cubicBezTo>
                <a:cubicBezTo>
                  <a:pt x="2269" y="779"/>
                  <a:pt x="2272" y="824"/>
                  <a:pt x="2288" y="872"/>
                </a:cubicBezTo>
                <a:cubicBezTo>
                  <a:pt x="2285" y="909"/>
                  <a:pt x="2286" y="947"/>
                  <a:pt x="2280" y="984"/>
                </a:cubicBezTo>
                <a:cubicBezTo>
                  <a:pt x="2277" y="1000"/>
                  <a:pt x="2235" y="1059"/>
                  <a:pt x="2232" y="1064"/>
                </a:cubicBezTo>
                <a:cubicBezTo>
                  <a:pt x="2206" y="1103"/>
                  <a:pt x="2194" y="1145"/>
                  <a:pt x="2168" y="1184"/>
                </a:cubicBezTo>
                <a:cubicBezTo>
                  <a:pt x="2161" y="1224"/>
                  <a:pt x="2162" y="1265"/>
                  <a:pt x="2152" y="1304"/>
                </a:cubicBezTo>
                <a:cubicBezTo>
                  <a:pt x="2144" y="1336"/>
                  <a:pt x="2134" y="1324"/>
                  <a:pt x="2112" y="1336"/>
                </a:cubicBezTo>
                <a:cubicBezTo>
                  <a:pt x="2076" y="1356"/>
                  <a:pt x="2054" y="1379"/>
                  <a:pt x="2016" y="1392"/>
                </a:cubicBezTo>
                <a:cubicBezTo>
                  <a:pt x="2000" y="1439"/>
                  <a:pt x="2021" y="1396"/>
                  <a:pt x="1976" y="1432"/>
                </a:cubicBezTo>
                <a:cubicBezTo>
                  <a:pt x="1958" y="1446"/>
                  <a:pt x="1948" y="1470"/>
                  <a:pt x="1928" y="1480"/>
                </a:cubicBezTo>
                <a:cubicBezTo>
                  <a:pt x="1906" y="1491"/>
                  <a:pt x="1881" y="1501"/>
                  <a:pt x="1864" y="1520"/>
                </a:cubicBezTo>
                <a:cubicBezTo>
                  <a:pt x="1844" y="1543"/>
                  <a:pt x="1827" y="1569"/>
                  <a:pt x="1808" y="1592"/>
                </a:cubicBezTo>
                <a:cubicBezTo>
                  <a:pt x="1740" y="1674"/>
                  <a:pt x="1737" y="1836"/>
                  <a:pt x="1704" y="1936"/>
                </a:cubicBezTo>
                <a:cubicBezTo>
                  <a:pt x="1701" y="2149"/>
                  <a:pt x="1701" y="2363"/>
                  <a:pt x="1696" y="2576"/>
                </a:cubicBezTo>
                <a:cubicBezTo>
                  <a:pt x="1695" y="2616"/>
                  <a:pt x="1649" y="2722"/>
                  <a:pt x="1624" y="2752"/>
                </a:cubicBezTo>
                <a:cubicBezTo>
                  <a:pt x="1596" y="2785"/>
                  <a:pt x="1598" y="2777"/>
                  <a:pt x="1552" y="2792"/>
                </a:cubicBezTo>
                <a:cubicBezTo>
                  <a:pt x="1544" y="2795"/>
                  <a:pt x="1528" y="2800"/>
                  <a:pt x="1528" y="2800"/>
                </a:cubicBezTo>
                <a:cubicBezTo>
                  <a:pt x="1292" y="2792"/>
                  <a:pt x="1345" y="2806"/>
                  <a:pt x="1208" y="2760"/>
                </a:cubicBezTo>
                <a:cubicBezTo>
                  <a:pt x="1174" y="2709"/>
                  <a:pt x="1111" y="2694"/>
                  <a:pt x="1056" y="2672"/>
                </a:cubicBezTo>
                <a:cubicBezTo>
                  <a:pt x="1022" y="2638"/>
                  <a:pt x="1022" y="2600"/>
                  <a:pt x="1000" y="2560"/>
                </a:cubicBezTo>
                <a:cubicBezTo>
                  <a:pt x="973" y="2511"/>
                  <a:pt x="932" y="2481"/>
                  <a:pt x="888" y="2448"/>
                </a:cubicBezTo>
                <a:cubicBezTo>
                  <a:pt x="859" y="2360"/>
                  <a:pt x="834" y="2336"/>
                  <a:pt x="760" y="2280"/>
                </a:cubicBezTo>
                <a:cubicBezTo>
                  <a:pt x="745" y="2221"/>
                  <a:pt x="718" y="2168"/>
                  <a:pt x="696" y="2112"/>
                </a:cubicBezTo>
                <a:cubicBezTo>
                  <a:pt x="686" y="2086"/>
                  <a:pt x="683" y="2058"/>
                  <a:pt x="672" y="2032"/>
                </a:cubicBezTo>
                <a:cubicBezTo>
                  <a:pt x="659" y="2001"/>
                  <a:pt x="631" y="1975"/>
                  <a:pt x="616" y="1944"/>
                </a:cubicBezTo>
                <a:cubicBezTo>
                  <a:pt x="611" y="1918"/>
                  <a:pt x="603" y="1854"/>
                  <a:pt x="592" y="1832"/>
                </a:cubicBezTo>
                <a:cubicBezTo>
                  <a:pt x="585" y="1819"/>
                  <a:pt x="571" y="1811"/>
                  <a:pt x="560" y="1800"/>
                </a:cubicBezTo>
                <a:cubicBezTo>
                  <a:pt x="538" y="1735"/>
                  <a:pt x="503" y="1670"/>
                  <a:pt x="472" y="1608"/>
                </a:cubicBezTo>
                <a:cubicBezTo>
                  <a:pt x="454" y="1572"/>
                  <a:pt x="458" y="1555"/>
                  <a:pt x="432" y="1520"/>
                </a:cubicBezTo>
                <a:cubicBezTo>
                  <a:pt x="424" y="1486"/>
                  <a:pt x="411" y="1461"/>
                  <a:pt x="392" y="1432"/>
                </a:cubicBezTo>
                <a:cubicBezTo>
                  <a:pt x="361" y="1310"/>
                  <a:pt x="283" y="1196"/>
                  <a:pt x="208" y="1096"/>
                </a:cubicBezTo>
                <a:cubicBezTo>
                  <a:pt x="196" y="1060"/>
                  <a:pt x="173" y="1031"/>
                  <a:pt x="152" y="1000"/>
                </a:cubicBezTo>
                <a:cubicBezTo>
                  <a:pt x="143" y="986"/>
                  <a:pt x="145" y="966"/>
                  <a:pt x="136" y="952"/>
                </a:cubicBezTo>
                <a:cubicBezTo>
                  <a:pt x="131" y="944"/>
                  <a:pt x="127" y="934"/>
                  <a:pt x="120" y="928"/>
                </a:cubicBezTo>
                <a:cubicBezTo>
                  <a:pt x="106" y="915"/>
                  <a:pt x="72" y="896"/>
                  <a:pt x="72" y="896"/>
                </a:cubicBezTo>
                <a:cubicBezTo>
                  <a:pt x="67" y="888"/>
                  <a:pt x="60" y="881"/>
                  <a:pt x="56" y="872"/>
                </a:cubicBezTo>
                <a:cubicBezTo>
                  <a:pt x="52" y="864"/>
                  <a:pt x="52" y="855"/>
                  <a:pt x="48" y="848"/>
                </a:cubicBezTo>
                <a:cubicBezTo>
                  <a:pt x="39" y="831"/>
                  <a:pt x="16" y="800"/>
                  <a:pt x="16" y="800"/>
                </a:cubicBezTo>
                <a:cubicBezTo>
                  <a:pt x="8" y="724"/>
                  <a:pt x="25" y="711"/>
                  <a:pt x="0" y="736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815" name="Text Box 71">
            <a:extLst>
              <a:ext uri="{FF2B5EF4-FFF2-40B4-BE49-F238E27FC236}">
                <a16:creationId xmlns:a16="http://schemas.microsoft.com/office/drawing/2014/main" id="{E71A933B-11A4-41C7-8016-CE8E45D43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3818" name="Text Box 74">
            <a:extLst>
              <a:ext uri="{FF2B5EF4-FFF2-40B4-BE49-F238E27FC236}">
                <a16:creationId xmlns:a16="http://schemas.microsoft.com/office/drawing/2014/main" id="{D0AB9C61-87A4-47FD-9895-4ACD9FE97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819" name="Text Box 75">
            <a:extLst>
              <a:ext uri="{FF2B5EF4-FFF2-40B4-BE49-F238E27FC236}">
                <a16:creationId xmlns:a16="http://schemas.microsoft.com/office/drawing/2014/main" id="{AEF393C8-DD30-4E64-B2EB-6B96625A9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820" name="Text Box 76">
            <a:extLst>
              <a:ext uri="{FF2B5EF4-FFF2-40B4-BE49-F238E27FC236}">
                <a16:creationId xmlns:a16="http://schemas.microsoft.com/office/drawing/2014/main" id="{F1FE95B5-CE97-451C-9863-8F63FA55E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3821" name="Text Box 77">
            <a:extLst>
              <a:ext uri="{FF2B5EF4-FFF2-40B4-BE49-F238E27FC236}">
                <a16:creationId xmlns:a16="http://schemas.microsoft.com/office/drawing/2014/main" id="{D564F4D1-BD02-4E00-9C83-ED295B529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3822" name="Text Box 78">
            <a:extLst>
              <a:ext uri="{FF2B5EF4-FFF2-40B4-BE49-F238E27FC236}">
                <a16:creationId xmlns:a16="http://schemas.microsoft.com/office/drawing/2014/main" id="{7C6B3436-C7EF-4FD4-BE85-D2F9BB594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6AAEC7E8-337E-45DE-AD58-E2CED8975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D17AB95-6067-47C4-BD96-268C8E380CFE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770" name="Rectangle 2">
            <a:extLst>
              <a:ext uri="{FF2B5EF4-FFF2-40B4-BE49-F238E27FC236}">
                <a16:creationId xmlns:a16="http://schemas.microsoft.com/office/drawing/2014/main" id="{69288BEE-1020-41D4-BE45-7A23A8E15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4771" name="Oval 3">
            <a:extLst>
              <a:ext uri="{FF2B5EF4-FFF2-40B4-BE49-F238E27FC236}">
                <a16:creationId xmlns:a16="http://schemas.microsoft.com/office/drawing/2014/main" id="{1CA50EF2-897C-483E-9E63-986B2145C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4772" name="Oval 4">
            <a:extLst>
              <a:ext uri="{FF2B5EF4-FFF2-40B4-BE49-F238E27FC236}">
                <a16:creationId xmlns:a16="http://schemas.microsoft.com/office/drawing/2014/main" id="{F085BBE3-A27D-4C5A-BA26-810EDB958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4773" name="Oval 5">
            <a:extLst>
              <a:ext uri="{FF2B5EF4-FFF2-40B4-BE49-F238E27FC236}">
                <a16:creationId xmlns:a16="http://schemas.microsoft.com/office/drawing/2014/main" id="{90F3003B-01AC-484D-B1F8-2DE441507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4774" name="Oval 6">
            <a:extLst>
              <a:ext uri="{FF2B5EF4-FFF2-40B4-BE49-F238E27FC236}">
                <a16:creationId xmlns:a16="http://schemas.microsoft.com/office/drawing/2014/main" id="{31F0192A-F0D4-4D69-993D-2AB1E3DE3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4775" name="Oval 7">
            <a:extLst>
              <a:ext uri="{FF2B5EF4-FFF2-40B4-BE49-F238E27FC236}">
                <a16:creationId xmlns:a16="http://schemas.microsoft.com/office/drawing/2014/main" id="{E179BB23-ECB5-4563-8532-A26DE3B60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4776" name="Oval 8">
            <a:extLst>
              <a:ext uri="{FF2B5EF4-FFF2-40B4-BE49-F238E27FC236}">
                <a16:creationId xmlns:a16="http://schemas.microsoft.com/office/drawing/2014/main" id="{E97782B6-8742-4BB2-BD6F-E32BAA2B6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4777" name="Oval 9">
            <a:extLst>
              <a:ext uri="{FF2B5EF4-FFF2-40B4-BE49-F238E27FC236}">
                <a16:creationId xmlns:a16="http://schemas.microsoft.com/office/drawing/2014/main" id="{2573CDA3-B0AB-40E0-B906-72F0AA116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4778" name="Oval 10">
            <a:extLst>
              <a:ext uri="{FF2B5EF4-FFF2-40B4-BE49-F238E27FC236}">
                <a16:creationId xmlns:a16="http://schemas.microsoft.com/office/drawing/2014/main" id="{B497A7B7-E7E9-4F53-9927-9CE251414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4779" name="AutoShape 11">
            <a:extLst>
              <a:ext uri="{FF2B5EF4-FFF2-40B4-BE49-F238E27FC236}">
                <a16:creationId xmlns:a16="http://schemas.microsoft.com/office/drawing/2014/main" id="{A252D77B-3F2B-4287-85AA-3FAC77EFF552}"/>
              </a:ext>
            </a:extLst>
          </p:cNvPr>
          <p:cNvCxnSpPr>
            <a:cxnSpLocks noChangeShapeType="1"/>
            <a:stCxn id="544771" idx="7"/>
            <a:endCxn id="544774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0" name="AutoShape 12">
            <a:extLst>
              <a:ext uri="{FF2B5EF4-FFF2-40B4-BE49-F238E27FC236}">
                <a16:creationId xmlns:a16="http://schemas.microsoft.com/office/drawing/2014/main" id="{0F341D8F-64B1-4FA5-B633-068203CA4C05}"/>
              </a:ext>
            </a:extLst>
          </p:cNvPr>
          <p:cNvCxnSpPr>
            <a:cxnSpLocks noChangeShapeType="1"/>
            <a:stCxn id="544771" idx="6"/>
            <a:endCxn id="544775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1" name="AutoShape 13">
            <a:extLst>
              <a:ext uri="{FF2B5EF4-FFF2-40B4-BE49-F238E27FC236}">
                <a16:creationId xmlns:a16="http://schemas.microsoft.com/office/drawing/2014/main" id="{41780D01-21A1-4553-A120-A3536211DC7F}"/>
              </a:ext>
            </a:extLst>
          </p:cNvPr>
          <p:cNvCxnSpPr>
            <a:cxnSpLocks noChangeShapeType="1"/>
            <a:stCxn id="544771" idx="5"/>
            <a:endCxn id="544776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2" name="AutoShape 14">
            <a:extLst>
              <a:ext uri="{FF2B5EF4-FFF2-40B4-BE49-F238E27FC236}">
                <a16:creationId xmlns:a16="http://schemas.microsoft.com/office/drawing/2014/main" id="{F6F51578-1F6A-407F-B296-CF5A59903C25}"/>
              </a:ext>
            </a:extLst>
          </p:cNvPr>
          <p:cNvCxnSpPr>
            <a:cxnSpLocks noChangeShapeType="1"/>
            <a:stCxn id="544775" idx="7"/>
            <a:endCxn id="544772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3" name="AutoShape 15">
            <a:extLst>
              <a:ext uri="{FF2B5EF4-FFF2-40B4-BE49-F238E27FC236}">
                <a16:creationId xmlns:a16="http://schemas.microsoft.com/office/drawing/2014/main" id="{4DA5FED1-5AFD-41CB-BC8D-A35CF2D89BE5}"/>
              </a:ext>
            </a:extLst>
          </p:cNvPr>
          <p:cNvCxnSpPr>
            <a:cxnSpLocks noChangeShapeType="1"/>
            <a:stCxn id="544777" idx="7"/>
            <a:endCxn id="544772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4" name="AutoShape 16">
            <a:extLst>
              <a:ext uri="{FF2B5EF4-FFF2-40B4-BE49-F238E27FC236}">
                <a16:creationId xmlns:a16="http://schemas.microsoft.com/office/drawing/2014/main" id="{9F98250B-B1C1-40E2-B873-C0CAC9A63B8A}"/>
              </a:ext>
            </a:extLst>
          </p:cNvPr>
          <p:cNvCxnSpPr>
            <a:cxnSpLocks noChangeShapeType="1"/>
            <a:stCxn id="544775" idx="5"/>
            <a:endCxn id="544778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5" name="AutoShape 17">
            <a:extLst>
              <a:ext uri="{FF2B5EF4-FFF2-40B4-BE49-F238E27FC236}">
                <a16:creationId xmlns:a16="http://schemas.microsoft.com/office/drawing/2014/main" id="{56DBD0D5-453B-4E8B-8E2A-225F3BB2DF1F}"/>
              </a:ext>
            </a:extLst>
          </p:cNvPr>
          <p:cNvCxnSpPr>
            <a:cxnSpLocks noChangeShapeType="1"/>
            <a:stCxn id="544778" idx="5"/>
            <a:endCxn id="544773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6" name="AutoShape 18">
            <a:extLst>
              <a:ext uri="{FF2B5EF4-FFF2-40B4-BE49-F238E27FC236}">
                <a16:creationId xmlns:a16="http://schemas.microsoft.com/office/drawing/2014/main" id="{8B8A6956-523B-4AD8-B505-264971442EBF}"/>
              </a:ext>
            </a:extLst>
          </p:cNvPr>
          <p:cNvCxnSpPr>
            <a:cxnSpLocks noChangeShapeType="1"/>
            <a:stCxn id="544778" idx="6"/>
            <a:endCxn id="544777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7" name="AutoShape 19">
            <a:extLst>
              <a:ext uri="{FF2B5EF4-FFF2-40B4-BE49-F238E27FC236}">
                <a16:creationId xmlns:a16="http://schemas.microsoft.com/office/drawing/2014/main" id="{72523BB6-FFE2-4577-BD08-B8F457C8CE3E}"/>
              </a:ext>
            </a:extLst>
          </p:cNvPr>
          <p:cNvCxnSpPr>
            <a:cxnSpLocks noChangeShapeType="1"/>
            <a:stCxn id="544777" idx="4"/>
            <a:endCxn id="544773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8" name="AutoShape 20">
            <a:extLst>
              <a:ext uri="{FF2B5EF4-FFF2-40B4-BE49-F238E27FC236}">
                <a16:creationId xmlns:a16="http://schemas.microsoft.com/office/drawing/2014/main" id="{F543A3FE-F83D-493F-91CD-AA0E2834141A}"/>
              </a:ext>
            </a:extLst>
          </p:cNvPr>
          <p:cNvCxnSpPr>
            <a:cxnSpLocks noChangeShapeType="1"/>
            <a:stCxn id="544772" idx="3"/>
            <a:endCxn id="544778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89" name="AutoShape 21">
            <a:extLst>
              <a:ext uri="{FF2B5EF4-FFF2-40B4-BE49-F238E27FC236}">
                <a16:creationId xmlns:a16="http://schemas.microsoft.com/office/drawing/2014/main" id="{97E76830-D440-4804-BB77-9AF757E82910}"/>
              </a:ext>
            </a:extLst>
          </p:cNvPr>
          <p:cNvCxnSpPr>
            <a:cxnSpLocks noChangeShapeType="1"/>
            <a:stCxn id="544775" idx="4"/>
            <a:endCxn id="544776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90" name="AutoShape 22">
            <a:extLst>
              <a:ext uri="{FF2B5EF4-FFF2-40B4-BE49-F238E27FC236}">
                <a16:creationId xmlns:a16="http://schemas.microsoft.com/office/drawing/2014/main" id="{8BB794BA-511A-4056-932E-CA12D7F33FDD}"/>
              </a:ext>
            </a:extLst>
          </p:cNvPr>
          <p:cNvCxnSpPr>
            <a:cxnSpLocks noChangeShapeType="1"/>
            <a:stCxn id="544776" idx="6"/>
            <a:endCxn id="544778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91" name="AutoShape 23">
            <a:extLst>
              <a:ext uri="{FF2B5EF4-FFF2-40B4-BE49-F238E27FC236}">
                <a16:creationId xmlns:a16="http://schemas.microsoft.com/office/drawing/2014/main" id="{C3694256-1EC2-41C6-9D32-CA085417E3E0}"/>
              </a:ext>
            </a:extLst>
          </p:cNvPr>
          <p:cNvCxnSpPr>
            <a:cxnSpLocks noChangeShapeType="1"/>
            <a:stCxn id="544774" idx="6"/>
            <a:endCxn id="544772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92" name="AutoShape 24">
            <a:extLst>
              <a:ext uri="{FF2B5EF4-FFF2-40B4-BE49-F238E27FC236}">
                <a16:creationId xmlns:a16="http://schemas.microsoft.com/office/drawing/2014/main" id="{64DC7165-F27F-4A40-ABEB-30C2154C41E8}"/>
              </a:ext>
            </a:extLst>
          </p:cNvPr>
          <p:cNvCxnSpPr>
            <a:cxnSpLocks noChangeShapeType="1"/>
            <a:stCxn id="544776" idx="6"/>
            <a:endCxn id="544773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4793" name="AutoShape 25">
            <a:extLst>
              <a:ext uri="{FF2B5EF4-FFF2-40B4-BE49-F238E27FC236}">
                <a16:creationId xmlns:a16="http://schemas.microsoft.com/office/drawing/2014/main" id="{655A4780-E318-40C8-8955-19505875761D}"/>
              </a:ext>
            </a:extLst>
          </p:cNvPr>
          <p:cNvCxnSpPr>
            <a:cxnSpLocks noChangeShapeType="1"/>
            <a:stCxn id="544772" idx="5"/>
            <a:endCxn id="544773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4794" name="Text Box 26">
            <a:extLst>
              <a:ext uri="{FF2B5EF4-FFF2-40B4-BE49-F238E27FC236}">
                <a16:creationId xmlns:a16="http://schemas.microsoft.com/office/drawing/2014/main" id="{CC8A1553-160F-43E3-92A3-3E1EDD6CD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4795" name="Text Box 27">
            <a:extLst>
              <a:ext uri="{FF2B5EF4-FFF2-40B4-BE49-F238E27FC236}">
                <a16:creationId xmlns:a16="http://schemas.microsoft.com/office/drawing/2014/main" id="{65317424-5875-4297-BAB0-624904590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4796" name="Text Box 28">
            <a:extLst>
              <a:ext uri="{FF2B5EF4-FFF2-40B4-BE49-F238E27FC236}">
                <a16:creationId xmlns:a16="http://schemas.microsoft.com/office/drawing/2014/main" id="{7187689F-6F80-44B6-A6CD-626607F3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4797" name="Text Box 29">
            <a:extLst>
              <a:ext uri="{FF2B5EF4-FFF2-40B4-BE49-F238E27FC236}">
                <a16:creationId xmlns:a16="http://schemas.microsoft.com/office/drawing/2014/main" id="{06E84E07-2078-4B3F-88A1-054D123F6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4798" name="Text Box 30">
            <a:extLst>
              <a:ext uri="{FF2B5EF4-FFF2-40B4-BE49-F238E27FC236}">
                <a16:creationId xmlns:a16="http://schemas.microsoft.com/office/drawing/2014/main" id="{07FEB4E0-CB7F-4D06-B845-3F633735B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4799" name="Text Box 31">
            <a:extLst>
              <a:ext uri="{FF2B5EF4-FFF2-40B4-BE49-F238E27FC236}">
                <a16:creationId xmlns:a16="http://schemas.microsoft.com/office/drawing/2014/main" id="{37186445-6384-472F-8689-235AB1B4B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4800" name="Text Box 32">
            <a:extLst>
              <a:ext uri="{FF2B5EF4-FFF2-40B4-BE49-F238E27FC236}">
                <a16:creationId xmlns:a16="http://schemas.microsoft.com/office/drawing/2014/main" id="{92841F4A-B29A-4907-B49E-80EF0B982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4801" name="Text Box 33">
            <a:extLst>
              <a:ext uri="{FF2B5EF4-FFF2-40B4-BE49-F238E27FC236}">
                <a16:creationId xmlns:a16="http://schemas.microsoft.com/office/drawing/2014/main" id="{1CE48D30-1EC8-4661-AB2E-2EB7B6402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4802" name="Text Box 34">
            <a:extLst>
              <a:ext uri="{FF2B5EF4-FFF2-40B4-BE49-F238E27FC236}">
                <a16:creationId xmlns:a16="http://schemas.microsoft.com/office/drawing/2014/main" id="{F911FF04-5664-419A-B3D8-4D5D008A0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4803" name="Text Box 35">
            <a:extLst>
              <a:ext uri="{FF2B5EF4-FFF2-40B4-BE49-F238E27FC236}">
                <a16:creationId xmlns:a16="http://schemas.microsoft.com/office/drawing/2014/main" id="{A2154AC0-CC6A-401A-B338-F0A3E2300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4804" name="Text Box 36">
            <a:extLst>
              <a:ext uri="{FF2B5EF4-FFF2-40B4-BE49-F238E27FC236}">
                <a16:creationId xmlns:a16="http://schemas.microsoft.com/office/drawing/2014/main" id="{1528143A-D53A-4DD2-AAB0-6B4DD79F5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4805" name="Text Box 37">
            <a:extLst>
              <a:ext uri="{FF2B5EF4-FFF2-40B4-BE49-F238E27FC236}">
                <a16:creationId xmlns:a16="http://schemas.microsoft.com/office/drawing/2014/main" id="{FB6EDF73-D2EC-4C48-B049-9FF99E634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4806" name="Text Box 38">
            <a:extLst>
              <a:ext uri="{FF2B5EF4-FFF2-40B4-BE49-F238E27FC236}">
                <a16:creationId xmlns:a16="http://schemas.microsoft.com/office/drawing/2014/main" id="{4D177796-D213-4042-99C9-64B5F9F3B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4807" name="Text Box 39">
            <a:extLst>
              <a:ext uri="{FF2B5EF4-FFF2-40B4-BE49-F238E27FC236}">
                <a16:creationId xmlns:a16="http://schemas.microsoft.com/office/drawing/2014/main" id="{02F193FA-815A-4488-82AE-6A6DA8642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4808" name="Text Box 40">
            <a:extLst>
              <a:ext uri="{FF2B5EF4-FFF2-40B4-BE49-F238E27FC236}">
                <a16:creationId xmlns:a16="http://schemas.microsoft.com/office/drawing/2014/main" id="{876AA475-964B-40DD-8FBA-255A5BA73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4809" name="Text Box 41">
            <a:extLst>
              <a:ext uri="{FF2B5EF4-FFF2-40B4-BE49-F238E27FC236}">
                <a16:creationId xmlns:a16="http://schemas.microsoft.com/office/drawing/2014/main" id="{F85B480D-2FB9-47CF-A625-A1D7EEF8B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0" name="Text Box 42">
            <a:extLst>
              <a:ext uri="{FF2B5EF4-FFF2-40B4-BE49-F238E27FC236}">
                <a16:creationId xmlns:a16="http://schemas.microsoft.com/office/drawing/2014/main" id="{F21F720C-3F56-469C-BBBF-7CED7592F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2" name="Text Box 44">
            <a:extLst>
              <a:ext uri="{FF2B5EF4-FFF2-40B4-BE49-F238E27FC236}">
                <a16:creationId xmlns:a16="http://schemas.microsoft.com/office/drawing/2014/main" id="{E61A64E9-3952-4153-9389-98C351451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3" name="Text Box 45">
            <a:extLst>
              <a:ext uri="{FF2B5EF4-FFF2-40B4-BE49-F238E27FC236}">
                <a16:creationId xmlns:a16="http://schemas.microsoft.com/office/drawing/2014/main" id="{BAC47075-60E8-4956-8D2B-9FA3946EC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4" name="Text Box 46">
            <a:extLst>
              <a:ext uri="{FF2B5EF4-FFF2-40B4-BE49-F238E27FC236}">
                <a16:creationId xmlns:a16="http://schemas.microsoft.com/office/drawing/2014/main" id="{B4F9AD37-AD7B-45DD-95E1-24CFADF96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5" name="Text Box 47">
            <a:extLst>
              <a:ext uri="{FF2B5EF4-FFF2-40B4-BE49-F238E27FC236}">
                <a16:creationId xmlns:a16="http://schemas.microsoft.com/office/drawing/2014/main" id="{B9F11682-F7CC-4856-806B-CF478651E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6" name="Text Box 48">
            <a:extLst>
              <a:ext uri="{FF2B5EF4-FFF2-40B4-BE49-F238E27FC236}">
                <a16:creationId xmlns:a16="http://schemas.microsoft.com/office/drawing/2014/main" id="{5B188D27-08B3-416C-87B0-DFAEE7A44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7" name="Text Box 49">
            <a:extLst>
              <a:ext uri="{FF2B5EF4-FFF2-40B4-BE49-F238E27FC236}">
                <a16:creationId xmlns:a16="http://schemas.microsoft.com/office/drawing/2014/main" id="{A253F7CC-B46A-4A14-9826-4B4D1F04C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3, 4, 5, t }</a:t>
            </a:r>
          </a:p>
        </p:txBody>
      </p:sp>
      <p:sp>
        <p:nvSpPr>
          <p:cNvPr id="544818" name="Text Box 50">
            <a:extLst>
              <a:ext uri="{FF2B5EF4-FFF2-40B4-BE49-F238E27FC236}">
                <a16:creationId xmlns:a16="http://schemas.microsoft.com/office/drawing/2014/main" id="{CB3258F5-7ADB-4C1C-A08B-695A8F2DC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19" name="Text Box 51">
            <a:extLst>
              <a:ext uri="{FF2B5EF4-FFF2-40B4-BE49-F238E27FC236}">
                <a16:creationId xmlns:a16="http://schemas.microsoft.com/office/drawing/2014/main" id="{0487D382-8696-457A-BB09-132B50FB1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20" name="Text Box 52">
            <a:extLst>
              <a:ext uri="{FF2B5EF4-FFF2-40B4-BE49-F238E27FC236}">
                <a16:creationId xmlns:a16="http://schemas.microsoft.com/office/drawing/2014/main" id="{3832EE09-6AC5-4319-AF40-349A2FC76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21" name="Text Box 53">
            <a:extLst>
              <a:ext uri="{FF2B5EF4-FFF2-40B4-BE49-F238E27FC236}">
                <a16:creationId xmlns:a16="http://schemas.microsoft.com/office/drawing/2014/main" id="{E08DC7C2-6042-428E-A191-2D25957F6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22" name="Text Box 54">
            <a:extLst>
              <a:ext uri="{FF2B5EF4-FFF2-40B4-BE49-F238E27FC236}">
                <a16:creationId xmlns:a16="http://schemas.microsoft.com/office/drawing/2014/main" id="{55B840C2-4B80-47B6-A525-ACA535D08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23" name="Text Box 55">
            <a:extLst>
              <a:ext uri="{FF2B5EF4-FFF2-40B4-BE49-F238E27FC236}">
                <a16:creationId xmlns:a16="http://schemas.microsoft.com/office/drawing/2014/main" id="{C865F434-5DA9-444D-BE0E-71905441B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26" name="Text Box 58">
            <a:extLst>
              <a:ext uri="{FF2B5EF4-FFF2-40B4-BE49-F238E27FC236}">
                <a16:creationId xmlns:a16="http://schemas.microsoft.com/office/drawing/2014/main" id="{40D140AF-FE0B-484A-9EF5-ED6F3140D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27" name="Text Box 59">
            <a:extLst>
              <a:ext uri="{FF2B5EF4-FFF2-40B4-BE49-F238E27FC236}">
                <a16:creationId xmlns:a16="http://schemas.microsoft.com/office/drawing/2014/main" id="{D00CF754-2FE8-458B-BADD-A5F008C58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28" name="Text Box 60">
            <a:extLst>
              <a:ext uri="{FF2B5EF4-FFF2-40B4-BE49-F238E27FC236}">
                <a16:creationId xmlns:a16="http://schemas.microsoft.com/office/drawing/2014/main" id="{5031EBAB-63C7-41A0-9354-22D16AC53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29" name="Text Box 61">
            <a:extLst>
              <a:ext uri="{FF2B5EF4-FFF2-40B4-BE49-F238E27FC236}">
                <a16:creationId xmlns:a16="http://schemas.microsoft.com/office/drawing/2014/main" id="{3DA2A6DF-DC40-47C7-B827-8433C4A4D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30" name="Text Box 62">
            <a:extLst>
              <a:ext uri="{FF2B5EF4-FFF2-40B4-BE49-F238E27FC236}">
                <a16:creationId xmlns:a16="http://schemas.microsoft.com/office/drawing/2014/main" id="{3A5EA74A-E570-4A69-A58B-39763BA0D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31" name="Text Box 63">
            <a:extLst>
              <a:ext uri="{FF2B5EF4-FFF2-40B4-BE49-F238E27FC236}">
                <a16:creationId xmlns:a16="http://schemas.microsoft.com/office/drawing/2014/main" id="{E99C88F0-0199-4DB3-AD8D-A6DC98CE2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32" name="Freeform 64">
            <a:extLst>
              <a:ext uri="{FF2B5EF4-FFF2-40B4-BE49-F238E27FC236}">
                <a16:creationId xmlns:a16="http://schemas.microsoft.com/office/drawing/2014/main" id="{855D969A-6503-4D88-88DD-B4297D6DC4B8}"/>
              </a:ext>
            </a:extLst>
          </p:cNvPr>
          <p:cNvSpPr>
            <a:spLocks/>
          </p:cNvSpPr>
          <p:nvPr/>
        </p:nvSpPr>
        <p:spPr bwMode="auto">
          <a:xfrm>
            <a:off x="1714500" y="2298701"/>
            <a:ext cx="3632200" cy="4454525"/>
          </a:xfrm>
          <a:custGeom>
            <a:avLst/>
            <a:gdLst>
              <a:gd name="T0" fmla="*/ 0 w 2288"/>
              <a:gd name="T1" fmla="*/ 736 h 2806"/>
              <a:gd name="T2" fmla="*/ 32 w 2288"/>
              <a:gd name="T3" fmla="*/ 640 h 2806"/>
              <a:gd name="T4" fmla="*/ 248 w 2288"/>
              <a:gd name="T5" fmla="*/ 376 h 2806"/>
              <a:gd name="T6" fmla="*/ 304 w 2288"/>
              <a:gd name="T7" fmla="*/ 344 h 2806"/>
              <a:gd name="T8" fmla="*/ 336 w 2288"/>
              <a:gd name="T9" fmla="*/ 320 h 2806"/>
              <a:gd name="T10" fmla="*/ 544 w 2288"/>
              <a:gd name="T11" fmla="*/ 240 h 2806"/>
              <a:gd name="T12" fmla="*/ 728 w 2288"/>
              <a:gd name="T13" fmla="*/ 152 h 2806"/>
              <a:gd name="T14" fmla="*/ 880 w 2288"/>
              <a:gd name="T15" fmla="*/ 80 h 2806"/>
              <a:gd name="T16" fmla="*/ 1160 w 2288"/>
              <a:gd name="T17" fmla="*/ 0 h 2806"/>
              <a:gd name="T18" fmla="*/ 1608 w 2288"/>
              <a:gd name="T19" fmla="*/ 24 h 2806"/>
              <a:gd name="T20" fmla="*/ 1768 w 2288"/>
              <a:gd name="T21" fmla="*/ 88 h 2806"/>
              <a:gd name="T22" fmla="*/ 1872 w 2288"/>
              <a:gd name="T23" fmla="*/ 136 h 2806"/>
              <a:gd name="T24" fmla="*/ 1952 w 2288"/>
              <a:gd name="T25" fmla="*/ 208 h 2806"/>
              <a:gd name="T26" fmla="*/ 2016 w 2288"/>
              <a:gd name="T27" fmla="*/ 256 h 2806"/>
              <a:gd name="T28" fmla="*/ 2072 w 2288"/>
              <a:gd name="T29" fmla="*/ 328 h 2806"/>
              <a:gd name="T30" fmla="*/ 2152 w 2288"/>
              <a:gd name="T31" fmla="*/ 360 h 2806"/>
              <a:gd name="T32" fmla="*/ 2208 w 2288"/>
              <a:gd name="T33" fmla="*/ 464 h 2806"/>
              <a:gd name="T34" fmla="*/ 2232 w 2288"/>
              <a:gd name="T35" fmla="*/ 648 h 2806"/>
              <a:gd name="T36" fmla="*/ 2264 w 2288"/>
              <a:gd name="T37" fmla="*/ 728 h 2806"/>
              <a:gd name="T38" fmla="*/ 2288 w 2288"/>
              <a:gd name="T39" fmla="*/ 872 h 2806"/>
              <a:gd name="T40" fmla="*/ 2280 w 2288"/>
              <a:gd name="T41" fmla="*/ 984 h 2806"/>
              <a:gd name="T42" fmla="*/ 2232 w 2288"/>
              <a:gd name="T43" fmla="*/ 1064 h 2806"/>
              <a:gd name="T44" fmla="*/ 2168 w 2288"/>
              <a:gd name="T45" fmla="*/ 1184 h 2806"/>
              <a:gd name="T46" fmla="*/ 2152 w 2288"/>
              <a:gd name="T47" fmla="*/ 1304 h 2806"/>
              <a:gd name="T48" fmla="*/ 2112 w 2288"/>
              <a:gd name="T49" fmla="*/ 1336 h 2806"/>
              <a:gd name="T50" fmla="*/ 2016 w 2288"/>
              <a:gd name="T51" fmla="*/ 1392 h 2806"/>
              <a:gd name="T52" fmla="*/ 1976 w 2288"/>
              <a:gd name="T53" fmla="*/ 1432 h 2806"/>
              <a:gd name="T54" fmla="*/ 1928 w 2288"/>
              <a:gd name="T55" fmla="*/ 1480 h 2806"/>
              <a:gd name="T56" fmla="*/ 1864 w 2288"/>
              <a:gd name="T57" fmla="*/ 1520 h 2806"/>
              <a:gd name="T58" fmla="*/ 1808 w 2288"/>
              <a:gd name="T59" fmla="*/ 1592 h 2806"/>
              <a:gd name="T60" fmla="*/ 1704 w 2288"/>
              <a:gd name="T61" fmla="*/ 1936 h 2806"/>
              <a:gd name="T62" fmla="*/ 1696 w 2288"/>
              <a:gd name="T63" fmla="*/ 2576 h 2806"/>
              <a:gd name="T64" fmla="*/ 1624 w 2288"/>
              <a:gd name="T65" fmla="*/ 2752 h 2806"/>
              <a:gd name="T66" fmla="*/ 1552 w 2288"/>
              <a:gd name="T67" fmla="*/ 2792 h 2806"/>
              <a:gd name="T68" fmla="*/ 1528 w 2288"/>
              <a:gd name="T69" fmla="*/ 2800 h 2806"/>
              <a:gd name="T70" fmla="*/ 1208 w 2288"/>
              <a:gd name="T71" fmla="*/ 2760 h 2806"/>
              <a:gd name="T72" fmla="*/ 1056 w 2288"/>
              <a:gd name="T73" fmla="*/ 2672 h 2806"/>
              <a:gd name="T74" fmla="*/ 1000 w 2288"/>
              <a:gd name="T75" fmla="*/ 2560 h 2806"/>
              <a:gd name="T76" fmla="*/ 888 w 2288"/>
              <a:gd name="T77" fmla="*/ 2448 h 2806"/>
              <a:gd name="T78" fmla="*/ 760 w 2288"/>
              <a:gd name="T79" fmla="*/ 2280 h 2806"/>
              <a:gd name="T80" fmla="*/ 696 w 2288"/>
              <a:gd name="T81" fmla="*/ 2112 h 2806"/>
              <a:gd name="T82" fmla="*/ 672 w 2288"/>
              <a:gd name="T83" fmla="*/ 2032 h 2806"/>
              <a:gd name="T84" fmla="*/ 616 w 2288"/>
              <a:gd name="T85" fmla="*/ 1944 h 2806"/>
              <a:gd name="T86" fmla="*/ 592 w 2288"/>
              <a:gd name="T87" fmla="*/ 1832 h 2806"/>
              <a:gd name="T88" fmla="*/ 560 w 2288"/>
              <a:gd name="T89" fmla="*/ 1800 h 2806"/>
              <a:gd name="T90" fmla="*/ 472 w 2288"/>
              <a:gd name="T91" fmla="*/ 1608 h 2806"/>
              <a:gd name="T92" fmla="*/ 432 w 2288"/>
              <a:gd name="T93" fmla="*/ 1520 h 2806"/>
              <a:gd name="T94" fmla="*/ 392 w 2288"/>
              <a:gd name="T95" fmla="*/ 1432 h 2806"/>
              <a:gd name="T96" fmla="*/ 208 w 2288"/>
              <a:gd name="T97" fmla="*/ 1096 h 2806"/>
              <a:gd name="T98" fmla="*/ 152 w 2288"/>
              <a:gd name="T99" fmla="*/ 1000 h 2806"/>
              <a:gd name="T100" fmla="*/ 136 w 2288"/>
              <a:gd name="T101" fmla="*/ 952 h 2806"/>
              <a:gd name="T102" fmla="*/ 120 w 2288"/>
              <a:gd name="T103" fmla="*/ 928 h 2806"/>
              <a:gd name="T104" fmla="*/ 72 w 2288"/>
              <a:gd name="T105" fmla="*/ 896 h 2806"/>
              <a:gd name="T106" fmla="*/ 56 w 2288"/>
              <a:gd name="T107" fmla="*/ 872 h 2806"/>
              <a:gd name="T108" fmla="*/ 48 w 2288"/>
              <a:gd name="T109" fmla="*/ 848 h 2806"/>
              <a:gd name="T110" fmla="*/ 16 w 2288"/>
              <a:gd name="T111" fmla="*/ 800 h 2806"/>
              <a:gd name="T112" fmla="*/ 0 w 2288"/>
              <a:gd name="T113" fmla="*/ 736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288" h="2806">
                <a:moveTo>
                  <a:pt x="0" y="736"/>
                </a:moveTo>
                <a:cubicBezTo>
                  <a:pt x="7" y="699"/>
                  <a:pt x="11" y="671"/>
                  <a:pt x="32" y="640"/>
                </a:cubicBezTo>
                <a:cubicBezTo>
                  <a:pt x="57" y="542"/>
                  <a:pt x="149" y="409"/>
                  <a:pt x="248" y="376"/>
                </a:cubicBezTo>
                <a:cubicBezTo>
                  <a:pt x="302" y="322"/>
                  <a:pt x="240" y="376"/>
                  <a:pt x="304" y="344"/>
                </a:cubicBezTo>
                <a:cubicBezTo>
                  <a:pt x="316" y="338"/>
                  <a:pt x="324" y="327"/>
                  <a:pt x="336" y="320"/>
                </a:cubicBezTo>
                <a:cubicBezTo>
                  <a:pt x="400" y="283"/>
                  <a:pt x="471" y="255"/>
                  <a:pt x="544" y="240"/>
                </a:cubicBezTo>
                <a:cubicBezTo>
                  <a:pt x="602" y="211"/>
                  <a:pt x="667" y="172"/>
                  <a:pt x="728" y="152"/>
                </a:cubicBezTo>
                <a:cubicBezTo>
                  <a:pt x="762" y="118"/>
                  <a:pt x="833" y="89"/>
                  <a:pt x="880" y="80"/>
                </a:cubicBezTo>
                <a:cubicBezTo>
                  <a:pt x="972" y="34"/>
                  <a:pt x="1058" y="15"/>
                  <a:pt x="1160" y="0"/>
                </a:cubicBezTo>
                <a:cubicBezTo>
                  <a:pt x="1309" y="4"/>
                  <a:pt x="1460" y="3"/>
                  <a:pt x="1608" y="24"/>
                </a:cubicBezTo>
                <a:cubicBezTo>
                  <a:pt x="1662" y="42"/>
                  <a:pt x="1715" y="65"/>
                  <a:pt x="1768" y="88"/>
                </a:cubicBezTo>
                <a:cubicBezTo>
                  <a:pt x="1801" y="102"/>
                  <a:pt x="1844" y="111"/>
                  <a:pt x="1872" y="136"/>
                </a:cubicBezTo>
                <a:cubicBezTo>
                  <a:pt x="1926" y="184"/>
                  <a:pt x="1904" y="176"/>
                  <a:pt x="1952" y="208"/>
                </a:cubicBezTo>
                <a:cubicBezTo>
                  <a:pt x="1985" y="230"/>
                  <a:pt x="1993" y="227"/>
                  <a:pt x="2016" y="256"/>
                </a:cubicBezTo>
                <a:cubicBezTo>
                  <a:pt x="2027" y="270"/>
                  <a:pt x="2051" y="316"/>
                  <a:pt x="2072" y="328"/>
                </a:cubicBezTo>
                <a:cubicBezTo>
                  <a:pt x="2097" y="342"/>
                  <a:pt x="2126" y="347"/>
                  <a:pt x="2152" y="360"/>
                </a:cubicBezTo>
                <a:cubicBezTo>
                  <a:pt x="2175" y="391"/>
                  <a:pt x="2196" y="427"/>
                  <a:pt x="2208" y="464"/>
                </a:cubicBezTo>
                <a:cubicBezTo>
                  <a:pt x="2214" y="520"/>
                  <a:pt x="2215" y="593"/>
                  <a:pt x="2232" y="648"/>
                </a:cubicBezTo>
                <a:cubicBezTo>
                  <a:pt x="2240" y="675"/>
                  <a:pt x="2257" y="698"/>
                  <a:pt x="2264" y="728"/>
                </a:cubicBezTo>
                <a:cubicBezTo>
                  <a:pt x="2269" y="779"/>
                  <a:pt x="2272" y="824"/>
                  <a:pt x="2288" y="872"/>
                </a:cubicBezTo>
                <a:cubicBezTo>
                  <a:pt x="2285" y="909"/>
                  <a:pt x="2286" y="947"/>
                  <a:pt x="2280" y="984"/>
                </a:cubicBezTo>
                <a:cubicBezTo>
                  <a:pt x="2277" y="1000"/>
                  <a:pt x="2235" y="1059"/>
                  <a:pt x="2232" y="1064"/>
                </a:cubicBezTo>
                <a:cubicBezTo>
                  <a:pt x="2206" y="1103"/>
                  <a:pt x="2194" y="1145"/>
                  <a:pt x="2168" y="1184"/>
                </a:cubicBezTo>
                <a:cubicBezTo>
                  <a:pt x="2161" y="1224"/>
                  <a:pt x="2162" y="1265"/>
                  <a:pt x="2152" y="1304"/>
                </a:cubicBezTo>
                <a:cubicBezTo>
                  <a:pt x="2144" y="1336"/>
                  <a:pt x="2134" y="1324"/>
                  <a:pt x="2112" y="1336"/>
                </a:cubicBezTo>
                <a:cubicBezTo>
                  <a:pt x="2076" y="1356"/>
                  <a:pt x="2054" y="1379"/>
                  <a:pt x="2016" y="1392"/>
                </a:cubicBezTo>
                <a:cubicBezTo>
                  <a:pt x="2000" y="1439"/>
                  <a:pt x="2021" y="1396"/>
                  <a:pt x="1976" y="1432"/>
                </a:cubicBezTo>
                <a:cubicBezTo>
                  <a:pt x="1958" y="1446"/>
                  <a:pt x="1948" y="1470"/>
                  <a:pt x="1928" y="1480"/>
                </a:cubicBezTo>
                <a:cubicBezTo>
                  <a:pt x="1906" y="1491"/>
                  <a:pt x="1881" y="1501"/>
                  <a:pt x="1864" y="1520"/>
                </a:cubicBezTo>
                <a:cubicBezTo>
                  <a:pt x="1844" y="1543"/>
                  <a:pt x="1827" y="1569"/>
                  <a:pt x="1808" y="1592"/>
                </a:cubicBezTo>
                <a:cubicBezTo>
                  <a:pt x="1740" y="1674"/>
                  <a:pt x="1737" y="1836"/>
                  <a:pt x="1704" y="1936"/>
                </a:cubicBezTo>
                <a:cubicBezTo>
                  <a:pt x="1701" y="2149"/>
                  <a:pt x="1701" y="2363"/>
                  <a:pt x="1696" y="2576"/>
                </a:cubicBezTo>
                <a:cubicBezTo>
                  <a:pt x="1695" y="2616"/>
                  <a:pt x="1649" y="2722"/>
                  <a:pt x="1624" y="2752"/>
                </a:cubicBezTo>
                <a:cubicBezTo>
                  <a:pt x="1596" y="2785"/>
                  <a:pt x="1598" y="2777"/>
                  <a:pt x="1552" y="2792"/>
                </a:cubicBezTo>
                <a:cubicBezTo>
                  <a:pt x="1544" y="2795"/>
                  <a:pt x="1528" y="2800"/>
                  <a:pt x="1528" y="2800"/>
                </a:cubicBezTo>
                <a:cubicBezTo>
                  <a:pt x="1292" y="2792"/>
                  <a:pt x="1345" y="2806"/>
                  <a:pt x="1208" y="2760"/>
                </a:cubicBezTo>
                <a:cubicBezTo>
                  <a:pt x="1174" y="2709"/>
                  <a:pt x="1111" y="2694"/>
                  <a:pt x="1056" y="2672"/>
                </a:cubicBezTo>
                <a:cubicBezTo>
                  <a:pt x="1022" y="2638"/>
                  <a:pt x="1022" y="2600"/>
                  <a:pt x="1000" y="2560"/>
                </a:cubicBezTo>
                <a:cubicBezTo>
                  <a:pt x="973" y="2511"/>
                  <a:pt x="932" y="2481"/>
                  <a:pt x="888" y="2448"/>
                </a:cubicBezTo>
                <a:cubicBezTo>
                  <a:pt x="859" y="2360"/>
                  <a:pt x="834" y="2336"/>
                  <a:pt x="760" y="2280"/>
                </a:cubicBezTo>
                <a:cubicBezTo>
                  <a:pt x="745" y="2221"/>
                  <a:pt x="718" y="2168"/>
                  <a:pt x="696" y="2112"/>
                </a:cubicBezTo>
                <a:cubicBezTo>
                  <a:pt x="686" y="2086"/>
                  <a:pt x="683" y="2058"/>
                  <a:pt x="672" y="2032"/>
                </a:cubicBezTo>
                <a:cubicBezTo>
                  <a:pt x="659" y="2001"/>
                  <a:pt x="631" y="1975"/>
                  <a:pt x="616" y="1944"/>
                </a:cubicBezTo>
                <a:cubicBezTo>
                  <a:pt x="611" y="1918"/>
                  <a:pt x="603" y="1854"/>
                  <a:pt x="592" y="1832"/>
                </a:cubicBezTo>
                <a:cubicBezTo>
                  <a:pt x="585" y="1819"/>
                  <a:pt x="571" y="1811"/>
                  <a:pt x="560" y="1800"/>
                </a:cubicBezTo>
                <a:cubicBezTo>
                  <a:pt x="538" y="1735"/>
                  <a:pt x="503" y="1670"/>
                  <a:pt x="472" y="1608"/>
                </a:cubicBezTo>
                <a:cubicBezTo>
                  <a:pt x="454" y="1572"/>
                  <a:pt x="458" y="1555"/>
                  <a:pt x="432" y="1520"/>
                </a:cubicBezTo>
                <a:cubicBezTo>
                  <a:pt x="424" y="1486"/>
                  <a:pt x="411" y="1461"/>
                  <a:pt x="392" y="1432"/>
                </a:cubicBezTo>
                <a:cubicBezTo>
                  <a:pt x="361" y="1310"/>
                  <a:pt x="283" y="1196"/>
                  <a:pt x="208" y="1096"/>
                </a:cubicBezTo>
                <a:cubicBezTo>
                  <a:pt x="196" y="1060"/>
                  <a:pt x="173" y="1031"/>
                  <a:pt x="152" y="1000"/>
                </a:cubicBezTo>
                <a:cubicBezTo>
                  <a:pt x="143" y="986"/>
                  <a:pt x="145" y="966"/>
                  <a:pt x="136" y="952"/>
                </a:cubicBezTo>
                <a:cubicBezTo>
                  <a:pt x="131" y="944"/>
                  <a:pt x="127" y="934"/>
                  <a:pt x="120" y="928"/>
                </a:cubicBezTo>
                <a:cubicBezTo>
                  <a:pt x="106" y="915"/>
                  <a:pt x="72" y="896"/>
                  <a:pt x="72" y="896"/>
                </a:cubicBezTo>
                <a:cubicBezTo>
                  <a:pt x="67" y="888"/>
                  <a:pt x="60" y="881"/>
                  <a:pt x="56" y="872"/>
                </a:cubicBezTo>
                <a:cubicBezTo>
                  <a:pt x="52" y="864"/>
                  <a:pt x="52" y="855"/>
                  <a:pt x="48" y="848"/>
                </a:cubicBezTo>
                <a:cubicBezTo>
                  <a:pt x="39" y="831"/>
                  <a:pt x="16" y="800"/>
                  <a:pt x="16" y="800"/>
                </a:cubicBezTo>
                <a:cubicBezTo>
                  <a:pt x="8" y="724"/>
                  <a:pt x="25" y="711"/>
                  <a:pt x="0" y="736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33" name="AutoShape 65">
            <a:extLst>
              <a:ext uri="{FF2B5EF4-FFF2-40B4-BE49-F238E27FC236}">
                <a16:creationId xmlns:a16="http://schemas.microsoft.com/office/drawing/2014/main" id="{74845061-4F92-47B1-8EDF-B35B663E74B7}"/>
              </a:ext>
            </a:extLst>
          </p:cNvPr>
          <p:cNvSpPr>
            <a:spLocks noChangeArrowheads="1"/>
          </p:cNvSpPr>
          <p:nvPr/>
        </p:nvSpPr>
        <p:spPr bwMode="auto">
          <a:xfrm rot="19511351">
            <a:off x="9594851" y="17843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34" name="Text Box 66">
            <a:extLst>
              <a:ext uri="{FF2B5EF4-FFF2-40B4-BE49-F238E27FC236}">
                <a16:creationId xmlns:a16="http://schemas.microsoft.com/office/drawing/2014/main" id="{7D5EF197-E054-48CC-B589-C64FD86BE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1371600"/>
            <a:ext cx="127793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  <p:sp>
        <p:nvSpPr>
          <p:cNvPr id="544840" name="Text Box 72">
            <a:extLst>
              <a:ext uri="{FF2B5EF4-FFF2-40B4-BE49-F238E27FC236}">
                <a16:creationId xmlns:a16="http://schemas.microsoft.com/office/drawing/2014/main" id="{C32AB3BA-1E8A-41A5-8C2B-299060B95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41" name="Text Box 73">
            <a:extLst>
              <a:ext uri="{FF2B5EF4-FFF2-40B4-BE49-F238E27FC236}">
                <a16:creationId xmlns:a16="http://schemas.microsoft.com/office/drawing/2014/main" id="{B802A974-C4F4-42F1-9125-89528AAA9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42" name="Text Box 74">
            <a:extLst>
              <a:ext uri="{FF2B5EF4-FFF2-40B4-BE49-F238E27FC236}">
                <a16:creationId xmlns:a16="http://schemas.microsoft.com/office/drawing/2014/main" id="{F9998DEF-61DC-4AFA-85FF-BBF6D80F9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4843" name="Text Box 75">
            <a:extLst>
              <a:ext uri="{FF2B5EF4-FFF2-40B4-BE49-F238E27FC236}">
                <a16:creationId xmlns:a16="http://schemas.microsoft.com/office/drawing/2014/main" id="{E31CB22B-02DC-408D-A5C0-F1E17A55E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4844" name="Text Box 76">
            <a:extLst>
              <a:ext uri="{FF2B5EF4-FFF2-40B4-BE49-F238E27FC236}">
                <a16:creationId xmlns:a16="http://schemas.microsoft.com/office/drawing/2014/main" id="{419B1753-A6F3-4E44-8EE6-B9A95321C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id="{03467230-2AD4-4FED-B542-1A6B6CC41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D505301-8288-4302-BECB-733DCF29B079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F38037F3-83FF-4DE2-AD95-D5360552A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5795" name="Oval 3">
            <a:extLst>
              <a:ext uri="{FF2B5EF4-FFF2-40B4-BE49-F238E27FC236}">
                <a16:creationId xmlns:a16="http://schemas.microsoft.com/office/drawing/2014/main" id="{D5462375-9817-4D05-BA54-7080156A2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5796" name="Oval 4">
            <a:extLst>
              <a:ext uri="{FF2B5EF4-FFF2-40B4-BE49-F238E27FC236}">
                <a16:creationId xmlns:a16="http://schemas.microsoft.com/office/drawing/2014/main" id="{71EBB482-14EA-4569-B378-26BB13396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5797" name="Oval 5">
            <a:extLst>
              <a:ext uri="{FF2B5EF4-FFF2-40B4-BE49-F238E27FC236}">
                <a16:creationId xmlns:a16="http://schemas.microsoft.com/office/drawing/2014/main" id="{A4EDCA08-6AA8-49B6-8878-8C099FDD8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5798" name="Oval 6">
            <a:extLst>
              <a:ext uri="{FF2B5EF4-FFF2-40B4-BE49-F238E27FC236}">
                <a16:creationId xmlns:a16="http://schemas.microsoft.com/office/drawing/2014/main" id="{D32BDEC4-02E8-4B19-852F-8B71D1E16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5799" name="Oval 7">
            <a:extLst>
              <a:ext uri="{FF2B5EF4-FFF2-40B4-BE49-F238E27FC236}">
                <a16:creationId xmlns:a16="http://schemas.microsoft.com/office/drawing/2014/main" id="{2B54F0DC-1D5B-4460-9715-6ECD42C95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5800" name="Oval 8">
            <a:extLst>
              <a:ext uri="{FF2B5EF4-FFF2-40B4-BE49-F238E27FC236}">
                <a16:creationId xmlns:a16="http://schemas.microsoft.com/office/drawing/2014/main" id="{7E4B6D8C-0AD0-40D9-826E-908A84D92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5801" name="Oval 9">
            <a:extLst>
              <a:ext uri="{FF2B5EF4-FFF2-40B4-BE49-F238E27FC236}">
                <a16:creationId xmlns:a16="http://schemas.microsoft.com/office/drawing/2014/main" id="{2D6CD194-3A68-4AB8-A44B-108F90B26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5802" name="Oval 10">
            <a:extLst>
              <a:ext uri="{FF2B5EF4-FFF2-40B4-BE49-F238E27FC236}">
                <a16:creationId xmlns:a16="http://schemas.microsoft.com/office/drawing/2014/main" id="{11E38D54-7AD4-4C92-99C3-DE290843F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5803" name="AutoShape 11">
            <a:extLst>
              <a:ext uri="{FF2B5EF4-FFF2-40B4-BE49-F238E27FC236}">
                <a16:creationId xmlns:a16="http://schemas.microsoft.com/office/drawing/2014/main" id="{0DADC9F1-7A1D-4F8F-AB75-D97363EFC5C7}"/>
              </a:ext>
            </a:extLst>
          </p:cNvPr>
          <p:cNvCxnSpPr>
            <a:cxnSpLocks noChangeShapeType="1"/>
            <a:stCxn id="545795" idx="7"/>
            <a:endCxn id="545798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04" name="AutoShape 12">
            <a:extLst>
              <a:ext uri="{FF2B5EF4-FFF2-40B4-BE49-F238E27FC236}">
                <a16:creationId xmlns:a16="http://schemas.microsoft.com/office/drawing/2014/main" id="{FA98F6C2-4700-4CB4-9EE5-54BBEBC447C9}"/>
              </a:ext>
            </a:extLst>
          </p:cNvPr>
          <p:cNvCxnSpPr>
            <a:cxnSpLocks noChangeShapeType="1"/>
            <a:stCxn id="545795" idx="6"/>
            <a:endCxn id="545799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05" name="AutoShape 13">
            <a:extLst>
              <a:ext uri="{FF2B5EF4-FFF2-40B4-BE49-F238E27FC236}">
                <a16:creationId xmlns:a16="http://schemas.microsoft.com/office/drawing/2014/main" id="{4C7480CE-FCA5-4EAB-A5B4-666B4C7545E4}"/>
              </a:ext>
            </a:extLst>
          </p:cNvPr>
          <p:cNvCxnSpPr>
            <a:cxnSpLocks noChangeShapeType="1"/>
            <a:stCxn id="545795" idx="5"/>
            <a:endCxn id="545800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06" name="AutoShape 14">
            <a:extLst>
              <a:ext uri="{FF2B5EF4-FFF2-40B4-BE49-F238E27FC236}">
                <a16:creationId xmlns:a16="http://schemas.microsoft.com/office/drawing/2014/main" id="{FC4DFB51-C460-47B7-B460-86B07AC7A767}"/>
              </a:ext>
            </a:extLst>
          </p:cNvPr>
          <p:cNvCxnSpPr>
            <a:cxnSpLocks noChangeShapeType="1"/>
            <a:stCxn id="545799" idx="7"/>
            <a:endCxn id="545796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07" name="AutoShape 15">
            <a:extLst>
              <a:ext uri="{FF2B5EF4-FFF2-40B4-BE49-F238E27FC236}">
                <a16:creationId xmlns:a16="http://schemas.microsoft.com/office/drawing/2014/main" id="{54E0120A-67E6-4A14-8D9D-51D3397D4DF7}"/>
              </a:ext>
            </a:extLst>
          </p:cNvPr>
          <p:cNvCxnSpPr>
            <a:cxnSpLocks noChangeShapeType="1"/>
            <a:stCxn id="545801" idx="7"/>
            <a:endCxn id="545796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08" name="AutoShape 16">
            <a:extLst>
              <a:ext uri="{FF2B5EF4-FFF2-40B4-BE49-F238E27FC236}">
                <a16:creationId xmlns:a16="http://schemas.microsoft.com/office/drawing/2014/main" id="{FD0DEC19-B013-4855-BDD2-C9929D24D266}"/>
              </a:ext>
            </a:extLst>
          </p:cNvPr>
          <p:cNvCxnSpPr>
            <a:cxnSpLocks noChangeShapeType="1"/>
            <a:stCxn id="545799" idx="5"/>
            <a:endCxn id="545802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09" name="AutoShape 17">
            <a:extLst>
              <a:ext uri="{FF2B5EF4-FFF2-40B4-BE49-F238E27FC236}">
                <a16:creationId xmlns:a16="http://schemas.microsoft.com/office/drawing/2014/main" id="{A3B52C14-77DD-4306-A76A-CA07A2BC6906}"/>
              </a:ext>
            </a:extLst>
          </p:cNvPr>
          <p:cNvCxnSpPr>
            <a:cxnSpLocks noChangeShapeType="1"/>
            <a:stCxn id="545802" idx="5"/>
            <a:endCxn id="545797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0" name="AutoShape 18">
            <a:extLst>
              <a:ext uri="{FF2B5EF4-FFF2-40B4-BE49-F238E27FC236}">
                <a16:creationId xmlns:a16="http://schemas.microsoft.com/office/drawing/2014/main" id="{9C81BF5E-7448-4BB1-9B6A-BAAABB93F379}"/>
              </a:ext>
            </a:extLst>
          </p:cNvPr>
          <p:cNvCxnSpPr>
            <a:cxnSpLocks noChangeShapeType="1"/>
            <a:stCxn id="545802" idx="6"/>
            <a:endCxn id="545801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1" name="AutoShape 19">
            <a:extLst>
              <a:ext uri="{FF2B5EF4-FFF2-40B4-BE49-F238E27FC236}">
                <a16:creationId xmlns:a16="http://schemas.microsoft.com/office/drawing/2014/main" id="{F81B0158-2FD7-49B0-AFD3-FEA5DF1E039E}"/>
              </a:ext>
            </a:extLst>
          </p:cNvPr>
          <p:cNvCxnSpPr>
            <a:cxnSpLocks noChangeShapeType="1"/>
            <a:stCxn id="545801" idx="4"/>
            <a:endCxn id="545797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2" name="AutoShape 20">
            <a:extLst>
              <a:ext uri="{FF2B5EF4-FFF2-40B4-BE49-F238E27FC236}">
                <a16:creationId xmlns:a16="http://schemas.microsoft.com/office/drawing/2014/main" id="{C527FB5A-90F0-4147-8002-EABDEB755116}"/>
              </a:ext>
            </a:extLst>
          </p:cNvPr>
          <p:cNvCxnSpPr>
            <a:cxnSpLocks noChangeShapeType="1"/>
            <a:stCxn id="545796" idx="3"/>
            <a:endCxn id="545802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3" name="AutoShape 21">
            <a:extLst>
              <a:ext uri="{FF2B5EF4-FFF2-40B4-BE49-F238E27FC236}">
                <a16:creationId xmlns:a16="http://schemas.microsoft.com/office/drawing/2014/main" id="{EDDBDAC9-3376-4509-AA49-B6DBDCC0F6D5}"/>
              </a:ext>
            </a:extLst>
          </p:cNvPr>
          <p:cNvCxnSpPr>
            <a:cxnSpLocks noChangeShapeType="1"/>
            <a:stCxn id="545799" idx="4"/>
            <a:endCxn id="545800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4" name="AutoShape 22">
            <a:extLst>
              <a:ext uri="{FF2B5EF4-FFF2-40B4-BE49-F238E27FC236}">
                <a16:creationId xmlns:a16="http://schemas.microsoft.com/office/drawing/2014/main" id="{4D263E55-A81B-4C2B-B5CB-B7698EDAB6BC}"/>
              </a:ext>
            </a:extLst>
          </p:cNvPr>
          <p:cNvCxnSpPr>
            <a:cxnSpLocks noChangeShapeType="1"/>
            <a:stCxn id="545800" idx="6"/>
            <a:endCxn id="545802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5" name="AutoShape 23">
            <a:extLst>
              <a:ext uri="{FF2B5EF4-FFF2-40B4-BE49-F238E27FC236}">
                <a16:creationId xmlns:a16="http://schemas.microsoft.com/office/drawing/2014/main" id="{57FDFC30-62E0-4E1A-B30C-CF4D1E7A168A}"/>
              </a:ext>
            </a:extLst>
          </p:cNvPr>
          <p:cNvCxnSpPr>
            <a:cxnSpLocks noChangeShapeType="1"/>
            <a:stCxn id="545798" idx="6"/>
            <a:endCxn id="545796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6" name="AutoShape 24">
            <a:extLst>
              <a:ext uri="{FF2B5EF4-FFF2-40B4-BE49-F238E27FC236}">
                <a16:creationId xmlns:a16="http://schemas.microsoft.com/office/drawing/2014/main" id="{EEBE1B77-762B-4214-9326-EC333F45AAE6}"/>
              </a:ext>
            </a:extLst>
          </p:cNvPr>
          <p:cNvCxnSpPr>
            <a:cxnSpLocks noChangeShapeType="1"/>
            <a:stCxn id="545800" idx="6"/>
            <a:endCxn id="545797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5817" name="AutoShape 25">
            <a:extLst>
              <a:ext uri="{FF2B5EF4-FFF2-40B4-BE49-F238E27FC236}">
                <a16:creationId xmlns:a16="http://schemas.microsoft.com/office/drawing/2014/main" id="{99FCDA1B-5AC4-4EFD-93C1-8685AAF11FA4}"/>
              </a:ext>
            </a:extLst>
          </p:cNvPr>
          <p:cNvCxnSpPr>
            <a:cxnSpLocks noChangeShapeType="1"/>
            <a:stCxn id="545796" idx="5"/>
            <a:endCxn id="545797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5818" name="Text Box 26">
            <a:extLst>
              <a:ext uri="{FF2B5EF4-FFF2-40B4-BE49-F238E27FC236}">
                <a16:creationId xmlns:a16="http://schemas.microsoft.com/office/drawing/2014/main" id="{A8BD5F11-881E-458F-827E-4F2C1B537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5819" name="Text Box 27">
            <a:extLst>
              <a:ext uri="{FF2B5EF4-FFF2-40B4-BE49-F238E27FC236}">
                <a16:creationId xmlns:a16="http://schemas.microsoft.com/office/drawing/2014/main" id="{522C1388-FACF-47F3-BC24-FE8A77E54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5820" name="Text Box 28">
            <a:extLst>
              <a:ext uri="{FF2B5EF4-FFF2-40B4-BE49-F238E27FC236}">
                <a16:creationId xmlns:a16="http://schemas.microsoft.com/office/drawing/2014/main" id="{4865D6AC-58A6-49F8-9E4B-A29FF5CBA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5821" name="Text Box 29">
            <a:extLst>
              <a:ext uri="{FF2B5EF4-FFF2-40B4-BE49-F238E27FC236}">
                <a16:creationId xmlns:a16="http://schemas.microsoft.com/office/drawing/2014/main" id="{74B2CB30-D022-4564-8D33-AEAD65CBB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5822" name="Text Box 30">
            <a:extLst>
              <a:ext uri="{FF2B5EF4-FFF2-40B4-BE49-F238E27FC236}">
                <a16:creationId xmlns:a16="http://schemas.microsoft.com/office/drawing/2014/main" id="{B13F62B8-9FB9-413E-9F30-87EAF3691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5823" name="Text Box 31">
            <a:extLst>
              <a:ext uri="{FF2B5EF4-FFF2-40B4-BE49-F238E27FC236}">
                <a16:creationId xmlns:a16="http://schemas.microsoft.com/office/drawing/2014/main" id="{6A0AFE5C-7EA1-4F80-8A09-0FFE90C3D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5824" name="Text Box 32">
            <a:extLst>
              <a:ext uri="{FF2B5EF4-FFF2-40B4-BE49-F238E27FC236}">
                <a16:creationId xmlns:a16="http://schemas.microsoft.com/office/drawing/2014/main" id="{264EEE4A-0173-40C3-B04B-047320F6E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5825" name="Text Box 33">
            <a:extLst>
              <a:ext uri="{FF2B5EF4-FFF2-40B4-BE49-F238E27FC236}">
                <a16:creationId xmlns:a16="http://schemas.microsoft.com/office/drawing/2014/main" id="{26386374-BB63-46DF-A745-D0745F807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5826" name="Text Box 34">
            <a:extLst>
              <a:ext uri="{FF2B5EF4-FFF2-40B4-BE49-F238E27FC236}">
                <a16:creationId xmlns:a16="http://schemas.microsoft.com/office/drawing/2014/main" id="{916A0835-FA7F-4274-BE82-5F47AA694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5827" name="Text Box 35">
            <a:extLst>
              <a:ext uri="{FF2B5EF4-FFF2-40B4-BE49-F238E27FC236}">
                <a16:creationId xmlns:a16="http://schemas.microsoft.com/office/drawing/2014/main" id="{6DCB9EDA-9002-4F59-9A45-1A0786B8C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5828" name="Text Box 36">
            <a:extLst>
              <a:ext uri="{FF2B5EF4-FFF2-40B4-BE49-F238E27FC236}">
                <a16:creationId xmlns:a16="http://schemas.microsoft.com/office/drawing/2014/main" id="{E26B74FE-A31F-4457-A0BE-24B85B473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5829" name="Text Box 37">
            <a:extLst>
              <a:ext uri="{FF2B5EF4-FFF2-40B4-BE49-F238E27FC236}">
                <a16:creationId xmlns:a16="http://schemas.microsoft.com/office/drawing/2014/main" id="{D7240468-11B6-4170-ABAE-1986B1F89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5830" name="Text Box 38">
            <a:extLst>
              <a:ext uri="{FF2B5EF4-FFF2-40B4-BE49-F238E27FC236}">
                <a16:creationId xmlns:a16="http://schemas.microsoft.com/office/drawing/2014/main" id="{BF6D03C6-74CC-43E3-A2D6-94F0244AC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5831" name="Text Box 39">
            <a:extLst>
              <a:ext uri="{FF2B5EF4-FFF2-40B4-BE49-F238E27FC236}">
                <a16:creationId xmlns:a16="http://schemas.microsoft.com/office/drawing/2014/main" id="{0E047B94-FC34-4D62-9DF3-43A351A1C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5832" name="Text Box 40">
            <a:extLst>
              <a:ext uri="{FF2B5EF4-FFF2-40B4-BE49-F238E27FC236}">
                <a16:creationId xmlns:a16="http://schemas.microsoft.com/office/drawing/2014/main" id="{3D49853C-9BC4-4DF7-9331-3371B62BF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5833" name="Text Box 41">
            <a:extLst>
              <a:ext uri="{FF2B5EF4-FFF2-40B4-BE49-F238E27FC236}">
                <a16:creationId xmlns:a16="http://schemas.microsoft.com/office/drawing/2014/main" id="{142CD9C8-9181-4870-979F-1CBA4F999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34" name="Text Box 42">
            <a:extLst>
              <a:ext uri="{FF2B5EF4-FFF2-40B4-BE49-F238E27FC236}">
                <a16:creationId xmlns:a16="http://schemas.microsoft.com/office/drawing/2014/main" id="{C22B668A-CCAD-4258-B644-1E339A173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36" name="Text Box 44">
            <a:extLst>
              <a:ext uri="{FF2B5EF4-FFF2-40B4-BE49-F238E27FC236}">
                <a16:creationId xmlns:a16="http://schemas.microsoft.com/office/drawing/2014/main" id="{362B13C2-2F16-4654-AE60-2B76C004E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37" name="Text Box 45">
            <a:extLst>
              <a:ext uri="{FF2B5EF4-FFF2-40B4-BE49-F238E27FC236}">
                <a16:creationId xmlns:a16="http://schemas.microsoft.com/office/drawing/2014/main" id="{17F8CBB3-1A83-4821-BB0A-1F78C4EDF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38" name="Text Box 46">
            <a:extLst>
              <a:ext uri="{FF2B5EF4-FFF2-40B4-BE49-F238E27FC236}">
                <a16:creationId xmlns:a16="http://schemas.microsoft.com/office/drawing/2014/main" id="{2D0C16E2-3B64-4826-9EAA-BC1F97D65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39" name="Text Box 47">
            <a:extLst>
              <a:ext uri="{FF2B5EF4-FFF2-40B4-BE49-F238E27FC236}">
                <a16:creationId xmlns:a16="http://schemas.microsoft.com/office/drawing/2014/main" id="{D02BE114-97E2-458D-921E-83BCDAE95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40" name="Text Box 48">
            <a:extLst>
              <a:ext uri="{FF2B5EF4-FFF2-40B4-BE49-F238E27FC236}">
                <a16:creationId xmlns:a16="http://schemas.microsoft.com/office/drawing/2014/main" id="{3461D343-D5E3-4F14-AC0C-FB2E1EB18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41" name="Text Box 49">
            <a:extLst>
              <a:ext uri="{FF2B5EF4-FFF2-40B4-BE49-F238E27FC236}">
                <a16:creationId xmlns:a16="http://schemas.microsoft.com/office/drawing/2014/main" id="{E1B8F48C-07C7-4EDE-BD59-859A060DE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4, 5, t }</a:t>
            </a:r>
          </a:p>
        </p:txBody>
      </p:sp>
      <p:sp>
        <p:nvSpPr>
          <p:cNvPr id="545842" name="Text Box 50">
            <a:extLst>
              <a:ext uri="{FF2B5EF4-FFF2-40B4-BE49-F238E27FC236}">
                <a16:creationId xmlns:a16="http://schemas.microsoft.com/office/drawing/2014/main" id="{2903D577-3BFF-4FD8-9CA6-424CA19FB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43" name="Text Box 51">
            <a:extLst>
              <a:ext uri="{FF2B5EF4-FFF2-40B4-BE49-F238E27FC236}">
                <a16:creationId xmlns:a16="http://schemas.microsoft.com/office/drawing/2014/main" id="{FFA67475-73DE-41FF-AC5C-CA5372869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44" name="Text Box 52">
            <a:extLst>
              <a:ext uri="{FF2B5EF4-FFF2-40B4-BE49-F238E27FC236}">
                <a16:creationId xmlns:a16="http://schemas.microsoft.com/office/drawing/2014/main" id="{29D9E0D6-9738-4FD4-8B6A-A3CCF2DDE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45" name="Text Box 53">
            <a:extLst>
              <a:ext uri="{FF2B5EF4-FFF2-40B4-BE49-F238E27FC236}">
                <a16:creationId xmlns:a16="http://schemas.microsoft.com/office/drawing/2014/main" id="{52900997-B830-4E15-9BF2-4E7D27C27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46" name="Text Box 54">
            <a:extLst>
              <a:ext uri="{FF2B5EF4-FFF2-40B4-BE49-F238E27FC236}">
                <a16:creationId xmlns:a16="http://schemas.microsoft.com/office/drawing/2014/main" id="{F50B543B-6EB2-476C-A58B-980BEFCEA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47" name="Text Box 55">
            <a:extLst>
              <a:ext uri="{FF2B5EF4-FFF2-40B4-BE49-F238E27FC236}">
                <a16:creationId xmlns:a16="http://schemas.microsoft.com/office/drawing/2014/main" id="{3AF182C1-7F10-49CF-9248-CB1A282CD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50" name="Text Box 58">
            <a:extLst>
              <a:ext uri="{FF2B5EF4-FFF2-40B4-BE49-F238E27FC236}">
                <a16:creationId xmlns:a16="http://schemas.microsoft.com/office/drawing/2014/main" id="{63E88767-D3F5-4642-A2C0-1F6A8505F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51" name="Text Box 59">
            <a:extLst>
              <a:ext uri="{FF2B5EF4-FFF2-40B4-BE49-F238E27FC236}">
                <a16:creationId xmlns:a16="http://schemas.microsoft.com/office/drawing/2014/main" id="{085B8594-7DDE-4031-A2CA-B5A62AE75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52" name="Text Box 60">
            <a:extLst>
              <a:ext uri="{FF2B5EF4-FFF2-40B4-BE49-F238E27FC236}">
                <a16:creationId xmlns:a16="http://schemas.microsoft.com/office/drawing/2014/main" id="{151F30F7-3BA2-45F2-BCE9-45A56F3E6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53" name="Text Box 61">
            <a:extLst>
              <a:ext uri="{FF2B5EF4-FFF2-40B4-BE49-F238E27FC236}">
                <a16:creationId xmlns:a16="http://schemas.microsoft.com/office/drawing/2014/main" id="{5C5822C3-3DCE-4DB6-A10A-93B87F457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54" name="Text Box 62">
            <a:extLst>
              <a:ext uri="{FF2B5EF4-FFF2-40B4-BE49-F238E27FC236}">
                <a16:creationId xmlns:a16="http://schemas.microsoft.com/office/drawing/2014/main" id="{A12565FE-699A-474D-B617-D0F1D4775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55" name="Text Box 63">
            <a:extLst>
              <a:ext uri="{FF2B5EF4-FFF2-40B4-BE49-F238E27FC236}">
                <a16:creationId xmlns:a16="http://schemas.microsoft.com/office/drawing/2014/main" id="{B4C7B0F3-7237-4D73-AF31-A619CA661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60" name="Text Box 68">
            <a:extLst>
              <a:ext uri="{FF2B5EF4-FFF2-40B4-BE49-F238E27FC236}">
                <a16:creationId xmlns:a16="http://schemas.microsoft.com/office/drawing/2014/main" id="{2C7C8F69-48D1-41E5-9671-AC638259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61" name="Text Box 69">
            <a:extLst>
              <a:ext uri="{FF2B5EF4-FFF2-40B4-BE49-F238E27FC236}">
                <a16:creationId xmlns:a16="http://schemas.microsoft.com/office/drawing/2014/main" id="{6C734EC9-A9B8-475D-BCFB-0C406B104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62" name="Text Box 70">
            <a:extLst>
              <a:ext uri="{FF2B5EF4-FFF2-40B4-BE49-F238E27FC236}">
                <a16:creationId xmlns:a16="http://schemas.microsoft.com/office/drawing/2014/main" id="{AEF12C6B-B302-4342-8BD0-4061EE996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63" name="Text Box 71">
            <a:extLst>
              <a:ext uri="{FF2B5EF4-FFF2-40B4-BE49-F238E27FC236}">
                <a16:creationId xmlns:a16="http://schemas.microsoft.com/office/drawing/2014/main" id="{C46B7283-9B46-444D-8443-305843CB1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64" name="Text Box 72">
            <a:extLst>
              <a:ext uri="{FF2B5EF4-FFF2-40B4-BE49-F238E27FC236}">
                <a16:creationId xmlns:a16="http://schemas.microsoft.com/office/drawing/2014/main" id="{C2C4CF9A-0874-4C5A-AD31-E94C6921C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65" name="Text Box 73">
            <a:extLst>
              <a:ext uri="{FF2B5EF4-FFF2-40B4-BE49-F238E27FC236}">
                <a16:creationId xmlns:a16="http://schemas.microsoft.com/office/drawing/2014/main" id="{BF1E1167-B276-4C09-B485-BF813E54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66" name="Text Box 74">
            <a:extLst>
              <a:ext uri="{FF2B5EF4-FFF2-40B4-BE49-F238E27FC236}">
                <a16:creationId xmlns:a16="http://schemas.microsoft.com/office/drawing/2014/main" id="{2C82D552-1074-4257-B82C-068762D54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67" name="Text Box 75">
            <a:extLst>
              <a:ext uri="{FF2B5EF4-FFF2-40B4-BE49-F238E27FC236}">
                <a16:creationId xmlns:a16="http://schemas.microsoft.com/office/drawing/2014/main" id="{87FD3EB1-D562-41E2-95FD-1F12E52A2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5868" name="Text Box 76">
            <a:extLst>
              <a:ext uri="{FF2B5EF4-FFF2-40B4-BE49-F238E27FC236}">
                <a16:creationId xmlns:a16="http://schemas.microsoft.com/office/drawing/2014/main" id="{52D7E783-6D09-4AE5-88F3-6437036BB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5869" name="Freeform 77">
            <a:extLst>
              <a:ext uri="{FF2B5EF4-FFF2-40B4-BE49-F238E27FC236}">
                <a16:creationId xmlns:a16="http://schemas.microsoft.com/office/drawing/2014/main" id="{F67B5CCB-967E-468E-B3E7-CC66A59B91B4}"/>
              </a:ext>
            </a:extLst>
          </p:cNvPr>
          <p:cNvSpPr>
            <a:spLocks/>
          </p:cNvSpPr>
          <p:nvPr/>
        </p:nvSpPr>
        <p:spPr bwMode="auto">
          <a:xfrm>
            <a:off x="1663700" y="1981200"/>
            <a:ext cx="8547100" cy="4737100"/>
          </a:xfrm>
          <a:custGeom>
            <a:avLst/>
            <a:gdLst>
              <a:gd name="T0" fmla="*/ 40 w 5384"/>
              <a:gd name="T1" fmla="*/ 776 h 2984"/>
              <a:gd name="T2" fmla="*/ 376 w 5384"/>
              <a:gd name="T3" fmla="*/ 544 h 2984"/>
              <a:gd name="T4" fmla="*/ 584 w 5384"/>
              <a:gd name="T5" fmla="*/ 464 h 2984"/>
              <a:gd name="T6" fmla="*/ 1440 w 5384"/>
              <a:gd name="T7" fmla="*/ 280 h 2984"/>
              <a:gd name="T8" fmla="*/ 2408 w 5384"/>
              <a:gd name="T9" fmla="*/ 264 h 2984"/>
              <a:gd name="T10" fmla="*/ 2664 w 5384"/>
              <a:gd name="T11" fmla="*/ 312 h 2984"/>
              <a:gd name="T12" fmla="*/ 3928 w 5384"/>
              <a:gd name="T13" fmla="*/ 336 h 2984"/>
              <a:gd name="T14" fmla="*/ 4632 w 5384"/>
              <a:gd name="T15" fmla="*/ 312 h 2984"/>
              <a:gd name="T16" fmla="*/ 4840 w 5384"/>
              <a:gd name="T17" fmla="*/ 243 h 2984"/>
              <a:gd name="T18" fmla="*/ 5128 w 5384"/>
              <a:gd name="T19" fmla="*/ 8 h 2984"/>
              <a:gd name="T20" fmla="*/ 5331 w 5384"/>
              <a:gd name="T21" fmla="*/ 181 h 2984"/>
              <a:gd name="T22" fmla="*/ 5384 w 5384"/>
              <a:gd name="T23" fmla="*/ 384 h 2984"/>
              <a:gd name="T24" fmla="*/ 5304 w 5384"/>
              <a:gd name="T25" fmla="*/ 824 h 2984"/>
              <a:gd name="T26" fmla="*/ 5032 w 5384"/>
              <a:gd name="T27" fmla="*/ 1024 h 2984"/>
              <a:gd name="T28" fmla="*/ 4528 w 5384"/>
              <a:gd name="T29" fmla="*/ 992 h 2984"/>
              <a:gd name="T30" fmla="*/ 4072 w 5384"/>
              <a:gd name="T31" fmla="*/ 1003 h 2984"/>
              <a:gd name="T32" fmla="*/ 3763 w 5384"/>
              <a:gd name="T33" fmla="*/ 1077 h 2984"/>
              <a:gd name="T34" fmla="*/ 3357 w 5384"/>
              <a:gd name="T35" fmla="*/ 1173 h 2984"/>
              <a:gd name="T36" fmla="*/ 3187 w 5384"/>
              <a:gd name="T37" fmla="*/ 1184 h 2984"/>
              <a:gd name="T38" fmla="*/ 2792 w 5384"/>
              <a:gd name="T39" fmla="*/ 1248 h 2984"/>
              <a:gd name="T40" fmla="*/ 2304 w 5384"/>
              <a:gd name="T41" fmla="*/ 1360 h 2984"/>
              <a:gd name="T42" fmla="*/ 1976 w 5384"/>
              <a:gd name="T43" fmla="*/ 1480 h 2984"/>
              <a:gd name="T44" fmla="*/ 1936 w 5384"/>
              <a:gd name="T45" fmla="*/ 1520 h 2984"/>
              <a:gd name="T46" fmla="*/ 1848 w 5384"/>
              <a:gd name="T47" fmla="*/ 1712 h 2984"/>
              <a:gd name="T48" fmla="*/ 1720 w 5384"/>
              <a:gd name="T49" fmla="*/ 2080 h 2984"/>
              <a:gd name="T50" fmla="*/ 1800 w 5384"/>
              <a:gd name="T51" fmla="*/ 2808 h 2984"/>
              <a:gd name="T52" fmla="*/ 1680 w 5384"/>
              <a:gd name="T53" fmla="*/ 2880 h 2984"/>
              <a:gd name="T54" fmla="*/ 1088 w 5384"/>
              <a:gd name="T55" fmla="*/ 2960 h 2984"/>
              <a:gd name="T56" fmla="*/ 960 w 5384"/>
              <a:gd name="T57" fmla="*/ 2912 h 2984"/>
              <a:gd name="T58" fmla="*/ 752 w 5384"/>
              <a:gd name="T59" fmla="*/ 2536 h 2984"/>
              <a:gd name="T60" fmla="*/ 664 w 5384"/>
              <a:gd name="T61" fmla="*/ 2280 h 2984"/>
              <a:gd name="T62" fmla="*/ 608 w 5384"/>
              <a:gd name="T63" fmla="*/ 2072 h 2984"/>
              <a:gd name="T64" fmla="*/ 464 w 5384"/>
              <a:gd name="T65" fmla="*/ 1808 h 2984"/>
              <a:gd name="T66" fmla="*/ 368 w 5384"/>
              <a:gd name="T67" fmla="*/ 1528 h 2984"/>
              <a:gd name="T68" fmla="*/ 240 w 5384"/>
              <a:gd name="T69" fmla="*/ 1328 h 2984"/>
              <a:gd name="T70" fmla="*/ 168 w 5384"/>
              <a:gd name="T71" fmla="*/ 1256 h 2984"/>
              <a:gd name="T72" fmla="*/ 136 w 5384"/>
              <a:gd name="T73" fmla="*/ 1208 h 2984"/>
              <a:gd name="T74" fmla="*/ 0 w 5384"/>
              <a:gd name="T75" fmla="*/ 992 h 2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384" h="2984">
                <a:moveTo>
                  <a:pt x="0" y="992"/>
                </a:moveTo>
                <a:cubicBezTo>
                  <a:pt x="12" y="932"/>
                  <a:pt x="8" y="824"/>
                  <a:pt x="40" y="776"/>
                </a:cubicBezTo>
                <a:cubicBezTo>
                  <a:pt x="95" y="694"/>
                  <a:pt x="199" y="659"/>
                  <a:pt x="280" y="608"/>
                </a:cubicBezTo>
                <a:cubicBezTo>
                  <a:pt x="312" y="587"/>
                  <a:pt x="346" y="569"/>
                  <a:pt x="376" y="544"/>
                </a:cubicBezTo>
                <a:cubicBezTo>
                  <a:pt x="385" y="537"/>
                  <a:pt x="390" y="526"/>
                  <a:pt x="400" y="520"/>
                </a:cubicBezTo>
                <a:cubicBezTo>
                  <a:pt x="458" y="485"/>
                  <a:pt x="523" y="488"/>
                  <a:pt x="584" y="464"/>
                </a:cubicBezTo>
                <a:cubicBezTo>
                  <a:pt x="772" y="389"/>
                  <a:pt x="964" y="328"/>
                  <a:pt x="1168" y="312"/>
                </a:cubicBezTo>
                <a:cubicBezTo>
                  <a:pt x="1259" y="297"/>
                  <a:pt x="1348" y="286"/>
                  <a:pt x="1440" y="280"/>
                </a:cubicBezTo>
                <a:cubicBezTo>
                  <a:pt x="1507" y="269"/>
                  <a:pt x="1574" y="269"/>
                  <a:pt x="1640" y="256"/>
                </a:cubicBezTo>
                <a:cubicBezTo>
                  <a:pt x="1896" y="259"/>
                  <a:pt x="2152" y="257"/>
                  <a:pt x="2408" y="264"/>
                </a:cubicBezTo>
                <a:cubicBezTo>
                  <a:pt x="2435" y="265"/>
                  <a:pt x="2488" y="280"/>
                  <a:pt x="2488" y="280"/>
                </a:cubicBezTo>
                <a:cubicBezTo>
                  <a:pt x="2543" y="317"/>
                  <a:pt x="2594" y="308"/>
                  <a:pt x="2664" y="312"/>
                </a:cubicBezTo>
                <a:cubicBezTo>
                  <a:pt x="2779" y="318"/>
                  <a:pt x="2893" y="322"/>
                  <a:pt x="3008" y="328"/>
                </a:cubicBezTo>
                <a:cubicBezTo>
                  <a:pt x="3277" y="395"/>
                  <a:pt x="3886" y="336"/>
                  <a:pt x="3928" y="336"/>
                </a:cubicBezTo>
                <a:cubicBezTo>
                  <a:pt x="4164" y="334"/>
                  <a:pt x="4305" y="322"/>
                  <a:pt x="4422" y="318"/>
                </a:cubicBezTo>
                <a:cubicBezTo>
                  <a:pt x="4539" y="314"/>
                  <a:pt x="4574" y="320"/>
                  <a:pt x="4632" y="312"/>
                </a:cubicBezTo>
                <a:cubicBezTo>
                  <a:pt x="4679" y="300"/>
                  <a:pt x="4722" y="287"/>
                  <a:pt x="4768" y="272"/>
                </a:cubicBezTo>
                <a:cubicBezTo>
                  <a:pt x="4804" y="260"/>
                  <a:pt x="4803" y="251"/>
                  <a:pt x="4840" y="243"/>
                </a:cubicBezTo>
                <a:cubicBezTo>
                  <a:pt x="4908" y="228"/>
                  <a:pt x="4912" y="89"/>
                  <a:pt x="4979" y="72"/>
                </a:cubicBezTo>
                <a:cubicBezTo>
                  <a:pt x="5003" y="75"/>
                  <a:pt x="5105" y="0"/>
                  <a:pt x="5128" y="8"/>
                </a:cubicBezTo>
                <a:cubicBezTo>
                  <a:pt x="5137" y="11"/>
                  <a:pt x="5258" y="62"/>
                  <a:pt x="5267" y="64"/>
                </a:cubicBezTo>
                <a:cubicBezTo>
                  <a:pt x="5309" y="73"/>
                  <a:pt x="5288" y="178"/>
                  <a:pt x="5331" y="181"/>
                </a:cubicBezTo>
                <a:cubicBezTo>
                  <a:pt x="5358" y="221"/>
                  <a:pt x="5324" y="299"/>
                  <a:pt x="5368" y="328"/>
                </a:cubicBezTo>
                <a:cubicBezTo>
                  <a:pt x="5372" y="339"/>
                  <a:pt x="5384" y="374"/>
                  <a:pt x="5384" y="384"/>
                </a:cubicBezTo>
                <a:cubicBezTo>
                  <a:pt x="5384" y="532"/>
                  <a:pt x="5383" y="642"/>
                  <a:pt x="5320" y="768"/>
                </a:cubicBezTo>
                <a:cubicBezTo>
                  <a:pt x="5310" y="787"/>
                  <a:pt x="5312" y="803"/>
                  <a:pt x="5304" y="824"/>
                </a:cubicBezTo>
                <a:cubicBezTo>
                  <a:pt x="5284" y="876"/>
                  <a:pt x="5228" y="915"/>
                  <a:pt x="5176" y="928"/>
                </a:cubicBezTo>
                <a:cubicBezTo>
                  <a:pt x="5135" y="969"/>
                  <a:pt x="5094" y="1019"/>
                  <a:pt x="5032" y="1024"/>
                </a:cubicBezTo>
                <a:cubicBezTo>
                  <a:pt x="4971" y="1029"/>
                  <a:pt x="4909" y="1029"/>
                  <a:pt x="4848" y="1032"/>
                </a:cubicBezTo>
                <a:cubicBezTo>
                  <a:pt x="4741" y="1019"/>
                  <a:pt x="4635" y="1005"/>
                  <a:pt x="4528" y="992"/>
                </a:cubicBezTo>
                <a:cubicBezTo>
                  <a:pt x="4455" y="968"/>
                  <a:pt x="4378" y="955"/>
                  <a:pt x="4304" y="936"/>
                </a:cubicBezTo>
                <a:cubicBezTo>
                  <a:pt x="4229" y="939"/>
                  <a:pt x="4146" y="996"/>
                  <a:pt x="4072" y="1003"/>
                </a:cubicBezTo>
                <a:cubicBezTo>
                  <a:pt x="4037" y="1006"/>
                  <a:pt x="3979" y="1051"/>
                  <a:pt x="3944" y="1056"/>
                </a:cubicBezTo>
                <a:cubicBezTo>
                  <a:pt x="3901" y="1070"/>
                  <a:pt x="3810" y="1070"/>
                  <a:pt x="3763" y="1077"/>
                </a:cubicBezTo>
                <a:cubicBezTo>
                  <a:pt x="3680" y="1089"/>
                  <a:pt x="3612" y="1117"/>
                  <a:pt x="3539" y="1120"/>
                </a:cubicBezTo>
                <a:cubicBezTo>
                  <a:pt x="3495" y="1127"/>
                  <a:pt x="3398" y="1153"/>
                  <a:pt x="3357" y="1173"/>
                </a:cubicBezTo>
                <a:cubicBezTo>
                  <a:pt x="3302" y="1201"/>
                  <a:pt x="3307" y="1156"/>
                  <a:pt x="3240" y="1173"/>
                </a:cubicBezTo>
                <a:cubicBezTo>
                  <a:pt x="3240" y="1162"/>
                  <a:pt x="3215" y="1181"/>
                  <a:pt x="3187" y="1184"/>
                </a:cubicBezTo>
                <a:cubicBezTo>
                  <a:pt x="3159" y="1187"/>
                  <a:pt x="3138" y="1181"/>
                  <a:pt x="3072" y="1192"/>
                </a:cubicBezTo>
                <a:cubicBezTo>
                  <a:pt x="2978" y="1215"/>
                  <a:pt x="2888" y="1239"/>
                  <a:pt x="2792" y="1248"/>
                </a:cubicBezTo>
                <a:cubicBezTo>
                  <a:pt x="2755" y="1257"/>
                  <a:pt x="2718" y="1275"/>
                  <a:pt x="2680" y="1280"/>
                </a:cubicBezTo>
                <a:cubicBezTo>
                  <a:pt x="2552" y="1298"/>
                  <a:pt x="2428" y="1323"/>
                  <a:pt x="2304" y="1360"/>
                </a:cubicBezTo>
                <a:cubicBezTo>
                  <a:pt x="2240" y="1379"/>
                  <a:pt x="2163" y="1394"/>
                  <a:pt x="2104" y="1424"/>
                </a:cubicBezTo>
                <a:cubicBezTo>
                  <a:pt x="2064" y="1444"/>
                  <a:pt x="2018" y="1466"/>
                  <a:pt x="1976" y="1480"/>
                </a:cubicBezTo>
                <a:cubicBezTo>
                  <a:pt x="1971" y="1488"/>
                  <a:pt x="1967" y="1497"/>
                  <a:pt x="1960" y="1504"/>
                </a:cubicBezTo>
                <a:cubicBezTo>
                  <a:pt x="1953" y="1511"/>
                  <a:pt x="1942" y="1513"/>
                  <a:pt x="1936" y="1520"/>
                </a:cubicBezTo>
                <a:cubicBezTo>
                  <a:pt x="1923" y="1534"/>
                  <a:pt x="1915" y="1552"/>
                  <a:pt x="1904" y="1568"/>
                </a:cubicBezTo>
                <a:cubicBezTo>
                  <a:pt x="1876" y="1610"/>
                  <a:pt x="1876" y="1671"/>
                  <a:pt x="1848" y="1712"/>
                </a:cubicBezTo>
                <a:cubicBezTo>
                  <a:pt x="1829" y="1740"/>
                  <a:pt x="1819" y="1768"/>
                  <a:pt x="1808" y="1800"/>
                </a:cubicBezTo>
                <a:cubicBezTo>
                  <a:pt x="1792" y="1911"/>
                  <a:pt x="1754" y="1978"/>
                  <a:pt x="1720" y="2080"/>
                </a:cubicBezTo>
                <a:cubicBezTo>
                  <a:pt x="1695" y="2255"/>
                  <a:pt x="1609" y="2517"/>
                  <a:pt x="1792" y="2608"/>
                </a:cubicBezTo>
                <a:cubicBezTo>
                  <a:pt x="1817" y="2682"/>
                  <a:pt x="1831" y="2706"/>
                  <a:pt x="1800" y="2808"/>
                </a:cubicBezTo>
                <a:cubicBezTo>
                  <a:pt x="1790" y="2841"/>
                  <a:pt x="1751" y="2835"/>
                  <a:pt x="1728" y="2848"/>
                </a:cubicBezTo>
                <a:cubicBezTo>
                  <a:pt x="1711" y="2857"/>
                  <a:pt x="1680" y="2880"/>
                  <a:pt x="1680" y="2880"/>
                </a:cubicBezTo>
                <a:cubicBezTo>
                  <a:pt x="1649" y="2926"/>
                  <a:pt x="1640" y="2965"/>
                  <a:pt x="1584" y="2984"/>
                </a:cubicBezTo>
                <a:cubicBezTo>
                  <a:pt x="1367" y="2979"/>
                  <a:pt x="1271" y="2973"/>
                  <a:pt x="1088" y="2960"/>
                </a:cubicBezTo>
                <a:cubicBezTo>
                  <a:pt x="1072" y="2957"/>
                  <a:pt x="1055" y="2958"/>
                  <a:pt x="1040" y="2952"/>
                </a:cubicBezTo>
                <a:cubicBezTo>
                  <a:pt x="1012" y="2942"/>
                  <a:pt x="960" y="2912"/>
                  <a:pt x="960" y="2912"/>
                </a:cubicBezTo>
                <a:cubicBezTo>
                  <a:pt x="915" y="2844"/>
                  <a:pt x="899" y="2774"/>
                  <a:pt x="864" y="2704"/>
                </a:cubicBezTo>
                <a:cubicBezTo>
                  <a:pt x="836" y="2649"/>
                  <a:pt x="784" y="2586"/>
                  <a:pt x="752" y="2536"/>
                </a:cubicBezTo>
                <a:cubicBezTo>
                  <a:pt x="746" y="2527"/>
                  <a:pt x="739" y="2487"/>
                  <a:pt x="736" y="2480"/>
                </a:cubicBezTo>
                <a:cubicBezTo>
                  <a:pt x="711" y="2413"/>
                  <a:pt x="701" y="2342"/>
                  <a:pt x="664" y="2280"/>
                </a:cubicBezTo>
                <a:cubicBezTo>
                  <a:pt x="641" y="2165"/>
                  <a:pt x="673" y="2307"/>
                  <a:pt x="640" y="2208"/>
                </a:cubicBezTo>
                <a:cubicBezTo>
                  <a:pt x="625" y="2164"/>
                  <a:pt x="623" y="2116"/>
                  <a:pt x="608" y="2072"/>
                </a:cubicBezTo>
                <a:cubicBezTo>
                  <a:pt x="587" y="2010"/>
                  <a:pt x="530" y="1952"/>
                  <a:pt x="496" y="1896"/>
                </a:cubicBezTo>
                <a:cubicBezTo>
                  <a:pt x="488" y="1865"/>
                  <a:pt x="471" y="1839"/>
                  <a:pt x="464" y="1808"/>
                </a:cubicBezTo>
                <a:cubicBezTo>
                  <a:pt x="447" y="1731"/>
                  <a:pt x="448" y="1655"/>
                  <a:pt x="408" y="1584"/>
                </a:cubicBezTo>
                <a:cubicBezTo>
                  <a:pt x="397" y="1564"/>
                  <a:pt x="383" y="1545"/>
                  <a:pt x="368" y="1528"/>
                </a:cubicBezTo>
                <a:cubicBezTo>
                  <a:pt x="350" y="1508"/>
                  <a:pt x="312" y="1472"/>
                  <a:pt x="312" y="1472"/>
                </a:cubicBezTo>
                <a:cubicBezTo>
                  <a:pt x="302" y="1434"/>
                  <a:pt x="269" y="1354"/>
                  <a:pt x="240" y="1328"/>
                </a:cubicBezTo>
                <a:cubicBezTo>
                  <a:pt x="226" y="1315"/>
                  <a:pt x="192" y="1296"/>
                  <a:pt x="192" y="1296"/>
                </a:cubicBezTo>
                <a:cubicBezTo>
                  <a:pt x="184" y="1283"/>
                  <a:pt x="177" y="1268"/>
                  <a:pt x="168" y="1256"/>
                </a:cubicBezTo>
                <a:cubicBezTo>
                  <a:pt x="161" y="1247"/>
                  <a:pt x="150" y="1241"/>
                  <a:pt x="144" y="1232"/>
                </a:cubicBezTo>
                <a:cubicBezTo>
                  <a:pt x="139" y="1225"/>
                  <a:pt x="140" y="1215"/>
                  <a:pt x="136" y="1208"/>
                </a:cubicBezTo>
                <a:cubicBezTo>
                  <a:pt x="112" y="1165"/>
                  <a:pt x="83" y="1123"/>
                  <a:pt x="48" y="1088"/>
                </a:cubicBezTo>
                <a:cubicBezTo>
                  <a:pt x="34" y="1046"/>
                  <a:pt x="24" y="1028"/>
                  <a:pt x="0" y="992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>
            <a:extLst>
              <a:ext uri="{FF2B5EF4-FFF2-40B4-BE49-F238E27FC236}">
                <a16:creationId xmlns:a16="http://schemas.microsoft.com/office/drawing/2014/main" id="{23F32F27-3E73-4515-AB06-F10E45046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0B481F9-5063-42A0-BB0E-EF99D3615795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18" name="Rectangle 2">
            <a:extLst>
              <a:ext uri="{FF2B5EF4-FFF2-40B4-BE49-F238E27FC236}">
                <a16:creationId xmlns:a16="http://schemas.microsoft.com/office/drawing/2014/main" id="{8D5343FF-3CB7-43A9-865C-F395B352B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6819" name="Oval 3">
            <a:extLst>
              <a:ext uri="{FF2B5EF4-FFF2-40B4-BE49-F238E27FC236}">
                <a16:creationId xmlns:a16="http://schemas.microsoft.com/office/drawing/2014/main" id="{3034104A-2F2E-46D1-ABD0-E7D77134C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6820" name="Oval 4">
            <a:extLst>
              <a:ext uri="{FF2B5EF4-FFF2-40B4-BE49-F238E27FC236}">
                <a16:creationId xmlns:a16="http://schemas.microsoft.com/office/drawing/2014/main" id="{09CB5BF3-9870-4F93-8430-1B814523A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6821" name="Oval 5">
            <a:extLst>
              <a:ext uri="{FF2B5EF4-FFF2-40B4-BE49-F238E27FC236}">
                <a16:creationId xmlns:a16="http://schemas.microsoft.com/office/drawing/2014/main" id="{F06D0159-E706-40EC-B950-1388769D8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6822" name="Oval 6">
            <a:extLst>
              <a:ext uri="{FF2B5EF4-FFF2-40B4-BE49-F238E27FC236}">
                <a16:creationId xmlns:a16="http://schemas.microsoft.com/office/drawing/2014/main" id="{A2C2B87C-63BB-420E-B58D-0F11BF15B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6823" name="Oval 7">
            <a:extLst>
              <a:ext uri="{FF2B5EF4-FFF2-40B4-BE49-F238E27FC236}">
                <a16:creationId xmlns:a16="http://schemas.microsoft.com/office/drawing/2014/main" id="{33EBE193-1680-4732-907E-0AEE5A0BF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6824" name="Oval 8">
            <a:extLst>
              <a:ext uri="{FF2B5EF4-FFF2-40B4-BE49-F238E27FC236}">
                <a16:creationId xmlns:a16="http://schemas.microsoft.com/office/drawing/2014/main" id="{00C287FE-1BC1-4C5C-A445-0C7F127DF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6825" name="Oval 9">
            <a:extLst>
              <a:ext uri="{FF2B5EF4-FFF2-40B4-BE49-F238E27FC236}">
                <a16:creationId xmlns:a16="http://schemas.microsoft.com/office/drawing/2014/main" id="{DB387C4A-DDD0-4D2A-9193-E5AAD5BFF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6826" name="Oval 10">
            <a:extLst>
              <a:ext uri="{FF2B5EF4-FFF2-40B4-BE49-F238E27FC236}">
                <a16:creationId xmlns:a16="http://schemas.microsoft.com/office/drawing/2014/main" id="{2F48AC0E-57D1-4D5E-81B9-295984B46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6827" name="AutoShape 11">
            <a:extLst>
              <a:ext uri="{FF2B5EF4-FFF2-40B4-BE49-F238E27FC236}">
                <a16:creationId xmlns:a16="http://schemas.microsoft.com/office/drawing/2014/main" id="{3E7E04BA-F261-45A5-A126-DE4320D25A24}"/>
              </a:ext>
            </a:extLst>
          </p:cNvPr>
          <p:cNvCxnSpPr>
            <a:cxnSpLocks noChangeShapeType="1"/>
            <a:stCxn id="546819" idx="7"/>
            <a:endCxn id="546822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28" name="AutoShape 12">
            <a:extLst>
              <a:ext uri="{FF2B5EF4-FFF2-40B4-BE49-F238E27FC236}">
                <a16:creationId xmlns:a16="http://schemas.microsoft.com/office/drawing/2014/main" id="{4F5E28D2-543C-49FC-83D1-595804E00FC0}"/>
              </a:ext>
            </a:extLst>
          </p:cNvPr>
          <p:cNvCxnSpPr>
            <a:cxnSpLocks noChangeShapeType="1"/>
            <a:stCxn id="546819" idx="6"/>
            <a:endCxn id="546823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29" name="AutoShape 13">
            <a:extLst>
              <a:ext uri="{FF2B5EF4-FFF2-40B4-BE49-F238E27FC236}">
                <a16:creationId xmlns:a16="http://schemas.microsoft.com/office/drawing/2014/main" id="{C994B132-5AC1-4DAD-8F47-0C362395195C}"/>
              </a:ext>
            </a:extLst>
          </p:cNvPr>
          <p:cNvCxnSpPr>
            <a:cxnSpLocks noChangeShapeType="1"/>
            <a:stCxn id="546819" idx="5"/>
            <a:endCxn id="546824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0" name="AutoShape 14">
            <a:extLst>
              <a:ext uri="{FF2B5EF4-FFF2-40B4-BE49-F238E27FC236}">
                <a16:creationId xmlns:a16="http://schemas.microsoft.com/office/drawing/2014/main" id="{BF66C221-5031-4F70-9723-1BE00132BE9C}"/>
              </a:ext>
            </a:extLst>
          </p:cNvPr>
          <p:cNvCxnSpPr>
            <a:cxnSpLocks noChangeShapeType="1"/>
            <a:stCxn id="546823" idx="7"/>
            <a:endCxn id="546820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1" name="AutoShape 15">
            <a:extLst>
              <a:ext uri="{FF2B5EF4-FFF2-40B4-BE49-F238E27FC236}">
                <a16:creationId xmlns:a16="http://schemas.microsoft.com/office/drawing/2014/main" id="{78696AB0-5B6E-4B55-BF88-3EEC1E47E3ED}"/>
              </a:ext>
            </a:extLst>
          </p:cNvPr>
          <p:cNvCxnSpPr>
            <a:cxnSpLocks noChangeShapeType="1"/>
            <a:stCxn id="546825" idx="7"/>
            <a:endCxn id="546820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2" name="AutoShape 16">
            <a:extLst>
              <a:ext uri="{FF2B5EF4-FFF2-40B4-BE49-F238E27FC236}">
                <a16:creationId xmlns:a16="http://schemas.microsoft.com/office/drawing/2014/main" id="{66503342-2923-4E91-8A31-63158711BE43}"/>
              </a:ext>
            </a:extLst>
          </p:cNvPr>
          <p:cNvCxnSpPr>
            <a:cxnSpLocks noChangeShapeType="1"/>
            <a:stCxn id="546823" idx="5"/>
            <a:endCxn id="546826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3" name="AutoShape 17">
            <a:extLst>
              <a:ext uri="{FF2B5EF4-FFF2-40B4-BE49-F238E27FC236}">
                <a16:creationId xmlns:a16="http://schemas.microsoft.com/office/drawing/2014/main" id="{2B961B48-9D77-4E25-8BB1-9645FC5915F9}"/>
              </a:ext>
            </a:extLst>
          </p:cNvPr>
          <p:cNvCxnSpPr>
            <a:cxnSpLocks noChangeShapeType="1"/>
            <a:stCxn id="546826" idx="5"/>
            <a:endCxn id="546821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4" name="AutoShape 18">
            <a:extLst>
              <a:ext uri="{FF2B5EF4-FFF2-40B4-BE49-F238E27FC236}">
                <a16:creationId xmlns:a16="http://schemas.microsoft.com/office/drawing/2014/main" id="{23ECDA1A-8623-491C-A227-E4E8AE581FCC}"/>
              </a:ext>
            </a:extLst>
          </p:cNvPr>
          <p:cNvCxnSpPr>
            <a:cxnSpLocks noChangeShapeType="1"/>
            <a:stCxn id="546826" idx="6"/>
            <a:endCxn id="546825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5" name="AutoShape 19">
            <a:extLst>
              <a:ext uri="{FF2B5EF4-FFF2-40B4-BE49-F238E27FC236}">
                <a16:creationId xmlns:a16="http://schemas.microsoft.com/office/drawing/2014/main" id="{7136B1D1-19D0-484B-961B-E5A43A073785}"/>
              </a:ext>
            </a:extLst>
          </p:cNvPr>
          <p:cNvCxnSpPr>
            <a:cxnSpLocks noChangeShapeType="1"/>
            <a:stCxn id="546825" idx="4"/>
            <a:endCxn id="546821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6" name="AutoShape 20">
            <a:extLst>
              <a:ext uri="{FF2B5EF4-FFF2-40B4-BE49-F238E27FC236}">
                <a16:creationId xmlns:a16="http://schemas.microsoft.com/office/drawing/2014/main" id="{FFABF1D5-DA1F-44E0-BA7B-CBA474EA0654}"/>
              </a:ext>
            </a:extLst>
          </p:cNvPr>
          <p:cNvCxnSpPr>
            <a:cxnSpLocks noChangeShapeType="1"/>
            <a:stCxn id="546820" idx="3"/>
            <a:endCxn id="546826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7" name="AutoShape 21">
            <a:extLst>
              <a:ext uri="{FF2B5EF4-FFF2-40B4-BE49-F238E27FC236}">
                <a16:creationId xmlns:a16="http://schemas.microsoft.com/office/drawing/2014/main" id="{0CB0DC22-88AD-46F5-862A-EBCD12001FF5}"/>
              </a:ext>
            </a:extLst>
          </p:cNvPr>
          <p:cNvCxnSpPr>
            <a:cxnSpLocks noChangeShapeType="1"/>
            <a:stCxn id="546823" idx="4"/>
            <a:endCxn id="546824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8" name="AutoShape 22">
            <a:extLst>
              <a:ext uri="{FF2B5EF4-FFF2-40B4-BE49-F238E27FC236}">
                <a16:creationId xmlns:a16="http://schemas.microsoft.com/office/drawing/2014/main" id="{942F053A-0BC1-4BE0-B34F-649BEFBB5FC7}"/>
              </a:ext>
            </a:extLst>
          </p:cNvPr>
          <p:cNvCxnSpPr>
            <a:cxnSpLocks noChangeShapeType="1"/>
            <a:stCxn id="546824" idx="6"/>
            <a:endCxn id="546826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39" name="AutoShape 23">
            <a:extLst>
              <a:ext uri="{FF2B5EF4-FFF2-40B4-BE49-F238E27FC236}">
                <a16:creationId xmlns:a16="http://schemas.microsoft.com/office/drawing/2014/main" id="{41AFDD7C-62F0-4D1D-AB0F-B326B8F9D0ED}"/>
              </a:ext>
            </a:extLst>
          </p:cNvPr>
          <p:cNvCxnSpPr>
            <a:cxnSpLocks noChangeShapeType="1"/>
            <a:stCxn id="546822" idx="6"/>
            <a:endCxn id="546820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40" name="AutoShape 24">
            <a:extLst>
              <a:ext uri="{FF2B5EF4-FFF2-40B4-BE49-F238E27FC236}">
                <a16:creationId xmlns:a16="http://schemas.microsoft.com/office/drawing/2014/main" id="{B4807040-ABB8-4BA0-BC74-4484AF65CA8A}"/>
              </a:ext>
            </a:extLst>
          </p:cNvPr>
          <p:cNvCxnSpPr>
            <a:cxnSpLocks noChangeShapeType="1"/>
            <a:stCxn id="546824" idx="6"/>
            <a:endCxn id="546821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6841" name="AutoShape 25">
            <a:extLst>
              <a:ext uri="{FF2B5EF4-FFF2-40B4-BE49-F238E27FC236}">
                <a16:creationId xmlns:a16="http://schemas.microsoft.com/office/drawing/2014/main" id="{A76D22B0-2BFC-406F-8149-0BC6C5B7071D}"/>
              </a:ext>
            </a:extLst>
          </p:cNvPr>
          <p:cNvCxnSpPr>
            <a:cxnSpLocks noChangeShapeType="1"/>
            <a:stCxn id="546820" idx="5"/>
            <a:endCxn id="546821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6843" name="Text Box 27">
            <a:extLst>
              <a:ext uri="{FF2B5EF4-FFF2-40B4-BE49-F238E27FC236}">
                <a16:creationId xmlns:a16="http://schemas.microsoft.com/office/drawing/2014/main" id="{90970919-E638-4B0E-9A1D-779CD15CE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6844" name="Text Box 28">
            <a:extLst>
              <a:ext uri="{FF2B5EF4-FFF2-40B4-BE49-F238E27FC236}">
                <a16:creationId xmlns:a16="http://schemas.microsoft.com/office/drawing/2014/main" id="{C9502091-1423-4964-A70A-7729E24A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6845" name="Text Box 29">
            <a:extLst>
              <a:ext uri="{FF2B5EF4-FFF2-40B4-BE49-F238E27FC236}">
                <a16:creationId xmlns:a16="http://schemas.microsoft.com/office/drawing/2014/main" id="{4461E2EB-9101-46F1-9733-38A49B72B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6846" name="Text Box 30">
            <a:extLst>
              <a:ext uri="{FF2B5EF4-FFF2-40B4-BE49-F238E27FC236}">
                <a16:creationId xmlns:a16="http://schemas.microsoft.com/office/drawing/2014/main" id="{12171589-7626-463D-8E47-7CFCBE469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6847" name="Text Box 31">
            <a:extLst>
              <a:ext uri="{FF2B5EF4-FFF2-40B4-BE49-F238E27FC236}">
                <a16:creationId xmlns:a16="http://schemas.microsoft.com/office/drawing/2014/main" id="{4770DB75-EAF9-49EC-B45C-C5CE7A5A8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6848" name="Text Box 32">
            <a:extLst>
              <a:ext uri="{FF2B5EF4-FFF2-40B4-BE49-F238E27FC236}">
                <a16:creationId xmlns:a16="http://schemas.microsoft.com/office/drawing/2014/main" id="{FBF6538E-9DC9-403C-BFC8-768636313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6849" name="Text Box 33">
            <a:extLst>
              <a:ext uri="{FF2B5EF4-FFF2-40B4-BE49-F238E27FC236}">
                <a16:creationId xmlns:a16="http://schemas.microsoft.com/office/drawing/2014/main" id="{D173FD0C-14EC-4041-BE94-977FD3E77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6850" name="Text Box 34">
            <a:extLst>
              <a:ext uri="{FF2B5EF4-FFF2-40B4-BE49-F238E27FC236}">
                <a16:creationId xmlns:a16="http://schemas.microsoft.com/office/drawing/2014/main" id="{8714E078-F82A-4C80-89CB-ED7CA5212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6851" name="Text Box 35">
            <a:extLst>
              <a:ext uri="{FF2B5EF4-FFF2-40B4-BE49-F238E27FC236}">
                <a16:creationId xmlns:a16="http://schemas.microsoft.com/office/drawing/2014/main" id="{CFA28FA6-347E-4E8A-B054-63EA26ACA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6852" name="Text Box 36">
            <a:extLst>
              <a:ext uri="{FF2B5EF4-FFF2-40B4-BE49-F238E27FC236}">
                <a16:creationId xmlns:a16="http://schemas.microsoft.com/office/drawing/2014/main" id="{DEB9681A-AE05-4B7E-89DF-2EF9397BC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6853" name="Text Box 37">
            <a:extLst>
              <a:ext uri="{FF2B5EF4-FFF2-40B4-BE49-F238E27FC236}">
                <a16:creationId xmlns:a16="http://schemas.microsoft.com/office/drawing/2014/main" id="{CCB26C09-8F4E-4F37-8F67-630E0B4BB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6854" name="Text Box 38">
            <a:extLst>
              <a:ext uri="{FF2B5EF4-FFF2-40B4-BE49-F238E27FC236}">
                <a16:creationId xmlns:a16="http://schemas.microsoft.com/office/drawing/2014/main" id="{1291D0DA-1083-4FB6-AEDF-00B9DA38B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6855" name="Text Box 39">
            <a:extLst>
              <a:ext uri="{FF2B5EF4-FFF2-40B4-BE49-F238E27FC236}">
                <a16:creationId xmlns:a16="http://schemas.microsoft.com/office/drawing/2014/main" id="{46B2283F-19F3-44CD-B631-EE40ADC5B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6856" name="Text Box 40">
            <a:extLst>
              <a:ext uri="{FF2B5EF4-FFF2-40B4-BE49-F238E27FC236}">
                <a16:creationId xmlns:a16="http://schemas.microsoft.com/office/drawing/2014/main" id="{635E1173-DFFD-4D23-9AC3-58565520E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6857" name="Text Box 41">
            <a:extLst>
              <a:ext uri="{FF2B5EF4-FFF2-40B4-BE49-F238E27FC236}">
                <a16:creationId xmlns:a16="http://schemas.microsoft.com/office/drawing/2014/main" id="{1D85AB36-5C1C-4E7C-8602-6525B59D8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58" name="Text Box 42">
            <a:extLst>
              <a:ext uri="{FF2B5EF4-FFF2-40B4-BE49-F238E27FC236}">
                <a16:creationId xmlns:a16="http://schemas.microsoft.com/office/drawing/2014/main" id="{0BD64020-149A-4A6C-9F69-64260B1FA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0" name="Text Box 44">
            <a:extLst>
              <a:ext uri="{FF2B5EF4-FFF2-40B4-BE49-F238E27FC236}">
                <a16:creationId xmlns:a16="http://schemas.microsoft.com/office/drawing/2014/main" id="{05379EAE-845B-4078-9C66-5DB120087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1" name="Text Box 45">
            <a:extLst>
              <a:ext uri="{FF2B5EF4-FFF2-40B4-BE49-F238E27FC236}">
                <a16:creationId xmlns:a16="http://schemas.microsoft.com/office/drawing/2014/main" id="{9E43D37A-855C-4F01-9902-1A70ED49F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2" name="Text Box 46">
            <a:extLst>
              <a:ext uri="{FF2B5EF4-FFF2-40B4-BE49-F238E27FC236}">
                <a16:creationId xmlns:a16="http://schemas.microsoft.com/office/drawing/2014/main" id="{C45781A8-9FB4-4171-B151-C38492461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3" name="Text Box 47">
            <a:extLst>
              <a:ext uri="{FF2B5EF4-FFF2-40B4-BE49-F238E27FC236}">
                <a16:creationId xmlns:a16="http://schemas.microsoft.com/office/drawing/2014/main" id="{8BA5D761-A1A7-4ADB-AE91-ED72038DB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4" name="Text Box 48">
            <a:extLst>
              <a:ext uri="{FF2B5EF4-FFF2-40B4-BE49-F238E27FC236}">
                <a16:creationId xmlns:a16="http://schemas.microsoft.com/office/drawing/2014/main" id="{C0FCE3D5-F2E5-414E-A902-44E17B686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5" name="Text Box 49">
            <a:extLst>
              <a:ext uri="{FF2B5EF4-FFF2-40B4-BE49-F238E27FC236}">
                <a16:creationId xmlns:a16="http://schemas.microsoft.com/office/drawing/2014/main" id="{E0972716-3214-48F5-AB90-DDCF707BE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4, 5, t }</a:t>
            </a:r>
          </a:p>
        </p:txBody>
      </p:sp>
      <p:sp>
        <p:nvSpPr>
          <p:cNvPr id="546866" name="Text Box 50">
            <a:extLst>
              <a:ext uri="{FF2B5EF4-FFF2-40B4-BE49-F238E27FC236}">
                <a16:creationId xmlns:a16="http://schemas.microsoft.com/office/drawing/2014/main" id="{8164C682-4DF6-4C06-9783-9EBC7BB26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7" name="Text Box 51">
            <a:extLst>
              <a:ext uri="{FF2B5EF4-FFF2-40B4-BE49-F238E27FC236}">
                <a16:creationId xmlns:a16="http://schemas.microsoft.com/office/drawing/2014/main" id="{97DED52A-915F-4C6F-A0A9-2C6FAE95F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68" name="Text Box 52">
            <a:extLst>
              <a:ext uri="{FF2B5EF4-FFF2-40B4-BE49-F238E27FC236}">
                <a16:creationId xmlns:a16="http://schemas.microsoft.com/office/drawing/2014/main" id="{52407D2A-FFC0-46DB-AABC-6D38ECD2D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69" name="Text Box 53">
            <a:extLst>
              <a:ext uri="{FF2B5EF4-FFF2-40B4-BE49-F238E27FC236}">
                <a16:creationId xmlns:a16="http://schemas.microsoft.com/office/drawing/2014/main" id="{512D89D3-C62F-4BD9-9112-38CBAAD96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70" name="Text Box 54">
            <a:extLst>
              <a:ext uri="{FF2B5EF4-FFF2-40B4-BE49-F238E27FC236}">
                <a16:creationId xmlns:a16="http://schemas.microsoft.com/office/drawing/2014/main" id="{2E5AE99D-129F-4384-9573-221D3B470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71" name="Text Box 55">
            <a:extLst>
              <a:ext uri="{FF2B5EF4-FFF2-40B4-BE49-F238E27FC236}">
                <a16:creationId xmlns:a16="http://schemas.microsoft.com/office/drawing/2014/main" id="{5B17F9EF-21AD-43B6-AE81-E5A3B3B23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74" name="Text Box 58">
            <a:extLst>
              <a:ext uri="{FF2B5EF4-FFF2-40B4-BE49-F238E27FC236}">
                <a16:creationId xmlns:a16="http://schemas.microsoft.com/office/drawing/2014/main" id="{18AD0788-9295-49DB-9321-14163E001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75" name="Text Box 59">
            <a:extLst>
              <a:ext uri="{FF2B5EF4-FFF2-40B4-BE49-F238E27FC236}">
                <a16:creationId xmlns:a16="http://schemas.microsoft.com/office/drawing/2014/main" id="{E441AB6F-D2CE-47DB-B67F-8308B46D9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76" name="Text Box 60">
            <a:extLst>
              <a:ext uri="{FF2B5EF4-FFF2-40B4-BE49-F238E27FC236}">
                <a16:creationId xmlns:a16="http://schemas.microsoft.com/office/drawing/2014/main" id="{13EEDE79-C028-42C0-B10C-F0D427773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77" name="Text Box 61">
            <a:extLst>
              <a:ext uri="{FF2B5EF4-FFF2-40B4-BE49-F238E27FC236}">
                <a16:creationId xmlns:a16="http://schemas.microsoft.com/office/drawing/2014/main" id="{82F26826-BF52-45AF-9D45-699302BD9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78" name="Text Box 62">
            <a:extLst>
              <a:ext uri="{FF2B5EF4-FFF2-40B4-BE49-F238E27FC236}">
                <a16:creationId xmlns:a16="http://schemas.microsoft.com/office/drawing/2014/main" id="{01456F0D-C285-464F-AAF9-BCDF40F4E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79" name="Text Box 63">
            <a:extLst>
              <a:ext uri="{FF2B5EF4-FFF2-40B4-BE49-F238E27FC236}">
                <a16:creationId xmlns:a16="http://schemas.microsoft.com/office/drawing/2014/main" id="{1B36606B-F3B8-4B88-9E0C-1E3E95A63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81" name="Text Box 65">
            <a:extLst>
              <a:ext uri="{FF2B5EF4-FFF2-40B4-BE49-F238E27FC236}">
                <a16:creationId xmlns:a16="http://schemas.microsoft.com/office/drawing/2014/main" id="{CC74315F-2111-4163-954F-F2A90FDDC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82" name="Text Box 66">
            <a:extLst>
              <a:ext uri="{FF2B5EF4-FFF2-40B4-BE49-F238E27FC236}">
                <a16:creationId xmlns:a16="http://schemas.microsoft.com/office/drawing/2014/main" id="{AD44E60C-C6AA-48A0-97B4-499047BF1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83" name="Text Box 67">
            <a:extLst>
              <a:ext uri="{FF2B5EF4-FFF2-40B4-BE49-F238E27FC236}">
                <a16:creationId xmlns:a16="http://schemas.microsoft.com/office/drawing/2014/main" id="{BF73DF20-7D9F-4247-AA56-F8228699D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84" name="Text Box 68">
            <a:extLst>
              <a:ext uri="{FF2B5EF4-FFF2-40B4-BE49-F238E27FC236}">
                <a16:creationId xmlns:a16="http://schemas.microsoft.com/office/drawing/2014/main" id="{9B9497C2-D3CA-4D5E-9B7A-965EA059B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85" name="AutoShape 69">
            <a:extLst>
              <a:ext uri="{FF2B5EF4-FFF2-40B4-BE49-F238E27FC236}">
                <a16:creationId xmlns:a16="http://schemas.microsoft.com/office/drawing/2014/main" id="{1CFBC825-8560-4B5C-A0F6-9FCD9D6CA99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884864" y="51498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86" name="Text Box 70">
            <a:extLst>
              <a:ext uri="{FF2B5EF4-FFF2-40B4-BE49-F238E27FC236}">
                <a16:creationId xmlns:a16="http://schemas.microsoft.com/office/drawing/2014/main" id="{B4CAA747-C92B-47AF-8B66-5D06F047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4" y="5430838"/>
            <a:ext cx="1277937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  <p:sp>
        <p:nvSpPr>
          <p:cNvPr id="546887" name="Text Box 71">
            <a:extLst>
              <a:ext uri="{FF2B5EF4-FFF2-40B4-BE49-F238E27FC236}">
                <a16:creationId xmlns:a16="http://schemas.microsoft.com/office/drawing/2014/main" id="{C12C7BB9-55E0-4E1F-A2A5-BE0E04AD1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88" name="Text Box 72">
            <a:extLst>
              <a:ext uri="{FF2B5EF4-FFF2-40B4-BE49-F238E27FC236}">
                <a16:creationId xmlns:a16="http://schemas.microsoft.com/office/drawing/2014/main" id="{5303C2F9-494A-4CA6-8D52-B50A2689A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89" name="Text Box 73">
            <a:extLst>
              <a:ext uri="{FF2B5EF4-FFF2-40B4-BE49-F238E27FC236}">
                <a16:creationId xmlns:a16="http://schemas.microsoft.com/office/drawing/2014/main" id="{34B2D3BE-8AA2-4B98-82CF-9F2476663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90" name="Text Box 74">
            <a:extLst>
              <a:ext uri="{FF2B5EF4-FFF2-40B4-BE49-F238E27FC236}">
                <a16:creationId xmlns:a16="http://schemas.microsoft.com/office/drawing/2014/main" id="{A729FD15-82C3-4C21-8B8F-CD77D676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6891" name="Text Box 75">
            <a:extLst>
              <a:ext uri="{FF2B5EF4-FFF2-40B4-BE49-F238E27FC236}">
                <a16:creationId xmlns:a16="http://schemas.microsoft.com/office/drawing/2014/main" id="{CCA8CA5C-FA7B-4E2A-AC30-10A7054AD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6892" name="Text Box 76">
            <a:extLst>
              <a:ext uri="{FF2B5EF4-FFF2-40B4-BE49-F238E27FC236}">
                <a16:creationId xmlns:a16="http://schemas.microsoft.com/office/drawing/2014/main" id="{E491A631-E7DE-4AC8-AA38-23E36B869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6893" name="Freeform 77">
            <a:extLst>
              <a:ext uri="{FF2B5EF4-FFF2-40B4-BE49-F238E27FC236}">
                <a16:creationId xmlns:a16="http://schemas.microsoft.com/office/drawing/2014/main" id="{25987F25-69B9-4CB1-8F99-C5742E1BDBDF}"/>
              </a:ext>
            </a:extLst>
          </p:cNvPr>
          <p:cNvSpPr>
            <a:spLocks/>
          </p:cNvSpPr>
          <p:nvPr/>
        </p:nvSpPr>
        <p:spPr bwMode="auto">
          <a:xfrm>
            <a:off x="1663700" y="1981200"/>
            <a:ext cx="8547100" cy="4737100"/>
          </a:xfrm>
          <a:custGeom>
            <a:avLst/>
            <a:gdLst>
              <a:gd name="T0" fmla="*/ 40 w 5384"/>
              <a:gd name="T1" fmla="*/ 776 h 2984"/>
              <a:gd name="T2" fmla="*/ 376 w 5384"/>
              <a:gd name="T3" fmla="*/ 544 h 2984"/>
              <a:gd name="T4" fmla="*/ 584 w 5384"/>
              <a:gd name="T5" fmla="*/ 464 h 2984"/>
              <a:gd name="T6" fmla="*/ 1440 w 5384"/>
              <a:gd name="T7" fmla="*/ 280 h 2984"/>
              <a:gd name="T8" fmla="*/ 2408 w 5384"/>
              <a:gd name="T9" fmla="*/ 264 h 2984"/>
              <a:gd name="T10" fmla="*/ 2664 w 5384"/>
              <a:gd name="T11" fmla="*/ 312 h 2984"/>
              <a:gd name="T12" fmla="*/ 3928 w 5384"/>
              <a:gd name="T13" fmla="*/ 336 h 2984"/>
              <a:gd name="T14" fmla="*/ 4632 w 5384"/>
              <a:gd name="T15" fmla="*/ 312 h 2984"/>
              <a:gd name="T16" fmla="*/ 4840 w 5384"/>
              <a:gd name="T17" fmla="*/ 243 h 2984"/>
              <a:gd name="T18" fmla="*/ 5128 w 5384"/>
              <a:gd name="T19" fmla="*/ 8 h 2984"/>
              <a:gd name="T20" fmla="*/ 5331 w 5384"/>
              <a:gd name="T21" fmla="*/ 181 h 2984"/>
              <a:gd name="T22" fmla="*/ 5384 w 5384"/>
              <a:gd name="T23" fmla="*/ 384 h 2984"/>
              <a:gd name="T24" fmla="*/ 5304 w 5384"/>
              <a:gd name="T25" fmla="*/ 824 h 2984"/>
              <a:gd name="T26" fmla="*/ 5032 w 5384"/>
              <a:gd name="T27" fmla="*/ 1024 h 2984"/>
              <a:gd name="T28" fmla="*/ 4528 w 5384"/>
              <a:gd name="T29" fmla="*/ 992 h 2984"/>
              <a:gd name="T30" fmla="*/ 4072 w 5384"/>
              <a:gd name="T31" fmla="*/ 1003 h 2984"/>
              <a:gd name="T32" fmla="*/ 3763 w 5384"/>
              <a:gd name="T33" fmla="*/ 1077 h 2984"/>
              <a:gd name="T34" fmla="*/ 3357 w 5384"/>
              <a:gd name="T35" fmla="*/ 1173 h 2984"/>
              <a:gd name="T36" fmla="*/ 3187 w 5384"/>
              <a:gd name="T37" fmla="*/ 1184 h 2984"/>
              <a:gd name="T38" fmla="*/ 2792 w 5384"/>
              <a:gd name="T39" fmla="*/ 1248 h 2984"/>
              <a:gd name="T40" fmla="*/ 2304 w 5384"/>
              <a:gd name="T41" fmla="*/ 1360 h 2984"/>
              <a:gd name="T42" fmla="*/ 1976 w 5384"/>
              <a:gd name="T43" fmla="*/ 1480 h 2984"/>
              <a:gd name="T44" fmla="*/ 1936 w 5384"/>
              <a:gd name="T45" fmla="*/ 1520 h 2984"/>
              <a:gd name="T46" fmla="*/ 1848 w 5384"/>
              <a:gd name="T47" fmla="*/ 1712 h 2984"/>
              <a:gd name="T48" fmla="*/ 1720 w 5384"/>
              <a:gd name="T49" fmla="*/ 2080 h 2984"/>
              <a:gd name="T50" fmla="*/ 1800 w 5384"/>
              <a:gd name="T51" fmla="*/ 2808 h 2984"/>
              <a:gd name="T52" fmla="*/ 1680 w 5384"/>
              <a:gd name="T53" fmla="*/ 2880 h 2984"/>
              <a:gd name="T54" fmla="*/ 1088 w 5384"/>
              <a:gd name="T55" fmla="*/ 2960 h 2984"/>
              <a:gd name="T56" fmla="*/ 960 w 5384"/>
              <a:gd name="T57" fmla="*/ 2912 h 2984"/>
              <a:gd name="T58" fmla="*/ 752 w 5384"/>
              <a:gd name="T59" fmla="*/ 2536 h 2984"/>
              <a:gd name="T60" fmla="*/ 664 w 5384"/>
              <a:gd name="T61" fmla="*/ 2280 h 2984"/>
              <a:gd name="T62" fmla="*/ 608 w 5384"/>
              <a:gd name="T63" fmla="*/ 2072 h 2984"/>
              <a:gd name="T64" fmla="*/ 464 w 5384"/>
              <a:gd name="T65" fmla="*/ 1808 h 2984"/>
              <a:gd name="T66" fmla="*/ 368 w 5384"/>
              <a:gd name="T67" fmla="*/ 1528 h 2984"/>
              <a:gd name="T68" fmla="*/ 240 w 5384"/>
              <a:gd name="T69" fmla="*/ 1328 h 2984"/>
              <a:gd name="T70" fmla="*/ 168 w 5384"/>
              <a:gd name="T71" fmla="*/ 1256 h 2984"/>
              <a:gd name="T72" fmla="*/ 136 w 5384"/>
              <a:gd name="T73" fmla="*/ 1208 h 2984"/>
              <a:gd name="T74" fmla="*/ 0 w 5384"/>
              <a:gd name="T75" fmla="*/ 992 h 2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384" h="2984">
                <a:moveTo>
                  <a:pt x="0" y="992"/>
                </a:moveTo>
                <a:cubicBezTo>
                  <a:pt x="12" y="932"/>
                  <a:pt x="8" y="824"/>
                  <a:pt x="40" y="776"/>
                </a:cubicBezTo>
                <a:cubicBezTo>
                  <a:pt x="95" y="694"/>
                  <a:pt x="199" y="659"/>
                  <a:pt x="280" y="608"/>
                </a:cubicBezTo>
                <a:cubicBezTo>
                  <a:pt x="312" y="587"/>
                  <a:pt x="346" y="569"/>
                  <a:pt x="376" y="544"/>
                </a:cubicBezTo>
                <a:cubicBezTo>
                  <a:pt x="385" y="537"/>
                  <a:pt x="390" y="526"/>
                  <a:pt x="400" y="520"/>
                </a:cubicBezTo>
                <a:cubicBezTo>
                  <a:pt x="458" y="485"/>
                  <a:pt x="523" y="488"/>
                  <a:pt x="584" y="464"/>
                </a:cubicBezTo>
                <a:cubicBezTo>
                  <a:pt x="772" y="389"/>
                  <a:pt x="964" y="328"/>
                  <a:pt x="1168" y="312"/>
                </a:cubicBezTo>
                <a:cubicBezTo>
                  <a:pt x="1259" y="297"/>
                  <a:pt x="1348" y="286"/>
                  <a:pt x="1440" y="280"/>
                </a:cubicBezTo>
                <a:cubicBezTo>
                  <a:pt x="1507" y="269"/>
                  <a:pt x="1574" y="269"/>
                  <a:pt x="1640" y="256"/>
                </a:cubicBezTo>
                <a:cubicBezTo>
                  <a:pt x="1896" y="259"/>
                  <a:pt x="2152" y="257"/>
                  <a:pt x="2408" y="264"/>
                </a:cubicBezTo>
                <a:cubicBezTo>
                  <a:pt x="2435" y="265"/>
                  <a:pt x="2488" y="280"/>
                  <a:pt x="2488" y="280"/>
                </a:cubicBezTo>
                <a:cubicBezTo>
                  <a:pt x="2543" y="317"/>
                  <a:pt x="2594" y="308"/>
                  <a:pt x="2664" y="312"/>
                </a:cubicBezTo>
                <a:cubicBezTo>
                  <a:pt x="2779" y="318"/>
                  <a:pt x="2893" y="322"/>
                  <a:pt x="3008" y="328"/>
                </a:cubicBezTo>
                <a:cubicBezTo>
                  <a:pt x="3277" y="395"/>
                  <a:pt x="3886" y="336"/>
                  <a:pt x="3928" y="336"/>
                </a:cubicBezTo>
                <a:cubicBezTo>
                  <a:pt x="4164" y="334"/>
                  <a:pt x="4305" y="322"/>
                  <a:pt x="4422" y="318"/>
                </a:cubicBezTo>
                <a:cubicBezTo>
                  <a:pt x="4539" y="314"/>
                  <a:pt x="4574" y="320"/>
                  <a:pt x="4632" y="312"/>
                </a:cubicBezTo>
                <a:cubicBezTo>
                  <a:pt x="4679" y="300"/>
                  <a:pt x="4722" y="287"/>
                  <a:pt x="4768" y="272"/>
                </a:cubicBezTo>
                <a:cubicBezTo>
                  <a:pt x="4804" y="260"/>
                  <a:pt x="4803" y="251"/>
                  <a:pt x="4840" y="243"/>
                </a:cubicBezTo>
                <a:cubicBezTo>
                  <a:pt x="4908" y="228"/>
                  <a:pt x="4912" y="89"/>
                  <a:pt x="4979" y="72"/>
                </a:cubicBezTo>
                <a:cubicBezTo>
                  <a:pt x="5003" y="75"/>
                  <a:pt x="5105" y="0"/>
                  <a:pt x="5128" y="8"/>
                </a:cubicBezTo>
                <a:cubicBezTo>
                  <a:pt x="5137" y="11"/>
                  <a:pt x="5258" y="62"/>
                  <a:pt x="5267" y="64"/>
                </a:cubicBezTo>
                <a:cubicBezTo>
                  <a:pt x="5309" y="73"/>
                  <a:pt x="5288" y="178"/>
                  <a:pt x="5331" y="181"/>
                </a:cubicBezTo>
                <a:cubicBezTo>
                  <a:pt x="5358" y="221"/>
                  <a:pt x="5324" y="299"/>
                  <a:pt x="5368" y="328"/>
                </a:cubicBezTo>
                <a:cubicBezTo>
                  <a:pt x="5372" y="339"/>
                  <a:pt x="5384" y="374"/>
                  <a:pt x="5384" y="384"/>
                </a:cubicBezTo>
                <a:cubicBezTo>
                  <a:pt x="5384" y="532"/>
                  <a:pt x="5383" y="642"/>
                  <a:pt x="5320" y="768"/>
                </a:cubicBezTo>
                <a:cubicBezTo>
                  <a:pt x="5310" y="787"/>
                  <a:pt x="5312" y="803"/>
                  <a:pt x="5304" y="824"/>
                </a:cubicBezTo>
                <a:cubicBezTo>
                  <a:pt x="5284" y="876"/>
                  <a:pt x="5228" y="915"/>
                  <a:pt x="5176" y="928"/>
                </a:cubicBezTo>
                <a:cubicBezTo>
                  <a:pt x="5135" y="969"/>
                  <a:pt x="5094" y="1019"/>
                  <a:pt x="5032" y="1024"/>
                </a:cubicBezTo>
                <a:cubicBezTo>
                  <a:pt x="4971" y="1029"/>
                  <a:pt x="4909" y="1029"/>
                  <a:pt x="4848" y="1032"/>
                </a:cubicBezTo>
                <a:cubicBezTo>
                  <a:pt x="4741" y="1019"/>
                  <a:pt x="4635" y="1005"/>
                  <a:pt x="4528" y="992"/>
                </a:cubicBezTo>
                <a:cubicBezTo>
                  <a:pt x="4455" y="968"/>
                  <a:pt x="4378" y="955"/>
                  <a:pt x="4304" y="936"/>
                </a:cubicBezTo>
                <a:cubicBezTo>
                  <a:pt x="4229" y="939"/>
                  <a:pt x="4146" y="996"/>
                  <a:pt x="4072" y="1003"/>
                </a:cubicBezTo>
                <a:cubicBezTo>
                  <a:pt x="4037" y="1006"/>
                  <a:pt x="3979" y="1051"/>
                  <a:pt x="3944" y="1056"/>
                </a:cubicBezTo>
                <a:cubicBezTo>
                  <a:pt x="3901" y="1070"/>
                  <a:pt x="3810" y="1070"/>
                  <a:pt x="3763" y="1077"/>
                </a:cubicBezTo>
                <a:cubicBezTo>
                  <a:pt x="3680" y="1089"/>
                  <a:pt x="3612" y="1117"/>
                  <a:pt x="3539" y="1120"/>
                </a:cubicBezTo>
                <a:cubicBezTo>
                  <a:pt x="3495" y="1127"/>
                  <a:pt x="3398" y="1153"/>
                  <a:pt x="3357" y="1173"/>
                </a:cubicBezTo>
                <a:cubicBezTo>
                  <a:pt x="3302" y="1201"/>
                  <a:pt x="3307" y="1156"/>
                  <a:pt x="3240" y="1173"/>
                </a:cubicBezTo>
                <a:cubicBezTo>
                  <a:pt x="3240" y="1162"/>
                  <a:pt x="3215" y="1181"/>
                  <a:pt x="3187" y="1184"/>
                </a:cubicBezTo>
                <a:cubicBezTo>
                  <a:pt x="3159" y="1187"/>
                  <a:pt x="3138" y="1181"/>
                  <a:pt x="3072" y="1192"/>
                </a:cubicBezTo>
                <a:cubicBezTo>
                  <a:pt x="2978" y="1215"/>
                  <a:pt x="2888" y="1239"/>
                  <a:pt x="2792" y="1248"/>
                </a:cubicBezTo>
                <a:cubicBezTo>
                  <a:pt x="2755" y="1257"/>
                  <a:pt x="2718" y="1275"/>
                  <a:pt x="2680" y="1280"/>
                </a:cubicBezTo>
                <a:cubicBezTo>
                  <a:pt x="2552" y="1298"/>
                  <a:pt x="2428" y="1323"/>
                  <a:pt x="2304" y="1360"/>
                </a:cubicBezTo>
                <a:cubicBezTo>
                  <a:pt x="2240" y="1379"/>
                  <a:pt x="2163" y="1394"/>
                  <a:pt x="2104" y="1424"/>
                </a:cubicBezTo>
                <a:cubicBezTo>
                  <a:pt x="2064" y="1444"/>
                  <a:pt x="2018" y="1466"/>
                  <a:pt x="1976" y="1480"/>
                </a:cubicBezTo>
                <a:cubicBezTo>
                  <a:pt x="1971" y="1488"/>
                  <a:pt x="1967" y="1497"/>
                  <a:pt x="1960" y="1504"/>
                </a:cubicBezTo>
                <a:cubicBezTo>
                  <a:pt x="1953" y="1511"/>
                  <a:pt x="1942" y="1513"/>
                  <a:pt x="1936" y="1520"/>
                </a:cubicBezTo>
                <a:cubicBezTo>
                  <a:pt x="1923" y="1534"/>
                  <a:pt x="1915" y="1552"/>
                  <a:pt x="1904" y="1568"/>
                </a:cubicBezTo>
                <a:cubicBezTo>
                  <a:pt x="1876" y="1610"/>
                  <a:pt x="1876" y="1671"/>
                  <a:pt x="1848" y="1712"/>
                </a:cubicBezTo>
                <a:cubicBezTo>
                  <a:pt x="1829" y="1740"/>
                  <a:pt x="1819" y="1768"/>
                  <a:pt x="1808" y="1800"/>
                </a:cubicBezTo>
                <a:cubicBezTo>
                  <a:pt x="1792" y="1911"/>
                  <a:pt x="1754" y="1978"/>
                  <a:pt x="1720" y="2080"/>
                </a:cubicBezTo>
                <a:cubicBezTo>
                  <a:pt x="1695" y="2255"/>
                  <a:pt x="1609" y="2517"/>
                  <a:pt x="1792" y="2608"/>
                </a:cubicBezTo>
                <a:cubicBezTo>
                  <a:pt x="1817" y="2682"/>
                  <a:pt x="1831" y="2706"/>
                  <a:pt x="1800" y="2808"/>
                </a:cubicBezTo>
                <a:cubicBezTo>
                  <a:pt x="1790" y="2841"/>
                  <a:pt x="1751" y="2835"/>
                  <a:pt x="1728" y="2848"/>
                </a:cubicBezTo>
                <a:cubicBezTo>
                  <a:pt x="1711" y="2857"/>
                  <a:pt x="1680" y="2880"/>
                  <a:pt x="1680" y="2880"/>
                </a:cubicBezTo>
                <a:cubicBezTo>
                  <a:pt x="1649" y="2926"/>
                  <a:pt x="1640" y="2965"/>
                  <a:pt x="1584" y="2984"/>
                </a:cubicBezTo>
                <a:cubicBezTo>
                  <a:pt x="1367" y="2979"/>
                  <a:pt x="1271" y="2973"/>
                  <a:pt x="1088" y="2960"/>
                </a:cubicBezTo>
                <a:cubicBezTo>
                  <a:pt x="1072" y="2957"/>
                  <a:pt x="1055" y="2958"/>
                  <a:pt x="1040" y="2952"/>
                </a:cubicBezTo>
                <a:cubicBezTo>
                  <a:pt x="1012" y="2942"/>
                  <a:pt x="960" y="2912"/>
                  <a:pt x="960" y="2912"/>
                </a:cubicBezTo>
                <a:cubicBezTo>
                  <a:pt x="915" y="2844"/>
                  <a:pt x="899" y="2774"/>
                  <a:pt x="864" y="2704"/>
                </a:cubicBezTo>
                <a:cubicBezTo>
                  <a:pt x="836" y="2649"/>
                  <a:pt x="784" y="2586"/>
                  <a:pt x="752" y="2536"/>
                </a:cubicBezTo>
                <a:cubicBezTo>
                  <a:pt x="746" y="2527"/>
                  <a:pt x="739" y="2487"/>
                  <a:pt x="736" y="2480"/>
                </a:cubicBezTo>
                <a:cubicBezTo>
                  <a:pt x="711" y="2413"/>
                  <a:pt x="701" y="2342"/>
                  <a:pt x="664" y="2280"/>
                </a:cubicBezTo>
                <a:cubicBezTo>
                  <a:pt x="641" y="2165"/>
                  <a:pt x="673" y="2307"/>
                  <a:pt x="640" y="2208"/>
                </a:cubicBezTo>
                <a:cubicBezTo>
                  <a:pt x="625" y="2164"/>
                  <a:pt x="623" y="2116"/>
                  <a:pt x="608" y="2072"/>
                </a:cubicBezTo>
                <a:cubicBezTo>
                  <a:pt x="587" y="2010"/>
                  <a:pt x="530" y="1952"/>
                  <a:pt x="496" y="1896"/>
                </a:cubicBezTo>
                <a:cubicBezTo>
                  <a:pt x="488" y="1865"/>
                  <a:pt x="471" y="1839"/>
                  <a:pt x="464" y="1808"/>
                </a:cubicBezTo>
                <a:cubicBezTo>
                  <a:pt x="447" y="1731"/>
                  <a:pt x="448" y="1655"/>
                  <a:pt x="408" y="1584"/>
                </a:cubicBezTo>
                <a:cubicBezTo>
                  <a:pt x="397" y="1564"/>
                  <a:pt x="383" y="1545"/>
                  <a:pt x="368" y="1528"/>
                </a:cubicBezTo>
                <a:cubicBezTo>
                  <a:pt x="350" y="1508"/>
                  <a:pt x="312" y="1472"/>
                  <a:pt x="312" y="1472"/>
                </a:cubicBezTo>
                <a:cubicBezTo>
                  <a:pt x="302" y="1434"/>
                  <a:pt x="269" y="1354"/>
                  <a:pt x="240" y="1328"/>
                </a:cubicBezTo>
                <a:cubicBezTo>
                  <a:pt x="226" y="1315"/>
                  <a:pt x="192" y="1296"/>
                  <a:pt x="192" y="1296"/>
                </a:cubicBezTo>
                <a:cubicBezTo>
                  <a:pt x="184" y="1283"/>
                  <a:pt x="177" y="1268"/>
                  <a:pt x="168" y="1256"/>
                </a:cubicBezTo>
                <a:cubicBezTo>
                  <a:pt x="161" y="1247"/>
                  <a:pt x="150" y="1241"/>
                  <a:pt x="144" y="1232"/>
                </a:cubicBezTo>
                <a:cubicBezTo>
                  <a:pt x="139" y="1225"/>
                  <a:pt x="140" y="1215"/>
                  <a:pt x="136" y="1208"/>
                </a:cubicBezTo>
                <a:cubicBezTo>
                  <a:pt x="112" y="1165"/>
                  <a:pt x="83" y="1123"/>
                  <a:pt x="48" y="1088"/>
                </a:cubicBezTo>
                <a:cubicBezTo>
                  <a:pt x="34" y="1046"/>
                  <a:pt x="24" y="1028"/>
                  <a:pt x="0" y="992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>
            <a:extLst>
              <a:ext uri="{FF2B5EF4-FFF2-40B4-BE49-F238E27FC236}">
                <a16:creationId xmlns:a16="http://schemas.microsoft.com/office/drawing/2014/main" id="{E58D5419-F70B-4CED-AEA5-0274DC099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3BC82B2-78B2-463C-B887-CABF0A778D4A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FC8DD103-9777-49D7-9211-1718D1D35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7843" name="Oval 3">
            <a:extLst>
              <a:ext uri="{FF2B5EF4-FFF2-40B4-BE49-F238E27FC236}">
                <a16:creationId xmlns:a16="http://schemas.microsoft.com/office/drawing/2014/main" id="{3656FC5F-5E6B-44EC-BFAA-3ED3DEBBF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7844" name="Oval 4">
            <a:extLst>
              <a:ext uri="{FF2B5EF4-FFF2-40B4-BE49-F238E27FC236}">
                <a16:creationId xmlns:a16="http://schemas.microsoft.com/office/drawing/2014/main" id="{AEAAE8B2-6457-4E41-AEEF-75DB20B71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7845" name="Oval 5">
            <a:extLst>
              <a:ext uri="{FF2B5EF4-FFF2-40B4-BE49-F238E27FC236}">
                <a16:creationId xmlns:a16="http://schemas.microsoft.com/office/drawing/2014/main" id="{06F9280C-F21F-4810-88E0-EBE1EDC18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7846" name="Oval 6">
            <a:extLst>
              <a:ext uri="{FF2B5EF4-FFF2-40B4-BE49-F238E27FC236}">
                <a16:creationId xmlns:a16="http://schemas.microsoft.com/office/drawing/2014/main" id="{A0070094-9C76-4E8C-8CB9-690AADD5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7847" name="Oval 7">
            <a:extLst>
              <a:ext uri="{FF2B5EF4-FFF2-40B4-BE49-F238E27FC236}">
                <a16:creationId xmlns:a16="http://schemas.microsoft.com/office/drawing/2014/main" id="{C772C5E3-E5C2-4ACF-97B1-89F6DDBB0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7848" name="Oval 8">
            <a:extLst>
              <a:ext uri="{FF2B5EF4-FFF2-40B4-BE49-F238E27FC236}">
                <a16:creationId xmlns:a16="http://schemas.microsoft.com/office/drawing/2014/main" id="{99A374AB-0C3E-4958-A997-FD165C411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7849" name="Oval 9">
            <a:extLst>
              <a:ext uri="{FF2B5EF4-FFF2-40B4-BE49-F238E27FC236}">
                <a16:creationId xmlns:a16="http://schemas.microsoft.com/office/drawing/2014/main" id="{BBFFDBB0-F4CB-4E06-A0C9-929A70990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7850" name="Oval 10">
            <a:extLst>
              <a:ext uri="{FF2B5EF4-FFF2-40B4-BE49-F238E27FC236}">
                <a16:creationId xmlns:a16="http://schemas.microsoft.com/office/drawing/2014/main" id="{2525726A-0C21-4A0D-9145-574D7881E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7851" name="AutoShape 11">
            <a:extLst>
              <a:ext uri="{FF2B5EF4-FFF2-40B4-BE49-F238E27FC236}">
                <a16:creationId xmlns:a16="http://schemas.microsoft.com/office/drawing/2014/main" id="{F3C71683-F4C1-49B1-81CD-6C88F683764B}"/>
              </a:ext>
            </a:extLst>
          </p:cNvPr>
          <p:cNvCxnSpPr>
            <a:cxnSpLocks noChangeShapeType="1"/>
            <a:stCxn id="547843" idx="7"/>
            <a:endCxn id="547846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2" name="AutoShape 12">
            <a:extLst>
              <a:ext uri="{FF2B5EF4-FFF2-40B4-BE49-F238E27FC236}">
                <a16:creationId xmlns:a16="http://schemas.microsoft.com/office/drawing/2014/main" id="{4E6353DB-0B76-49EB-B307-D30BC59CCA77}"/>
              </a:ext>
            </a:extLst>
          </p:cNvPr>
          <p:cNvCxnSpPr>
            <a:cxnSpLocks noChangeShapeType="1"/>
            <a:stCxn id="547843" idx="6"/>
            <a:endCxn id="547847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3" name="AutoShape 13">
            <a:extLst>
              <a:ext uri="{FF2B5EF4-FFF2-40B4-BE49-F238E27FC236}">
                <a16:creationId xmlns:a16="http://schemas.microsoft.com/office/drawing/2014/main" id="{64AFC0F8-81D6-4D6B-8B1B-F4DDE7853088}"/>
              </a:ext>
            </a:extLst>
          </p:cNvPr>
          <p:cNvCxnSpPr>
            <a:cxnSpLocks noChangeShapeType="1"/>
            <a:stCxn id="547843" idx="5"/>
            <a:endCxn id="547848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4" name="AutoShape 14">
            <a:extLst>
              <a:ext uri="{FF2B5EF4-FFF2-40B4-BE49-F238E27FC236}">
                <a16:creationId xmlns:a16="http://schemas.microsoft.com/office/drawing/2014/main" id="{B6C93790-C304-4AEE-BDDB-362EADB1E0F3}"/>
              </a:ext>
            </a:extLst>
          </p:cNvPr>
          <p:cNvCxnSpPr>
            <a:cxnSpLocks noChangeShapeType="1"/>
            <a:stCxn id="547847" idx="7"/>
            <a:endCxn id="547844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5" name="AutoShape 15">
            <a:extLst>
              <a:ext uri="{FF2B5EF4-FFF2-40B4-BE49-F238E27FC236}">
                <a16:creationId xmlns:a16="http://schemas.microsoft.com/office/drawing/2014/main" id="{20C6559B-4FD4-41E6-9C52-F74905A5A308}"/>
              </a:ext>
            </a:extLst>
          </p:cNvPr>
          <p:cNvCxnSpPr>
            <a:cxnSpLocks noChangeShapeType="1"/>
            <a:stCxn id="547849" idx="7"/>
            <a:endCxn id="547844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6" name="AutoShape 16">
            <a:extLst>
              <a:ext uri="{FF2B5EF4-FFF2-40B4-BE49-F238E27FC236}">
                <a16:creationId xmlns:a16="http://schemas.microsoft.com/office/drawing/2014/main" id="{CE86D32F-B12F-493B-BEE7-B79F3EAAEA5D}"/>
              </a:ext>
            </a:extLst>
          </p:cNvPr>
          <p:cNvCxnSpPr>
            <a:cxnSpLocks noChangeShapeType="1"/>
            <a:stCxn id="547847" idx="5"/>
            <a:endCxn id="547850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7" name="AutoShape 17">
            <a:extLst>
              <a:ext uri="{FF2B5EF4-FFF2-40B4-BE49-F238E27FC236}">
                <a16:creationId xmlns:a16="http://schemas.microsoft.com/office/drawing/2014/main" id="{63A07FEF-A3C9-460D-858D-410235C7632C}"/>
              </a:ext>
            </a:extLst>
          </p:cNvPr>
          <p:cNvCxnSpPr>
            <a:cxnSpLocks noChangeShapeType="1"/>
            <a:stCxn id="547850" idx="5"/>
            <a:endCxn id="547845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8" name="AutoShape 18">
            <a:extLst>
              <a:ext uri="{FF2B5EF4-FFF2-40B4-BE49-F238E27FC236}">
                <a16:creationId xmlns:a16="http://schemas.microsoft.com/office/drawing/2014/main" id="{A0B5A9F8-2DE3-4E3A-AFD8-E739A9A66825}"/>
              </a:ext>
            </a:extLst>
          </p:cNvPr>
          <p:cNvCxnSpPr>
            <a:cxnSpLocks noChangeShapeType="1"/>
            <a:stCxn id="547850" idx="6"/>
            <a:endCxn id="547849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59" name="AutoShape 19">
            <a:extLst>
              <a:ext uri="{FF2B5EF4-FFF2-40B4-BE49-F238E27FC236}">
                <a16:creationId xmlns:a16="http://schemas.microsoft.com/office/drawing/2014/main" id="{A0DF56AD-6E64-4A27-A14E-3475016E7C20}"/>
              </a:ext>
            </a:extLst>
          </p:cNvPr>
          <p:cNvCxnSpPr>
            <a:cxnSpLocks noChangeShapeType="1"/>
            <a:stCxn id="547849" idx="4"/>
            <a:endCxn id="547845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60" name="AutoShape 20">
            <a:extLst>
              <a:ext uri="{FF2B5EF4-FFF2-40B4-BE49-F238E27FC236}">
                <a16:creationId xmlns:a16="http://schemas.microsoft.com/office/drawing/2014/main" id="{37F4A56D-3028-4A07-A13B-C11E6635D779}"/>
              </a:ext>
            </a:extLst>
          </p:cNvPr>
          <p:cNvCxnSpPr>
            <a:cxnSpLocks noChangeShapeType="1"/>
            <a:stCxn id="547844" idx="3"/>
            <a:endCxn id="547850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61" name="AutoShape 21">
            <a:extLst>
              <a:ext uri="{FF2B5EF4-FFF2-40B4-BE49-F238E27FC236}">
                <a16:creationId xmlns:a16="http://schemas.microsoft.com/office/drawing/2014/main" id="{0558C883-88E0-4FD6-9E42-FC4CCFD5A795}"/>
              </a:ext>
            </a:extLst>
          </p:cNvPr>
          <p:cNvCxnSpPr>
            <a:cxnSpLocks noChangeShapeType="1"/>
            <a:stCxn id="547847" idx="4"/>
            <a:endCxn id="547848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62" name="AutoShape 22">
            <a:extLst>
              <a:ext uri="{FF2B5EF4-FFF2-40B4-BE49-F238E27FC236}">
                <a16:creationId xmlns:a16="http://schemas.microsoft.com/office/drawing/2014/main" id="{FEC344C2-8D26-4ACC-9128-F71FBB2CD976}"/>
              </a:ext>
            </a:extLst>
          </p:cNvPr>
          <p:cNvCxnSpPr>
            <a:cxnSpLocks noChangeShapeType="1"/>
            <a:stCxn id="547848" idx="6"/>
            <a:endCxn id="547850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63" name="AutoShape 23">
            <a:extLst>
              <a:ext uri="{FF2B5EF4-FFF2-40B4-BE49-F238E27FC236}">
                <a16:creationId xmlns:a16="http://schemas.microsoft.com/office/drawing/2014/main" id="{76F12642-1A07-4EFA-94F4-D7558F0F20F7}"/>
              </a:ext>
            </a:extLst>
          </p:cNvPr>
          <p:cNvCxnSpPr>
            <a:cxnSpLocks noChangeShapeType="1"/>
            <a:stCxn id="547846" idx="6"/>
            <a:endCxn id="547844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64" name="AutoShape 24">
            <a:extLst>
              <a:ext uri="{FF2B5EF4-FFF2-40B4-BE49-F238E27FC236}">
                <a16:creationId xmlns:a16="http://schemas.microsoft.com/office/drawing/2014/main" id="{A25867F0-6238-446D-BAE0-C2FDE52C7BCB}"/>
              </a:ext>
            </a:extLst>
          </p:cNvPr>
          <p:cNvCxnSpPr>
            <a:cxnSpLocks noChangeShapeType="1"/>
            <a:stCxn id="547848" idx="6"/>
            <a:endCxn id="547845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7865" name="AutoShape 25">
            <a:extLst>
              <a:ext uri="{FF2B5EF4-FFF2-40B4-BE49-F238E27FC236}">
                <a16:creationId xmlns:a16="http://schemas.microsoft.com/office/drawing/2014/main" id="{911975A8-B943-41F7-9C53-E8ECF42D2370}"/>
              </a:ext>
            </a:extLst>
          </p:cNvPr>
          <p:cNvCxnSpPr>
            <a:cxnSpLocks noChangeShapeType="1"/>
            <a:stCxn id="547844" idx="5"/>
            <a:endCxn id="547845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7867" name="Text Box 27">
            <a:extLst>
              <a:ext uri="{FF2B5EF4-FFF2-40B4-BE49-F238E27FC236}">
                <a16:creationId xmlns:a16="http://schemas.microsoft.com/office/drawing/2014/main" id="{1C89B112-4334-41CC-8BFD-9FC46DB77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7868" name="Text Box 28">
            <a:extLst>
              <a:ext uri="{FF2B5EF4-FFF2-40B4-BE49-F238E27FC236}">
                <a16:creationId xmlns:a16="http://schemas.microsoft.com/office/drawing/2014/main" id="{8F2F7806-6988-4F61-94D6-653EF1C27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7869" name="Text Box 29">
            <a:extLst>
              <a:ext uri="{FF2B5EF4-FFF2-40B4-BE49-F238E27FC236}">
                <a16:creationId xmlns:a16="http://schemas.microsoft.com/office/drawing/2014/main" id="{051CA69E-8AB9-42DB-BA66-11ACFEE92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7870" name="Text Box 30">
            <a:extLst>
              <a:ext uri="{FF2B5EF4-FFF2-40B4-BE49-F238E27FC236}">
                <a16:creationId xmlns:a16="http://schemas.microsoft.com/office/drawing/2014/main" id="{841F79F7-FBCF-4FF7-8083-2ED4CFCF4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7871" name="Text Box 31">
            <a:extLst>
              <a:ext uri="{FF2B5EF4-FFF2-40B4-BE49-F238E27FC236}">
                <a16:creationId xmlns:a16="http://schemas.microsoft.com/office/drawing/2014/main" id="{CAA3E7A5-6175-49D3-82BF-DA1004BD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7872" name="Text Box 32">
            <a:extLst>
              <a:ext uri="{FF2B5EF4-FFF2-40B4-BE49-F238E27FC236}">
                <a16:creationId xmlns:a16="http://schemas.microsoft.com/office/drawing/2014/main" id="{630059DC-289B-433A-B828-55E9BF71D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7873" name="Text Box 33">
            <a:extLst>
              <a:ext uri="{FF2B5EF4-FFF2-40B4-BE49-F238E27FC236}">
                <a16:creationId xmlns:a16="http://schemas.microsoft.com/office/drawing/2014/main" id="{3497E484-EB51-4104-BCDB-D53CD05B5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7874" name="Text Box 34">
            <a:extLst>
              <a:ext uri="{FF2B5EF4-FFF2-40B4-BE49-F238E27FC236}">
                <a16:creationId xmlns:a16="http://schemas.microsoft.com/office/drawing/2014/main" id="{E00AB52B-7601-4706-BAA4-EE55CC071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7875" name="Text Box 35">
            <a:extLst>
              <a:ext uri="{FF2B5EF4-FFF2-40B4-BE49-F238E27FC236}">
                <a16:creationId xmlns:a16="http://schemas.microsoft.com/office/drawing/2014/main" id="{90722D44-9B90-4E69-962D-1E1E9451B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7876" name="Text Box 36">
            <a:extLst>
              <a:ext uri="{FF2B5EF4-FFF2-40B4-BE49-F238E27FC236}">
                <a16:creationId xmlns:a16="http://schemas.microsoft.com/office/drawing/2014/main" id="{953524F3-F1CC-4004-97C6-B32CF4BC3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7877" name="Text Box 37">
            <a:extLst>
              <a:ext uri="{FF2B5EF4-FFF2-40B4-BE49-F238E27FC236}">
                <a16:creationId xmlns:a16="http://schemas.microsoft.com/office/drawing/2014/main" id="{A289C67C-B1DA-40E4-937A-B80A92C2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7878" name="Text Box 38">
            <a:extLst>
              <a:ext uri="{FF2B5EF4-FFF2-40B4-BE49-F238E27FC236}">
                <a16:creationId xmlns:a16="http://schemas.microsoft.com/office/drawing/2014/main" id="{A07C97CA-7638-4986-A254-864BAEA24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7879" name="Text Box 39">
            <a:extLst>
              <a:ext uri="{FF2B5EF4-FFF2-40B4-BE49-F238E27FC236}">
                <a16:creationId xmlns:a16="http://schemas.microsoft.com/office/drawing/2014/main" id="{3A86C530-49D6-4D5C-9AC9-02321A404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7880" name="Text Box 40">
            <a:extLst>
              <a:ext uri="{FF2B5EF4-FFF2-40B4-BE49-F238E27FC236}">
                <a16:creationId xmlns:a16="http://schemas.microsoft.com/office/drawing/2014/main" id="{0EE5202B-B504-4AA7-9730-B02D124C0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7881" name="Text Box 41">
            <a:extLst>
              <a:ext uri="{FF2B5EF4-FFF2-40B4-BE49-F238E27FC236}">
                <a16:creationId xmlns:a16="http://schemas.microsoft.com/office/drawing/2014/main" id="{3573783D-FE7F-42E1-A61A-211D1EE73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2" name="Text Box 42">
            <a:extLst>
              <a:ext uri="{FF2B5EF4-FFF2-40B4-BE49-F238E27FC236}">
                <a16:creationId xmlns:a16="http://schemas.microsoft.com/office/drawing/2014/main" id="{F1CC09F3-8A21-4D88-B8EF-683E59446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4" name="Text Box 44">
            <a:extLst>
              <a:ext uri="{FF2B5EF4-FFF2-40B4-BE49-F238E27FC236}">
                <a16:creationId xmlns:a16="http://schemas.microsoft.com/office/drawing/2014/main" id="{5CAD0DB7-E00D-4A3E-B221-5E68C52D3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5" name="Text Box 45">
            <a:extLst>
              <a:ext uri="{FF2B5EF4-FFF2-40B4-BE49-F238E27FC236}">
                <a16:creationId xmlns:a16="http://schemas.microsoft.com/office/drawing/2014/main" id="{70E09A00-D829-44E0-BD24-9F1F3DC14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6" name="Text Box 46">
            <a:extLst>
              <a:ext uri="{FF2B5EF4-FFF2-40B4-BE49-F238E27FC236}">
                <a16:creationId xmlns:a16="http://schemas.microsoft.com/office/drawing/2014/main" id="{18CE6ED4-026E-4634-9936-B2D280771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7" name="Text Box 47">
            <a:extLst>
              <a:ext uri="{FF2B5EF4-FFF2-40B4-BE49-F238E27FC236}">
                <a16:creationId xmlns:a16="http://schemas.microsoft.com/office/drawing/2014/main" id="{07BEFF80-9979-48EC-829D-6817DFA91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8" name="Text Box 48">
            <a:extLst>
              <a:ext uri="{FF2B5EF4-FFF2-40B4-BE49-F238E27FC236}">
                <a16:creationId xmlns:a16="http://schemas.microsoft.com/office/drawing/2014/main" id="{026A3546-6E98-4E25-ABA9-1BA404EB5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89" name="Text Box 49">
            <a:extLst>
              <a:ext uri="{FF2B5EF4-FFF2-40B4-BE49-F238E27FC236}">
                <a16:creationId xmlns:a16="http://schemas.microsoft.com/office/drawing/2014/main" id="{38E1C986-D2BB-44C7-B715-19129DD0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5,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4, t }</a:t>
            </a:r>
          </a:p>
        </p:txBody>
      </p:sp>
      <p:sp>
        <p:nvSpPr>
          <p:cNvPr id="547890" name="Text Box 50">
            <a:extLst>
              <a:ext uri="{FF2B5EF4-FFF2-40B4-BE49-F238E27FC236}">
                <a16:creationId xmlns:a16="http://schemas.microsoft.com/office/drawing/2014/main" id="{33BFD3C0-4003-4C0B-860F-9EF2FA22D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91" name="Text Box 51">
            <a:extLst>
              <a:ext uri="{FF2B5EF4-FFF2-40B4-BE49-F238E27FC236}">
                <a16:creationId xmlns:a16="http://schemas.microsoft.com/office/drawing/2014/main" id="{3C73CF71-A354-4DBB-B283-6DCF6B3B5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892" name="Text Box 52">
            <a:extLst>
              <a:ext uri="{FF2B5EF4-FFF2-40B4-BE49-F238E27FC236}">
                <a16:creationId xmlns:a16="http://schemas.microsoft.com/office/drawing/2014/main" id="{C557D77B-337A-4F18-AAA0-2E22B304E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93" name="Text Box 53">
            <a:extLst>
              <a:ext uri="{FF2B5EF4-FFF2-40B4-BE49-F238E27FC236}">
                <a16:creationId xmlns:a16="http://schemas.microsoft.com/office/drawing/2014/main" id="{77D9BC3E-4A1B-419E-8873-35A23098E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94" name="Text Box 54">
            <a:extLst>
              <a:ext uri="{FF2B5EF4-FFF2-40B4-BE49-F238E27FC236}">
                <a16:creationId xmlns:a16="http://schemas.microsoft.com/office/drawing/2014/main" id="{C3895F04-5822-4359-8DA7-D030B50FD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895" name="Text Box 55">
            <a:extLst>
              <a:ext uri="{FF2B5EF4-FFF2-40B4-BE49-F238E27FC236}">
                <a16:creationId xmlns:a16="http://schemas.microsoft.com/office/drawing/2014/main" id="{B3FBE974-6EFB-4840-AC14-98A95671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898" name="Text Box 58">
            <a:extLst>
              <a:ext uri="{FF2B5EF4-FFF2-40B4-BE49-F238E27FC236}">
                <a16:creationId xmlns:a16="http://schemas.microsoft.com/office/drawing/2014/main" id="{4DA1455F-C485-4969-9D8C-E66313797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899" name="Text Box 59">
            <a:extLst>
              <a:ext uri="{FF2B5EF4-FFF2-40B4-BE49-F238E27FC236}">
                <a16:creationId xmlns:a16="http://schemas.microsoft.com/office/drawing/2014/main" id="{95FDA598-41E1-4AC4-B262-BB7B8F77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00" name="Text Box 60">
            <a:extLst>
              <a:ext uri="{FF2B5EF4-FFF2-40B4-BE49-F238E27FC236}">
                <a16:creationId xmlns:a16="http://schemas.microsoft.com/office/drawing/2014/main" id="{87049652-8BFD-4EEE-AF31-B0DED44EB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01" name="Text Box 61">
            <a:extLst>
              <a:ext uri="{FF2B5EF4-FFF2-40B4-BE49-F238E27FC236}">
                <a16:creationId xmlns:a16="http://schemas.microsoft.com/office/drawing/2014/main" id="{14A59E36-9A20-4681-A367-71ED0EF26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02" name="Text Box 62">
            <a:extLst>
              <a:ext uri="{FF2B5EF4-FFF2-40B4-BE49-F238E27FC236}">
                <a16:creationId xmlns:a16="http://schemas.microsoft.com/office/drawing/2014/main" id="{FEECEAD3-A691-4CDC-BE51-BB1BAD433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03" name="Text Box 63">
            <a:extLst>
              <a:ext uri="{FF2B5EF4-FFF2-40B4-BE49-F238E27FC236}">
                <a16:creationId xmlns:a16="http://schemas.microsoft.com/office/drawing/2014/main" id="{0077E152-5AAE-4C39-9CC0-DF3A99BFE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05" name="Text Box 65">
            <a:extLst>
              <a:ext uri="{FF2B5EF4-FFF2-40B4-BE49-F238E27FC236}">
                <a16:creationId xmlns:a16="http://schemas.microsoft.com/office/drawing/2014/main" id="{44B66189-1DB6-47A6-A32E-1CCE02C5A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06" name="Text Box 66">
            <a:extLst>
              <a:ext uri="{FF2B5EF4-FFF2-40B4-BE49-F238E27FC236}">
                <a16:creationId xmlns:a16="http://schemas.microsoft.com/office/drawing/2014/main" id="{9497A390-BF49-4DE4-BB92-753B678E6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07" name="Text Box 67">
            <a:extLst>
              <a:ext uri="{FF2B5EF4-FFF2-40B4-BE49-F238E27FC236}">
                <a16:creationId xmlns:a16="http://schemas.microsoft.com/office/drawing/2014/main" id="{890C145C-128C-4E60-BF89-2D19408C3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08" name="Text Box 68">
            <a:extLst>
              <a:ext uri="{FF2B5EF4-FFF2-40B4-BE49-F238E27FC236}">
                <a16:creationId xmlns:a16="http://schemas.microsoft.com/office/drawing/2014/main" id="{CD9B9333-EB10-4DF7-A8B6-F9806A43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21" name="Text Box 81">
            <a:extLst>
              <a:ext uri="{FF2B5EF4-FFF2-40B4-BE49-F238E27FC236}">
                <a16:creationId xmlns:a16="http://schemas.microsoft.com/office/drawing/2014/main" id="{813C23AD-5640-4E21-BE9C-C0AF83B2A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7911" name="Freeform 71">
            <a:extLst>
              <a:ext uri="{FF2B5EF4-FFF2-40B4-BE49-F238E27FC236}">
                <a16:creationId xmlns:a16="http://schemas.microsoft.com/office/drawing/2014/main" id="{1CBE9239-E7A8-41AE-B1F3-BB29C94C014B}"/>
              </a:ext>
            </a:extLst>
          </p:cNvPr>
          <p:cNvSpPr>
            <a:spLocks/>
          </p:cNvSpPr>
          <p:nvPr/>
        </p:nvSpPr>
        <p:spPr bwMode="auto">
          <a:xfrm>
            <a:off x="1701800" y="2028826"/>
            <a:ext cx="8534400" cy="4752975"/>
          </a:xfrm>
          <a:custGeom>
            <a:avLst/>
            <a:gdLst>
              <a:gd name="T0" fmla="*/ 0 w 5376"/>
              <a:gd name="T1" fmla="*/ 882 h 2994"/>
              <a:gd name="T2" fmla="*/ 112 w 5376"/>
              <a:gd name="T3" fmla="*/ 602 h 2994"/>
              <a:gd name="T4" fmla="*/ 304 w 5376"/>
              <a:gd name="T5" fmla="*/ 498 h 2994"/>
              <a:gd name="T6" fmla="*/ 440 w 5376"/>
              <a:gd name="T7" fmla="*/ 426 h 2994"/>
              <a:gd name="T8" fmla="*/ 624 w 5376"/>
              <a:gd name="T9" fmla="*/ 394 h 2994"/>
              <a:gd name="T10" fmla="*/ 832 w 5376"/>
              <a:gd name="T11" fmla="*/ 354 h 2994"/>
              <a:gd name="T12" fmla="*/ 952 w 5376"/>
              <a:gd name="T13" fmla="*/ 314 h 2994"/>
              <a:gd name="T14" fmla="*/ 1432 w 5376"/>
              <a:gd name="T15" fmla="*/ 250 h 2994"/>
              <a:gd name="T16" fmla="*/ 1928 w 5376"/>
              <a:gd name="T17" fmla="*/ 290 h 2994"/>
              <a:gd name="T18" fmla="*/ 2640 w 5376"/>
              <a:gd name="T19" fmla="*/ 322 h 2994"/>
              <a:gd name="T20" fmla="*/ 4571 w 5376"/>
              <a:gd name="T21" fmla="*/ 183 h 2994"/>
              <a:gd name="T22" fmla="*/ 4955 w 5376"/>
              <a:gd name="T23" fmla="*/ 34 h 2994"/>
              <a:gd name="T24" fmla="*/ 5221 w 5376"/>
              <a:gd name="T25" fmla="*/ 23 h 2994"/>
              <a:gd name="T26" fmla="*/ 5349 w 5376"/>
              <a:gd name="T27" fmla="*/ 141 h 2994"/>
              <a:gd name="T28" fmla="*/ 5376 w 5376"/>
              <a:gd name="T29" fmla="*/ 274 h 2994"/>
              <a:gd name="T30" fmla="*/ 5368 w 5376"/>
              <a:gd name="T31" fmla="*/ 626 h 2994"/>
              <a:gd name="T32" fmla="*/ 5288 w 5376"/>
              <a:gd name="T33" fmla="*/ 858 h 2994"/>
              <a:gd name="T34" fmla="*/ 5240 w 5376"/>
              <a:gd name="T35" fmla="*/ 994 h 2994"/>
              <a:gd name="T36" fmla="*/ 5056 w 5376"/>
              <a:gd name="T37" fmla="*/ 1042 h 2994"/>
              <a:gd name="T38" fmla="*/ 4832 w 5376"/>
              <a:gd name="T39" fmla="*/ 1114 h 2994"/>
              <a:gd name="T40" fmla="*/ 4704 w 5376"/>
              <a:gd name="T41" fmla="*/ 1130 h 2994"/>
              <a:gd name="T42" fmla="*/ 4216 w 5376"/>
              <a:gd name="T43" fmla="*/ 1250 h 2994"/>
              <a:gd name="T44" fmla="*/ 4144 w 5376"/>
              <a:gd name="T45" fmla="*/ 1282 h 2994"/>
              <a:gd name="T46" fmla="*/ 3936 w 5376"/>
              <a:gd name="T47" fmla="*/ 1386 h 2994"/>
              <a:gd name="T48" fmla="*/ 3728 w 5376"/>
              <a:gd name="T49" fmla="*/ 1490 h 2994"/>
              <a:gd name="T50" fmla="*/ 3536 w 5376"/>
              <a:gd name="T51" fmla="*/ 1538 h 2994"/>
              <a:gd name="T52" fmla="*/ 3424 w 5376"/>
              <a:gd name="T53" fmla="*/ 1570 h 2994"/>
              <a:gd name="T54" fmla="*/ 3248 w 5376"/>
              <a:gd name="T55" fmla="*/ 1602 h 2994"/>
              <a:gd name="T56" fmla="*/ 3152 w 5376"/>
              <a:gd name="T57" fmla="*/ 1674 h 2994"/>
              <a:gd name="T58" fmla="*/ 3096 w 5376"/>
              <a:gd name="T59" fmla="*/ 1738 h 2994"/>
              <a:gd name="T60" fmla="*/ 3056 w 5376"/>
              <a:gd name="T61" fmla="*/ 1810 h 2994"/>
              <a:gd name="T62" fmla="*/ 3008 w 5376"/>
              <a:gd name="T63" fmla="*/ 1906 h 2994"/>
              <a:gd name="T64" fmla="*/ 2800 w 5376"/>
              <a:gd name="T65" fmla="*/ 2042 h 2994"/>
              <a:gd name="T66" fmla="*/ 2704 w 5376"/>
              <a:gd name="T67" fmla="*/ 2090 h 2994"/>
              <a:gd name="T68" fmla="*/ 2552 w 5376"/>
              <a:gd name="T69" fmla="*/ 2114 h 2994"/>
              <a:gd name="T70" fmla="*/ 2408 w 5376"/>
              <a:gd name="T71" fmla="*/ 2218 h 2994"/>
              <a:gd name="T72" fmla="*/ 2304 w 5376"/>
              <a:gd name="T73" fmla="*/ 2282 h 2994"/>
              <a:gd name="T74" fmla="*/ 2048 w 5376"/>
              <a:gd name="T75" fmla="*/ 2490 h 2994"/>
              <a:gd name="T76" fmla="*/ 1968 w 5376"/>
              <a:gd name="T77" fmla="*/ 2546 h 2994"/>
              <a:gd name="T78" fmla="*/ 1904 w 5376"/>
              <a:gd name="T79" fmla="*/ 2666 h 2994"/>
              <a:gd name="T80" fmla="*/ 1856 w 5376"/>
              <a:gd name="T81" fmla="*/ 2778 h 2994"/>
              <a:gd name="T82" fmla="*/ 1680 w 5376"/>
              <a:gd name="T83" fmla="*/ 2994 h 2994"/>
              <a:gd name="T84" fmla="*/ 1208 w 5376"/>
              <a:gd name="T85" fmla="*/ 2954 h 2994"/>
              <a:gd name="T86" fmla="*/ 1008 w 5376"/>
              <a:gd name="T87" fmla="*/ 2898 h 2994"/>
              <a:gd name="T88" fmla="*/ 936 w 5376"/>
              <a:gd name="T89" fmla="*/ 2866 h 2994"/>
              <a:gd name="T90" fmla="*/ 888 w 5376"/>
              <a:gd name="T91" fmla="*/ 2754 h 2994"/>
              <a:gd name="T92" fmla="*/ 792 w 5376"/>
              <a:gd name="T93" fmla="*/ 2658 h 2994"/>
              <a:gd name="T94" fmla="*/ 736 w 5376"/>
              <a:gd name="T95" fmla="*/ 2578 h 2994"/>
              <a:gd name="T96" fmla="*/ 704 w 5376"/>
              <a:gd name="T97" fmla="*/ 2506 h 2994"/>
              <a:gd name="T98" fmla="*/ 680 w 5376"/>
              <a:gd name="T99" fmla="*/ 2482 h 2994"/>
              <a:gd name="T100" fmla="*/ 656 w 5376"/>
              <a:gd name="T101" fmla="*/ 2426 h 2994"/>
              <a:gd name="T102" fmla="*/ 472 w 5376"/>
              <a:gd name="T103" fmla="*/ 2194 h 2994"/>
              <a:gd name="T104" fmla="*/ 440 w 5376"/>
              <a:gd name="T105" fmla="*/ 2066 h 2994"/>
              <a:gd name="T106" fmla="*/ 336 w 5376"/>
              <a:gd name="T107" fmla="*/ 1906 h 2994"/>
              <a:gd name="T108" fmla="*/ 272 w 5376"/>
              <a:gd name="T109" fmla="*/ 1786 h 2994"/>
              <a:gd name="T110" fmla="*/ 192 w 5376"/>
              <a:gd name="T111" fmla="*/ 1698 h 2994"/>
              <a:gd name="T112" fmla="*/ 96 w 5376"/>
              <a:gd name="T113" fmla="*/ 1250 h 2994"/>
              <a:gd name="T114" fmla="*/ 24 w 5376"/>
              <a:gd name="T115" fmla="*/ 1122 h 2994"/>
              <a:gd name="T116" fmla="*/ 16 w 5376"/>
              <a:gd name="T117" fmla="*/ 1090 h 2994"/>
              <a:gd name="T118" fmla="*/ 0 w 5376"/>
              <a:gd name="T119" fmla="*/ 1042 h 2994"/>
              <a:gd name="T120" fmla="*/ 0 w 5376"/>
              <a:gd name="T121" fmla="*/ 882 h 2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76" h="2994">
                <a:moveTo>
                  <a:pt x="0" y="882"/>
                </a:moveTo>
                <a:cubicBezTo>
                  <a:pt x="45" y="791"/>
                  <a:pt x="44" y="682"/>
                  <a:pt x="112" y="602"/>
                </a:cubicBezTo>
                <a:cubicBezTo>
                  <a:pt x="158" y="548"/>
                  <a:pt x="244" y="531"/>
                  <a:pt x="304" y="498"/>
                </a:cubicBezTo>
                <a:cubicBezTo>
                  <a:pt x="354" y="470"/>
                  <a:pt x="386" y="444"/>
                  <a:pt x="440" y="426"/>
                </a:cubicBezTo>
                <a:cubicBezTo>
                  <a:pt x="500" y="406"/>
                  <a:pt x="562" y="404"/>
                  <a:pt x="624" y="394"/>
                </a:cubicBezTo>
                <a:cubicBezTo>
                  <a:pt x="693" y="382"/>
                  <a:pt x="764" y="371"/>
                  <a:pt x="832" y="354"/>
                </a:cubicBezTo>
                <a:cubicBezTo>
                  <a:pt x="869" y="329"/>
                  <a:pt x="911" y="328"/>
                  <a:pt x="952" y="314"/>
                </a:cubicBezTo>
                <a:cubicBezTo>
                  <a:pt x="1113" y="260"/>
                  <a:pt x="1260" y="256"/>
                  <a:pt x="1432" y="250"/>
                </a:cubicBezTo>
                <a:cubicBezTo>
                  <a:pt x="1618" y="257"/>
                  <a:pt x="1740" y="283"/>
                  <a:pt x="1928" y="290"/>
                </a:cubicBezTo>
                <a:cubicBezTo>
                  <a:pt x="2165" y="314"/>
                  <a:pt x="2402" y="317"/>
                  <a:pt x="2640" y="322"/>
                </a:cubicBezTo>
                <a:cubicBezTo>
                  <a:pt x="3273" y="355"/>
                  <a:pt x="3932" y="189"/>
                  <a:pt x="4571" y="183"/>
                </a:cubicBezTo>
                <a:cubicBezTo>
                  <a:pt x="4711" y="165"/>
                  <a:pt x="4828" y="88"/>
                  <a:pt x="4955" y="34"/>
                </a:cubicBezTo>
                <a:cubicBezTo>
                  <a:pt x="5034" y="0"/>
                  <a:pt x="5151" y="26"/>
                  <a:pt x="5221" y="23"/>
                </a:cubicBezTo>
                <a:cubicBezTo>
                  <a:pt x="5277" y="29"/>
                  <a:pt x="5310" y="102"/>
                  <a:pt x="5349" y="141"/>
                </a:cubicBezTo>
                <a:cubicBezTo>
                  <a:pt x="5354" y="160"/>
                  <a:pt x="5376" y="255"/>
                  <a:pt x="5376" y="274"/>
                </a:cubicBezTo>
                <a:cubicBezTo>
                  <a:pt x="5376" y="391"/>
                  <a:pt x="5373" y="509"/>
                  <a:pt x="5368" y="626"/>
                </a:cubicBezTo>
                <a:cubicBezTo>
                  <a:pt x="5365" y="705"/>
                  <a:pt x="5312" y="785"/>
                  <a:pt x="5288" y="858"/>
                </a:cubicBezTo>
                <a:cubicBezTo>
                  <a:pt x="5275" y="898"/>
                  <a:pt x="5274" y="967"/>
                  <a:pt x="5240" y="994"/>
                </a:cubicBezTo>
                <a:cubicBezTo>
                  <a:pt x="5195" y="1030"/>
                  <a:pt x="5111" y="1036"/>
                  <a:pt x="5056" y="1042"/>
                </a:cubicBezTo>
                <a:cubicBezTo>
                  <a:pt x="4981" y="1061"/>
                  <a:pt x="4909" y="1101"/>
                  <a:pt x="4832" y="1114"/>
                </a:cubicBezTo>
                <a:cubicBezTo>
                  <a:pt x="4765" y="1125"/>
                  <a:pt x="4765" y="1118"/>
                  <a:pt x="4704" y="1130"/>
                </a:cubicBezTo>
                <a:cubicBezTo>
                  <a:pt x="4540" y="1163"/>
                  <a:pt x="4378" y="1210"/>
                  <a:pt x="4216" y="1250"/>
                </a:cubicBezTo>
                <a:cubicBezTo>
                  <a:pt x="4189" y="1257"/>
                  <a:pt x="4170" y="1273"/>
                  <a:pt x="4144" y="1282"/>
                </a:cubicBezTo>
                <a:cubicBezTo>
                  <a:pt x="4089" y="1337"/>
                  <a:pt x="4009" y="1362"/>
                  <a:pt x="3936" y="1386"/>
                </a:cubicBezTo>
                <a:cubicBezTo>
                  <a:pt x="3905" y="1478"/>
                  <a:pt x="3805" y="1471"/>
                  <a:pt x="3728" y="1490"/>
                </a:cubicBezTo>
                <a:cubicBezTo>
                  <a:pt x="3665" y="1506"/>
                  <a:pt x="3598" y="1517"/>
                  <a:pt x="3536" y="1538"/>
                </a:cubicBezTo>
                <a:cubicBezTo>
                  <a:pt x="3504" y="1549"/>
                  <a:pt x="3457" y="1567"/>
                  <a:pt x="3424" y="1570"/>
                </a:cubicBezTo>
                <a:cubicBezTo>
                  <a:pt x="3360" y="1576"/>
                  <a:pt x="3308" y="1582"/>
                  <a:pt x="3248" y="1602"/>
                </a:cubicBezTo>
                <a:cubicBezTo>
                  <a:pt x="3211" y="1614"/>
                  <a:pt x="3183" y="1653"/>
                  <a:pt x="3152" y="1674"/>
                </a:cubicBezTo>
                <a:cubicBezTo>
                  <a:pt x="3115" y="1730"/>
                  <a:pt x="3136" y="1711"/>
                  <a:pt x="3096" y="1738"/>
                </a:cubicBezTo>
                <a:cubicBezTo>
                  <a:pt x="3082" y="1780"/>
                  <a:pt x="3093" y="1755"/>
                  <a:pt x="3056" y="1810"/>
                </a:cubicBezTo>
                <a:cubicBezTo>
                  <a:pt x="3004" y="1888"/>
                  <a:pt x="3084" y="1830"/>
                  <a:pt x="3008" y="1906"/>
                </a:cubicBezTo>
                <a:cubicBezTo>
                  <a:pt x="2945" y="1969"/>
                  <a:pt x="2885" y="2014"/>
                  <a:pt x="2800" y="2042"/>
                </a:cubicBezTo>
                <a:cubicBezTo>
                  <a:pt x="2768" y="2053"/>
                  <a:pt x="2738" y="2079"/>
                  <a:pt x="2704" y="2090"/>
                </a:cubicBezTo>
                <a:cubicBezTo>
                  <a:pt x="2655" y="2106"/>
                  <a:pt x="2602" y="2104"/>
                  <a:pt x="2552" y="2114"/>
                </a:cubicBezTo>
                <a:cubicBezTo>
                  <a:pt x="2477" y="2111"/>
                  <a:pt x="2482" y="2225"/>
                  <a:pt x="2408" y="2218"/>
                </a:cubicBezTo>
                <a:cubicBezTo>
                  <a:pt x="2336" y="2212"/>
                  <a:pt x="2372" y="2305"/>
                  <a:pt x="2304" y="2282"/>
                </a:cubicBezTo>
                <a:cubicBezTo>
                  <a:pt x="2244" y="2327"/>
                  <a:pt x="2104" y="2446"/>
                  <a:pt x="2048" y="2490"/>
                </a:cubicBezTo>
                <a:cubicBezTo>
                  <a:pt x="2032" y="2485"/>
                  <a:pt x="1968" y="2546"/>
                  <a:pt x="1968" y="2546"/>
                </a:cubicBezTo>
                <a:cubicBezTo>
                  <a:pt x="1908" y="2569"/>
                  <a:pt x="1945" y="2638"/>
                  <a:pt x="1904" y="2666"/>
                </a:cubicBezTo>
                <a:cubicBezTo>
                  <a:pt x="1871" y="2699"/>
                  <a:pt x="1893" y="2723"/>
                  <a:pt x="1856" y="2778"/>
                </a:cubicBezTo>
                <a:cubicBezTo>
                  <a:pt x="1916" y="2868"/>
                  <a:pt x="1776" y="2962"/>
                  <a:pt x="1680" y="2994"/>
                </a:cubicBezTo>
                <a:cubicBezTo>
                  <a:pt x="1552" y="2908"/>
                  <a:pt x="1310" y="2956"/>
                  <a:pt x="1208" y="2954"/>
                </a:cubicBezTo>
                <a:cubicBezTo>
                  <a:pt x="1140" y="2937"/>
                  <a:pt x="1074" y="2920"/>
                  <a:pt x="1008" y="2898"/>
                </a:cubicBezTo>
                <a:cubicBezTo>
                  <a:pt x="984" y="2890"/>
                  <a:pt x="955" y="2885"/>
                  <a:pt x="936" y="2866"/>
                </a:cubicBezTo>
                <a:cubicBezTo>
                  <a:pt x="901" y="2831"/>
                  <a:pt x="906" y="2795"/>
                  <a:pt x="888" y="2754"/>
                </a:cubicBezTo>
                <a:cubicBezTo>
                  <a:pt x="871" y="2715"/>
                  <a:pt x="819" y="2689"/>
                  <a:pt x="792" y="2658"/>
                </a:cubicBezTo>
                <a:cubicBezTo>
                  <a:pt x="776" y="2640"/>
                  <a:pt x="747" y="2594"/>
                  <a:pt x="736" y="2578"/>
                </a:cubicBezTo>
                <a:cubicBezTo>
                  <a:pt x="673" y="2484"/>
                  <a:pt x="762" y="2587"/>
                  <a:pt x="704" y="2506"/>
                </a:cubicBezTo>
                <a:cubicBezTo>
                  <a:pt x="697" y="2497"/>
                  <a:pt x="687" y="2491"/>
                  <a:pt x="680" y="2482"/>
                </a:cubicBezTo>
                <a:cubicBezTo>
                  <a:pt x="640" y="2426"/>
                  <a:pt x="682" y="2473"/>
                  <a:pt x="656" y="2426"/>
                </a:cubicBezTo>
                <a:cubicBezTo>
                  <a:pt x="606" y="2336"/>
                  <a:pt x="506" y="2296"/>
                  <a:pt x="472" y="2194"/>
                </a:cubicBezTo>
                <a:cubicBezTo>
                  <a:pt x="469" y="2171"/>
                  <a:pt x="458" y="2084"/>
                  <a:pt x="440" y="2066"/>
                </a:cubicBezTo>
                <a:cubicBezTo>
                  <a:pt x="395" y="2021"/>
                  <a:pt x="364" y="1962"/>
                  <a:pt x="336" y="1906"/>
                </a:cubicBezTo>
                <a:cubicBezTo>
                  <a:pt x="315" y="1864"/>
                  <a:pt x="302" y="1822"/>
                  <a:pt x="272" y="1786"/>
                </a:cubicBezTo>
                <a:cubicBezTo>
                  <a:pt x="154" y="1644"/>
                  <a:pt x="240" y="1770"/>
                  <a:pt x="192" y="1698"/>
                </a:cubicBezTo>
                <a:cubicBezTo>
                  <a:pt x="167" y="1547"/>
                  <a:pt x="133" y="1399"/>
                  <a:pt x="96" y="1250"/>
                </a:cubicBezTo>
                <a:cubicBezTo>
                  <a:pt x="91" y="1230"/>
                  <a:pt x="34" y="1150"/>
                  <a:pt x="24" y="1122"/>
                </a:cubicBezTo>
                <a:cubicBezTo>
                  <a:pt x="20" y="1112"/>
                  <a:pt x="19" y="1101"/>
                  <a:pt x="16" y="1090"/>
                </a:cubicBezTo>
                <a:cubicBezTo>
                  <a:pt x="11" y="1074"/>
                  <a:pt x="0" y="1042"/>
                  <a:pt x="0" y="1042"/>
                </a:cubicBezTo>
                <a:cubicBezTo>
                  <a:pt x="9" y="908"/>
                  <a:pt x="16" y="961"/>
                  <a:pt x="0" y="882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12" name="Text Box 72">
            <a:extLst>
              <a:ext uri="{FF2B5EF4-FFF2-40B4-BE49-F238E27FC236}">
                <a16:creationId xmlns:a16="http://schemas.microsoft.com/office/drawing/2014/main" id="{F7451ED0-D786-41DF-B69F-4B4B2554F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13" name="Text Box 73">
            <a:extLst>
              <a:ext uri="{FF2B5EF4-FFF2-40B4-BE49-F238E27FC236}">
                <a16:creationId xmlns:a16="http://schemas.microsoft.com/office/drawing/2014/main" id="{83B8E25F-C1C8-4AE9-AFA4-AC41E02E8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14" name="Text Box 74">
            <a:extLst>
              <a:ext uri="{FF2B5EF4-FFF2-40B4-BE49-F238E27FC236}">
                <a16:creationId xmlns:a16="http://schemas.microsoft.com/office/drawing/2014/main" id="{29295A1D-D7F8-4E6C-BD02-A22B7C7AC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41910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15" name="Text Box 75">
            <a:extLst>
              <a:ext uri="{FF2B5EF4-FFF2-40B4-BE49-F238E27FC236}">
                <a16:creationId xmlns:a16="http://schemas.microsoft.com/office/drawing/2014/main" id="{2966B30C-3F2A-4AEE-9534-B6F5F4FC3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1" y="41386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16" name="Text Box 76">
            <a:extLst>
              <a:ext uri="{FF2B5EF4-FFF2-40B4-BE49-F238E27FC236}">
                <a16:creationId xmlns:a16="http://schemas.microsoft.com/office/drawing/2014/main" id="{389F28FB-4585-48C5-9F82-FC0FAA0E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17" name="Text Box 77">
            <a:extLst>
              <a:ext uri="{FF2B5EF4-FFF2-40B4-BE49-F238E27FC236}">
                <a16:creationId xmlns:a16="http://schemas.microsoft.com/office/drawing/2014/main" id="{4D4741A6-E479-471C-A42E-F3693500C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18" name="Text Box 78">
            <a:extLst>
              <a:ext uri="{FF2B5EF4-FFF2-40B4-BE49-F238E27FC236}">
                <a16:creationId xmlns:a16="http://schemas.microsoft.com/office/drawing/2014/main" id="{A1C7CD3F-0B71-4164-8F1D-56C87D96C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7919" name="Text Box 79">
            <a:extLst>
              <a:ext uri="{FF2B5EF4-FFF2-40B4-BE49-F238E27FC236}">
                <a16:creationId xmlns:a16="http://schemas.microsoft.com/office/drawing/2014/main" id="{8FB0B8B4-A6C3-4EBD-9044-12AA79F7A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7920" name="Text Box 80">
            <a:extLst>
              <a:ext uri="{FF2B5EF4-FFF2-40B4-BE49-F238E27FC236}">
                <a16:creationId xmlns:a16="http://schemas.microsoft.com/office/drawing/2014/main" id="{2D069452-65D1-45D1-8F0D-310370A39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 Placeholder 3">
            <a:extLst>
              <a:ext uri="{FF2B5EF4-FFF2-40B4-BE49-F238E27FC236}">
                <a16:creationId xmlns:a16="http://schemas.microsoft.com/office/drawing/2014/main" id="{AC145A18-E3E4-401B-8C45-2AED0CA75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76DB0E1-6240-4B97-ADEC-E53A03E96217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866" name="Rectangle 2">
            <a:extLst>
              <a:ext uri="{FF2B5EF4-FFF2-40B4-BE49-F238E27FC236}">
                <a16:creationId xmlns:a16="http://schemas.microsoft.com/office/drawing/2014/main" id="{71A8F7E6-7421-45A2-BA18-D4C1E0032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8867" name="Oval 3">
            <a:extLst>
              <a:ext uri="{FF2B5EF4-FFF2-40B4-BE49-F238E27FC236}">
                <a16:creationId xmlns:a16="http://schemas.microsoft.com/office/drawing/2014/main" id="{0401E06F-87EA-4221-8BAD-D4451A423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8868" name="Oval 4">
            <a:extLst>
              <a:ext uri="{FF2B5EF4-FFF2-40B4-BE49-F238E27FC236}">
                <a16:creationId xmlns:a16="http://schemas.microsoft.com/office/drawing/2014/main" id="{7FBF03C4-F786-4C18-B6C7-E2B295544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8869" name="Oval 5">
            <a:extLst>
              <a:ext uri="{FF2B5EF4-FFF2-40B4-BE49-F238E27FC236}">
                <a16:creationId xmlns:a16="http://schemas.microsoft.com/office/drawing/2014/main" id="{14060991-201D-40AE-BD2E-F7E02213D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8870" name="Oval 6">
            <a:extLst>
              <a:ext uri="{FF2B5EF4-FFF2-40B4-BE49-F238E27FC236}">
                <a16:creationId xmlns:a16="http://schemas.microsoft.com/office/drawing/2014/main" id="{680399DD-C5D9-40BB-BF51-307F42C3A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8871" name="Oval 7">
            <a:extLst>
              <a:ext uri="{FF2B5EF4-FFF2-40B4-BE49-F238E27FC236}">
                <a16:creationId xmlns:a16="http://schemas.microsoft.com/office/drawing/2014/main" id="{EF17A362-D1AE-427B-A390-5B7B392BE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8872" name="Oval 8">
            <a:extLst>
              <a:ext uri="{FF2B5EF4-FFF2-40B4-BE49-F238E27FC236}">
                <a16:creationId xmlns:a16="http://schemas.microsoft.com/office/drawing/2014/main" id="{88F894EC-BFF2-4E91-9C7D-5D82E8A7E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8873" name="Oval 9">
            <a:extLst>
              <a:ext uri="{FF2B5EF4-FFF2-40B4-BE49-F238E27FC236}">
                <a16:creationId xmlns:a16="http://schemas.microsoft.com/office/drawing/2014/main" id="{27A64BBC-560E-4094-9037-B1F292B5C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8874" name="Oval 10">
            <a:extLst>
              <a:ext uri="{FF2B5EF4-FFF2-40B4-BE49-F238E27FC236}">
                <a16:creationId xmlns:a16="http://schemas.microsoft.com/office/drawing/2014/main" id="{E479AEAB-90EC-45DF-A6F2-034660C46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8875" name="AutoShape 11">
            <a:extLst>
              <a:ext uri="{FF2B5EF4-FFF2-40B4-BE49-F238E27FC236}">
                <a16:creationId xmlns:a16="http://schemas.microsoft.com/office/drawing/2014/main" id="{19CAE98F-A63E-4DFA-A323-AD1C97ACEC0F}"/>
              </a:ext>
            </a:extLst>
          </p:cNvPr>
          <p:cNvCxnSpPr>
            <a:cxnSpLocks noChangeShapeType="1"/>
            <a:stCxn id="548867" idx="7"/>
            <a:endCxn id="548870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76" name="AutoShape 12">
            <a:extLst>
              <a:ext uri="{FF2B5EF4-FFF2-40B4-BE49-F238E27FC236}">
                <a16:creationId xmlns:a16="http://schemas.microsoft.com/office/drawing/2014/main" id="{0E536794-DA33-4C0E-B9EF-C9F33C7E28C6}"/>
              </a:ext>
            </a:extLst>
          </p:cNvPr>
          <p:cNvCxnSpPr>
            <a:cxnSpLocks noChangeShapeType="1"/>
            <a:stCxn id="548867" idx="6"/>
            <a:endCxn id="548871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77" name="AutoShape 13">
            <a:extLst>
              <a:ext uri="{FF2B5EF4-FFF2-40B4-BE49-F238E27FC236}">
                <a16:creationId xmlns:a16="http://schemas.microsoft.com/office/drawing/2014/main" id="{07A5FA09-9D7E-4EEB-824C-ECD20CEA654E}"/>
              </a:ext>
            </a:extLst>
          </p:cNvPr>
          <p:cNvCxnSpPr>
            <a:cxnSpLocks noChangeShapeType="1"/>
            <a:stCxn id="548867" idx="5"/>
            <a:endCxn id="548872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78" name="AutoShape 14">
            <a:extLst>
              <a:ext uri="{FF2B5EF4-FFF2-40B4-BE49-F238E27FC236}">
                <a16:creationId xmlns:a16="http://schemas.microsoft.com/office/drawing/2014/main" id="{4FDCF4A0-8E7B-4B50-B34B-FC0F7E6C2BAA}"/>
              </a:ext>
            </a:extLst>
          </p:cNvPr>
          <p:cNvCxnSpPr>
            <a:cxnSpLocks noChangeShapeType="1"/>
            <a:stCxn id="548871" idx="7"/>
            <a:endCxn id="548868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79" name="AutoShape 15">
            <a:extLst>
              <a:ext uri="{FF2B5EF4-FFF2-40B4-BE49-F238E27FC236}">
                <a16:creationId xmlns:a16="http://schemas.microsoft.com/office/drawing/2014/main" id="{98DE5920-FC68-4264-ADC7-6106C741B657}"/>
              </a:ext>
            </a:extLst>
          </p:cNvPr>
          <p:cNvCxnSpPr>
            <a:cxnSpLocks noChangeShapeType="1"/>
            <a:stCxn id="548873" idx="7"/>
            <a:endCxn id="548868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0" name="AutoShape 16">
            <a:extLst>
              <a:ext uri="{FF2B5EF4-FFF2-40B4-BE49-F238E27FC236}">
                <a16:creationId xmlns:a16="http://schemas.microsoft.com/office/drawing/2014/main" id="{27E55964-94AC-4D5E-A9BC-76F38F9BD721}"/>
              </a:ext>
            </a:extLst>
          </p:cNvPr>
          <p:cNvCxnSpPr>
            <a:cxnSpLocks noChangeShapeType="1"/>
            <a:stCxn id="548871" idx="5"/>
            <a:endCxn id="548874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1" name="AutoShape 17">
            <a:extLst>
              <a:ext uri="{FF2B5EF4-FFF2-40B4-BE49-F238E27FC236}">
                <a16:creationId xmlns:a16="http://schemas.microsoft.com/office/drawing/2014/main" id="{0EF92FFE-0C48-41A6-B4F0-21E3D49BABE0}"/>
              </a:ext>
            </a:extLst>
          </p:cNvPr>
          <p:cNvCxnSpPr>
            <a:cxnSpLocks noChangeShapeType="1"/>
            <a:stCxn id="548874" idx="5"/>
            <a:endCxn id="548869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2" name="AutoShape 18">
            <a:extLst>
              <a:ext uri="{FF2B5EF4-FFF2-40B4-BE49-F238E27FC236}">
                <a16:creationId xmlns:a16="http://schemas.microsoft.com/office/drawing/2014/main" id="{7789AE0B-6811-446D-B73E-275D148814EB}"/>
              </a:ext>
            </a:extLst>
          </p:cNvPr>
          <p:cNvCxnSpPr>
            <a:cxnSpLocks noChangeShapeType="1"/>
            <a:stCxn id="548874" idx="6"/>
            <a:endCxn id="548873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3" name="AutoShape 19">
            <a:extLst>
              <a:ext uri="{FF2B5EF4-FFF2-40B4-BE49-F238E27FC236}">
                <a16:creationId xmlns:a16="http://schemas.microsoft.com/office/drawing/2014/main" id="{602ACF52-2C89-4836-80FE-A525F7D5A0DD}"/>
              </a:ext>
            </a:extLst>
          </p:cNvPr>
          <p:cNvCxnSpPr>
            <a:cxnSpLocks noChangeShapeType="1"/>
            <a:stCxn id="548873" idx="4"/>
            <a:endCxn id="548869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4" name="AutoShape 20">
            <a:extLst>
              <a:ext uri="{FF2B5EF4-FFF2-40B4-BE49-F238E27FC236}">
                <a16:creationId xmlns:a16="http://schemas.microsoft.com/office/drawing/2014/main" id="{017D3A71-AB10-4922-B632-FDB8176D92A4}"/>
              </a:ext>
            </a:extLst>
          </p:cNvPr>
          <p:cNvCxnSpPr>
            <a:cxnSpLocks noChangeShapeType="1"/>
            <a:stCxn id="548868" idx="3"/>
            <a:endCxn id="548874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5" name="AutoShape 21">
            <a:extLst>
              <a:ext uri="{FF2B5EF4-FFF2-40B4-BE49-F238E27FC236}">
                <a16:creationId xmlns:a16="http://schemas.microsoft.com/office/drawing/2014/main" id="{E2C3875E-9A05-46F5-939A-31D0D5DA51BD}"/>
              </a:ext>
            </a:extLst>
          </p:cNvPr>
          <p:cNvCxnSpPr>
            <a:cxnSpLocks noChangeShapeType="1"/>
            <a:stCxn id="548871" idx="4"/>
            <a:endCxn id="548872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6" name="AutoShape 22">
            <a:extLst>
              <a:ext uri="{FF2B5EF4-FFF2-40B4-BE49-F238E27FC236}">
                <a16:creationId xmlns:a16="http://schemas.microsoft.com/office/drawing/2014/main" id="{2D968A0D-9F29-44C9-B331-3C31745AFCC4}"/>
              </a:ext>
            </a:extLst>
          </p:cNvPr>
          <p:cNvCxnSpPr>
            <a:cxnSpLocks noChangeShapeType="1"/>
            <a:stCxn id="548872" idx="6"/>
            <a:endCxn id="548874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7" name="AutoShape 23">
            <a:extLst>
              <a:ext uri="{FF2B5EF4-FFF2-40B4-BE49-F238E27FC236}">
                <a16:creationId xmlns:a16="http://schemas.microsoft.com/office/drawing/2014/main" id="{C7966690-F77F-4905-A5D5-40D50CAC795F}"/>
              </a:ext>
            </a:extLst>
          </p:cNvPr>
          <p:cNvCxnSpPr>
            <a:cxnSpLocks noChangeShapeType="1"/>
            <a:stCxn id="548870" idx="6"/>
            <a:endCxn id="548868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8" name="AutoShape 24">
            <a:extLst>
              <a:ext uri="{FF2B5EF4-FFF2-40B4-BE49-F238E27FC236}">
                <a16:creationId xmlns:a16="http://schemas.microsoft.com/office/drawing/2014/main" id="{744EA6BC-A664-45AA-B5BF-328C2FF389D4}"/>
              </a:ext>
            </a:extLst>
          </p:cNvPr>
          <p:cNvCxnSpPr>
            <a:cxnSpLocks noChangeShapeType="1"/>
            <a:stCxn id="548872" idx="6"/>
            <a:endCxn id="548869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8889" name="AutoShape 25">
            <a:extLst>
              <a:ext uri="{FF2B5EF4-FFF2-40B4-BE49-F238E27FC236}">
                <a16:creationId xmlns:a16="http://schemas.microsoft.com/office/drawing/2014/main" id="{BE875C5B-EA46-476A-BF16-288121224F41}"/>
              </a:ext>
            </a:extLst>
          </p:cNvPr>
          <p:cNvCxnSpPr>
            <a:cxnSpLocks noChangeShapeType="1"/>
            <a:stCxn id="548868" idx="5"/>
            <a:endCxn id="548869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8891" name="Text Box 27">
            <a:extLst>
              <a:ext uri="{FF2B5EF4-FFF2-40B4-BE49-F238E27FC236}">
                <a16:creationId xmlns:a16="http://schemas.microsoft.com/office/drawing/2014/main" id="{8D3E3667-E952-4643-B426-C8E1B976C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8892" name="Text Box 28">
            <a:extLst>
              <a:ext uri="{FF2B5EF4-FFF2-40B4-BE49-F238E27FC236}">
                <a16:creationId xmlns:a16="http://schemas.microsoft.com/office/drawing/2014/main" id="{E83B2370-1112-45FE-8D3A-4B24215AE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8893" name="Text Box 29">
            <a:extLst>
              <a:ext uri="{FF2B5EF4-FFF2-40B4-BE49-F238E27FC236}">
                <a16:creationId xmlns:a16="http://schemas.microsoft.com/office/drawing/2014/main" id="{FEE17395-0890-456D-A4FD-E0900F659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8894" name="Text Box 30">
            <a:extLst>
              <a:ext uri="{FF2B5EF4-FFF2-40B4-BE49-F238E27FC236}">
                <a16:creationId xmlns:a16="http://schemas.microsoft.com/office/drawing/2014/main" id="{0B1A3B7A-EC81-4407-8C1C-099BADA91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8895" name="Text Box 31">
            <a:extLst>
              <a:ext uri="{FF2B5EF4-FFF2-40B4-BE49-F238E27FC236}">
                <a16:creationId xmlns:a16="http://schemas.microsoft.com/office/drawing/2014/main" id="{7D4CF819-36D2-46DB-9D83-C09B0CE1A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8896" name="Text Box 32">
            <a:extLst>
              <a:ext uri="{FF2B5EF4-FFF2-40B4-BE49-F238E27FC236}">
                <a16:creationId xmlns:a16="http://schemas.microsoft.com/office/drawing/2014/main" id="{04EBB87E-80EA-4D36-BE2B-F9B41CD7D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8897" name="Text Box 33">
            <a:extLst>
              <a:ext uri="{FF2B5EF4-FFF2-40B4-BE49-F238E27FC236}">
                <a16:creationId xmlns:a16="http://schemas.microsoft.com/office/drawing/2014/main" id="{09E309E6-1B99-42E7-9238-6524B9269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8898" name="Text Box 34">
            <a:extLst>
              <a:ext uri="{FF2B5EF4-FFF2-40B4-BE49-F238E27FC236}">
                <a16:creationId xmlns:a16="http://schemas.microsoft.com/office/drawing/2014/main" id="{36D89E99-DF61-475B-B162-B4203B015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8899" name="Text Box 35">
            <a:extLst>
              <a:ext uri="{FF2B5EF4-FFF2-40B4-BE49-F238E27FC236}">
                <a16:creationId xmlns:a16="http://schemas.microsoft.com/office/drawing/2014/main" id="{29C20754-DEE6-447B-B361-39BF2CFA6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8900" name="Text Box 36">
            <a:extLst>
              <a:ext uri="{FF2B5EF4-FFF2-40B4-BE49-F238E27FC236}">
                <a16:creationId xmlns:a16="http://schemas.microsoft.com/office/drawing/2014/main" id="{7ABC0A08-133D-4B46-B113-8CD55B00E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8901" name="Text Box 37">
            <a:extLst>
              <a:ext uri="{FF2B5EF4-FFF2-40B4-BE49-F238E27FC236}">
                <a16:creationId xmlns:a16="http://schemas.microsoft.com/office/drawing/2014/main" id="{B0A80528-B801-4608-BA64-34A4539E4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8902" name="Text Box 38">
            <a:extLst>
              <a:ext uri="{FF2B5EF4-FFF2-40B4-BE49-F238E27FC236}">
                <a16:creationId xmlns:a16="http://schemas.microsoft.com/office/drawing/2014/main" id="{8C059885-38F0-4C11-80E6-B620C90C4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8903" name="Text Box 39">
            <a:extLst>
              <a:ext uri="{FF2B5EF4-FFF2-40B4-BE49-F238E27FC236}">
                <a16:creationId xmlns:a16="http://schemas.microsoft.com/office/drawing/2014/main" id="{4CD94BD4-E028-4070-8540-8930A2F6C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8904" name="Text Box 40">
            <a:extLst>
              <a:ext uri="{FF2B5EF4-FFF2-40B4-BE49-F238E27FC236}">
                <a16:creationId xmlns:a16="http://schemas.microsoft.com/office/drawing/2014/main" id="{98DDE428-B775-468F-A6B7-86DA8014B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8905" name="Text Box 41">
            <a:extLst>
              <a:ext uri="{FF2B5EF4-FFF2-40B4-BE49-F238E27FC236}">
                <a16:creationId xmlns:a16="http://schemas.microsoft.com/office/drawing/2014/main" id="{1D6E472B-DE4F-472A-97C7-AC9E499ED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06" name="Text Box 42">
            <a:extLst>
              <a:ext uri="{FF2B5EF4-FFF2-40B4-BE49-F238E27FC236}">
                <a16:creationId xmlns:a16="http://schemas.microsoft.com/office/drawing/2014/main" id="{975B374A-BD45-4772-BF20-BF5641C24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08" name="Text Box 44">
            <a:extLst>
              <a:ext uri="{FF2B5EF4-FFF2-40B4-BE49-F238E27FC236}">
                <a16:creationId xmlns:a16="http://schemas.microsoft.com/office/drawing/2014/main" id="{F40520C3-4897-4E3B-9F2D-05FECB5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09" name="Text Box 45">
            <a:extLst>
              <a:ext uri="{FF2B5EF4-FFF2-40B4-BE49-F238E27FC236}">
                <a16:creationId xmlns:a16="http://schemas.microsoft.com/office/drawing/2014/main" id="{E32E8337-1303-485D-AF7E-30483FE23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0" name="Text Box 46">
            <a:extLst>
              <a:ext uri="{FF2B5EF4-FFF2-40B4-BE49-F238E27FC236}">
                <a16:creationId xmlns:a16="http://schemas.microsoft.com/office/drawing/2014/main" id="{5A4E77C4-0D36-465E-A3C1-FED762327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1" name="Text Box 47">
            <a:extLst>
              <a:ext uri="{FF2B5EF4-FFF2-40B4-BE49-F238E27FC236}">
                <a16:creationId xmlns:a16="http://schemas.microsoft.com/office/drawing/2014/main" id="{ECA75617-0867-4AD6-8D8C-E549F22F0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2" name="Text Box 48">
            <a:extLst>
              <a:ext uri="{FF2B5EF4-FFF2-40B4-BE49-F238E27FC236}">
                <a16:creationId xmlns:a16="http://schemas.microsoft.com/office/drawing/2014/main" id="{E776C0E4-3502-43EF-A59F-2158375A7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3" name="Text Box 49">
            <a:extLst>
              <a:ext uri="{FF2B5EF4-FFF2-40B4-BE49-F238E27FC236}">
                <a16:creationId xmlns:a16="http://schemas.microsoft.com/office/drawing/2014/main" id="{84BC74C5-8BFC-4809-8924-A4D303A28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5,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4, t }</a:t>
            </a:r>
          </a:p>
        </p:txBody>
      </p:sp>
      <p:sp>
        <p:nvSpPr>
          <p:cNvPr id="548914" name="Text Box 50">
            <a:extLst>
              <a:ext uri="{FF2B5EF4-FFF2-40B4-BE49-F238E27FC236}">
                <a16:creationId xmlns:a16="http://schemas.microsoft.com/office/drawing/2014/main" id="{A7C3287D-308E-4595-9B49-85ACC2FB7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5" name="Text Box 51">
            <a:extLst>
              <a:ext uri="{FF2B5EF4-FFF2-40B4-BE49-F238E27FC236}">
                <a16:creationId xmlns:a16="http://schemas.microsoft.com/office/drawing/2014/main" id="{7DE05EF1-BDFB-4691-A2CB-EA15DA62B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16" name="Text Box 52">
            <a:extLst>
              <a:ext uri="{FF2B5EF4-FFF2-40B4-BE49-F238E27FC236}">
                <a16:creationId xmlns:a16="http://schemas.microsoft.com/office/drawing/2014/main" id="{E482DFB2-65EE-425D-8E6E-19CDD65C5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7" name="Text Box 53">
            <a:extLst>
              <a:ext uri="{FF2B5EF4-FFF2-40B4-BE49-F238E27FC236}">
                <a16:creationId xmlns:a16="http://schemas.microsoft.com/office/drawing/2014/main" id="{6F5C0A5A-8A22-4DAD-A4C3-83B8F5C4E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18" name="Text Box 54">
            <a:extLst>
              <a:ext uri="{FF2B5EF4-FFF2-40B4-BE49-F238E27FC236}">
                <a16:creationId xmlns:a16="http://schemas.microsoft.com/office/drawing/2014/main" id="{3C0CB5B2-4F99-47D1-A6E2-392A35288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19" name="Text Box 55">
            <a:extLst>
              <a:ext uri="{FF2B5EF4-FFF2-40B4-BE49-F238E27FC236}">
                <a16:creationId xmlns:a16="http://schemas.microsoft.com/office/drawing/2014/main" id="{C8B0A313-C2E1-464E-9E1D-84AC55906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22" name="Text Box 58">
            <a:extLst>
              <a:ext uri="{FF2B5EF4-FFF2-40B4-BE49-F238E27FC236}">
                <a16:creationId xmlns:a16="http://schemas.microsoft.com/office/drawing/2014/main" id="{911F0320-7903-4224-8B9D-1D88875AF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23" name="Text Box 59">
            <a:extLst>
              <a:ext uri="{FF2B5EF4-FFF2-40B4-BE49-F238E27FC236}">
                <a16:creationId xmlns:a16="http://schemas.microsoft.com/office/drawing/2014/main" id="{68EBF246-2E17-431C-8F6F-DD8E20C29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24" name="Text Box 60">
            <a:extLst>
              <a:ext uri="{FF2B5EF4-FFF2-40B4-BE49-F238E27FC236}">
                <a16:creationId xmlns:a16="http://schemas.microsoft.com/office/drawing/2014/main" id="{71A5993E-AD41-4FCE-9CD8-8C9CA7483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25" name="Text Box 61">
            <a:extLst>
              <a:ext uri="{FF2B5EF4-FFF2-40B4-BE49-F238E27FC236}">
                <a16:creationId xmlns:a16="http://schemas.microsoft.com/office/drawing/2014/main" id="{FE1F9E37-D73C-4DBE-B132-960851798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26" name="Text Box 62">
            <a:extLst>
              <a:ext uri="{FF2B5EF4-FFF2-40B4-BE49-F238E27FC236}">
                <a16:creationId xmlns:a16="http://schemas.microsoft.com/office/drawing/2014/main" id="{03B6FAA4-1040-46AE-986B-A69CB1860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27" name="Text Box 63">
            <a:extLst>
              <a:ext uri="{FF2B5EF4-FFF2-40B4-BE49-F238E27FC236}">
                <a16:creationId xmlns:a16="http://schemas.microsoft.com/office/drawing/2014/main" id="{530D5762-A6F2-4331-B97B-6CFAD71DE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28" name="Text Box 64">
            <a:extLst>
              <a:ext uri="{FF2B5EF4-FFF2-40B4-BE49-F238E27FC236}">
                <a16:creationId xmlns:a16="http://schemas.microsoft.com/office/drawing/2014/main" id="{A467B925-3742-43B2-803D-9F171754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29" name="Text Box 65">
            <a:extLst>
              <a:ext uri="{FF2B5EF4-FFF2-40B4-BE49-F238E27FC236}">
                <a16:creationId xmlns:a16="http://schemas.microsoft.com/office/drawing/2014/main" id="{AC419FE6-2A53-4DB0-810C-7AC5A38AA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30" name="Text Box 66">
            <a:extLst>
              <a:ext uri="{FF2B5EF4-FFF2-40B4-BE49-F238E27FC236}">
                <a16:creationId xmlns:a16="http://schemas.microsoft.com/office/drawing/2014/main" id="{29E55A2C-3807-48BF-8455-5ABBC7DB3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31" name="Text Box 67">
            <a:extLst>
              <a:ext uri="{FF2B5EF4-FFF2-40B4-BE49-F238E27FC236}">
                <a16:creationId xmlns:a16="http://schemas.microsoft.com/office/drawing/2014/main" id="{7D540B3C-2E01-42B1-867E-1C371A5C9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45" name="Text Box 81">
            <a:extLst>
              <a:ext uri="{FF2B5EF4-FFF2-40B4-BE49-F238E27FC236}">
                <a16:creationId xmlns:a16="http://schemas.microsoft.com/office/drawing/2014/main" id="{104F55A0-AE5D-49B6-9378-BF2284B1C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8933" name="Text Box 69">
            <a:extLst>
              <a:ext uri="{FF2B5EF4-FFF2-40B4-BE49-F238E27FC236}">
                <a16:creationId xmlns:a16="http://schemas.microsoft.com/office/drawing/2014/main" id="{2D444434-871C-49B7-BDC8-D01416844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34" name="Text Box 70">
            <a:extLst>
              <a:ext uri="{FF2B5EF4-FFF2-40B4-BE49-F238E27FC236}">
                <a16:creationId xmlns:a16="http://schemas.microsoft.com/office/drawing/2014/main" id="{EF2CF543-4E7C-4770-A480-AE46C1C0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35" name="Text Box 71">
            <a:extLst>
              <a:ext uri="{FF2B5EF4-FFF2-40B4-BE49-F238E27FC236}">
                <a16:creationId xmlns:a16="http://schemas.microsoft.com/office/drawing/2014/main" id="{9A7FEDD9-E930-4C3D-B568-E4CA86F13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41910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36" name="Text Box 72">
            <a:extLst>
              <a:ext uri="{FF2B5EF4-FFF2-40B4-BE49-F238E27FC236}">
                <a16:creationId xmlns:a16="http://schemas.microsoft.com/office/drawing/2014/main" id="{3CABFD76-F957-48DD-ACB8-9BF2E0242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1" y="41386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37" name="AutoShape 73">
            <a:extLst>
              <a:ext uri="{FF2B5EF4-FFF2-40B4-BE49-F238E27FC236}">
                <a16:creationId xmlns:a16="http://schemas.microsoft.com/office/drawing/2014/main" id="{C7E490AA-12B0-403D-A19E-6DCF6C9219BF}"/>
              </a:ext>
            </a:extLst>
          </p:cNvPr>
          <p:cNvSpPr>
            <a:spLocks noChangeArrowheads="1"/>
          </p:cNvSpPr>
          <p:nvPr/>
        </p:nvSpPr>
        <p:spPr bwMode="auto">
          <a:xfrm rot="11702089">
            <a:off x="8069264" y="44513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38" name="Text Box 74">
            <a:extLst>
              <a:ext uri="{FF2B5EF4-FFF2-40B4-BE49-F238E27FC236}">
                <a16:creationId xmlns:a16="http://schemas.microsoft.com/office/drawing/2014/main" id="{64A66E34-28DE-44F1-AB08-CE7FA5E9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770438"/>
            <a:ext cx="1277938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  <p:sp>
        <p:nvSpPr>
          <p:cNvPr id="548939" name="Text Box 75">
            <a:extLst>
              <a:ext uri="{FF2B5EF4-FFF2-40B4-BE49-F238E27FC236}">
                <a16:creationId xmlns:a16="http://schemas.microsoft.com/office/drawing/2014/main" id="{3E24612C-9800-4C72-9D3B-30E935D84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40" name="Text Box 76">
            <a:extLst>
              <a:ext uri="{FF2B5EF4-FFF2-40B4-BE49-F238E27FC236}">
                <a16:creationId xmlns:a16="http://schemas.microsoft.com/office/drawing/2014/main" id="{0780C87A-F91F-45E5-9590-F89EEF8BC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41" name="Text Box 77">
            <a:extLst>
              <a:ext uri="{FF2B5EF4-FFF2-40B4-BE49-F238E27FC236}">
                <a16:creationId xmlns:a16="http://schemas.microsoft.com/office/drawing/2014/main" id="{A40FA580-96D5-4B6C-AF53-6C00E138D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42" name="Text Box 78">
            <a:extLst>
              <a:ext uri="{FF2B5EF4-FFF2-40B4-BE49-F238E27FC236}">
                <a16:creationId xmlns:a16="http://schemas.microsoft.com/office/drawing/2014/main" id="{BA64F590-52A0-441D-A1EE-1A6D321C7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8943" name="Text Box 79">
            <a:extLst>
              <a:ext uri="{FF2B5EF4-FFF2-40B4-BE49-F238E27FC236}">
                <a16:creationId xmlns:a16="http://schemas.microsoft.com/office/drawing/2014/main" id="{6E188ED6-F176-4638-8247-10A815E77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8946" name="Freeform 82">
            <a:extLst>
              <a:ext uri="{FF2B5EF4-FFF2-40B4-BE49-F238E27FC236}">
                <a16:creationId xmlns:a16="http://schemas.microsoft.com/office/drawing/2014/main" id="{2C33EB4B-7B99-437A-B921-979E228B550D}"/>
              </a:ext>
            </a:extLst>
          </p:cNvPr>
          <p:cNvSpPr>
            <a:spLocks/>
          </p:cNvSpPr>
          <p:nvPr/>
        </p:nvSpPr>
        <p:spPr bwMode="auto">
          <a:xfrm>
            <a:off x="1701800" y="2028826"/>
            <a:ext cx="8534400" cy="4752975"/>
          </a:xfrm>
          <a:custGeom>
            <a:avLst/>
            <a:gdLst>
              <a:gd name="T0" fmla="*/ 0 w 5376"/>
              <a:gd name="T1" fmla="*/ 882 h 2994"/>
              <a:gd name="T2" fmla="*/ 112 w 5376"/>
              <a:gd name="T3" fmla="*/ 602 h 2994"/>
              <a:gd name="T4" fmla="*/ 304 w 5376"/>
              <a:gd name="T5" fmla="*/ 498 h 2994"/>
              <a:gd name="T6" fmla="*/ 440 w 5376"/>
              <a:gd name="T7" fmla="*/ 426 h 2994"/>
              <a:gd name="T8" fmla="*/ 624 w 5376"/>
              <a:gd name="T9" fmla="*/ 394 h 2994"/>
              <a:gd name="T10" fmla="*/ 832 w 5376"/>
              <a:gd name="T11" fmla="*/ 354 h 2994"/>
              <a:gd name="T12" fmla="*/ 952 w 5376"/>
              <a:gd name="T13" fmla="*/ 314 h 2994"/>
              <a:gd name="T14" fmla="*/ 1432 w 5376"/>
              <a:gd name="T15" fmla="*/ 250 h 2994"/>
              <a:gd name="T16" fmla="*/ 1928 w 5376"/>
              <a:gd name="T17" fmla="*/ 290 h 2994"/>
              <a:gd name="T18" fmla="*/ 2640 w 5376"/>
              <a:gd name="T19" fmla="*/ 322 h 2994"/>
              <a:gd name="T20" fmla="*/ 4571 w 5376"/>
              <a:gd name="T21" fmla="*/ 183 h 2994"/>
              <a:gd name="T22" fmla="*/ 4955 w 5376"/>
              <a:gd name="T23" fmla="*/ 34 h 2994"/>
              <a:gd name="T24" fmla="*/ 5221 w 5376"/>
              <a:gd name="T25" fmla="*/ 23 h 2994"/>
              <a:gd name="T26" fmla="*/ 5349 w 5376"/>
              <a:gd name="T27" fmla="*/ 141 h 2994"/>
              <a:gd name="T28" fmla="*/ 5376 w 5376"/>
              <a:gd name="T29" fmla="*/ 274 h 2994"/>
              <a:gd name="T30" fmla="*/ 5368 w 5376"/>
              <a:gd name="T31" fmla="*/ 626 h 2994"/>
              <a:gd name="T32" fmla="*/ 5288 w 5376"/>
              <a:gd name="T33" fmla="*/ 858 h 2994"/>
              <a:gd name="T34" fmla="*/ 5240 w 5376"/>
              <a:gd name="T35" fmla="*/ 994 h 2994"/>
              <a:gd name="T36" fmla="*/ 5056 w 5376"/>
              <a:gd name="T37" fmla="*/ 1042 h 2994"/>
              <a:gd name="T38" fmla="*/ 4832 w 5376"/>
              <a:gd name="T39" fmla="*/ 1114 h 2994"/>
              <a:gd name="T40" fmla="*/ 4704 w 5376"/>
              <a:gd name="T41" fmla="*/ 1130 h 2994"/>
              <a:gd name="T42" fmla="*/ 4216 w 5376"/>
              <a:gd name="T43" fmla="*/ 1250 h 2994"/>
              <a:gd name="T44" fmla="*/ 4144 w 5376"/>
              <a:gd name="T45" fmla="*/ 1282 h 2994"/>
              <a:gd name="T46" fmla="*/ 3936 w 5376"/>
              <a:gd name="T47" fmla="*/ 1386 h 2994"/>
              <a:gd name="T48" fmla="*/ 3728 w 5376"/>
              <a:gd name="T49" fmla="*/ 1490 h 2994"/>
              <a:gd name="T50" fmla="*/ 3536 w 5376"/>
              <a:gd name="T51" fmla="*/ 1538 h 2994"/>
              <a:gd name="T52" fmla="*/ 3424 w 5376"/>
              <a:gd name="T53" fmla="*/ 1570 h 2994"/>
              <a:gd name="T54" fmla="*/ 3248 w 5376"/>
              <a:gd name="T55" fmla="*/ 1602 h 2994"/>
              <a:gd name="T56" fmla="*/ 3152 w 5376"/>
              <a:gd name="T57" fmla="*/ 1674 h 2994"/>
              <a:gd name="T58" fmla="*/ 3096 w 5376"/>
              <a:gd name="T59" fmla="*/ 1738 h 2994"/>
              <a:gd name="T60" fmla="*/ 3056 w 5376"/>
              <a:gd name="T61" fmla="*/ 1810 h 2994"/>
              <a:gd name="T62" fmla="*/ 3008 w 5376"/>
              <a:gd name="T63" fmla="*/ 1906 h 2994"/>
              <a:gd name="T64" fmla="*/ 2800 w 5376"/>
              <a:gd name="T65" fmla="*/ 2042 h 2994"/>
              <a:gd name="T66" fmla="*/ 2704 w 5376"/>
              <a:gd name="T67" fmla="*/ 2090 h 2994"/>
              <a:gd name="T68" fmla="*/ 2552 w 5376"/>
              <a:gd name="T69" fmla="*/ 2114 h 2994"/>
              <a:gd name="T70" fmla="*/ 2408 w 5376"/>
              <a:gd name="T71" fmla="*/ 2218 h 2994"/>
              <a:gd name="T72" fmla="*/ 2304 w 5376"/>
              <a:gd name="T73" fmla="*/ 2282 h 2994"/>
              <a:gd name="T74" fmla="*/ 2048 w 5376"/>
              <a:gd name="T75" fmla="*/ 2490 h 2994"/>
              <a:gd name="T76" fmla="*/ 1968 w 5376"/>
              <a:gd name="T77" fmla="*/ 2546 h 2994"/>
              <a:gd name="T78" fmla="*/ 1904 w 5376"/>
              <a:gd name="T79" fmla="*/ 2666 h 2994"/>
              <a:gd name="T80" fmla="*/ 1856 w 5376"/>
              <a:gd name="T81" fmla="*/ 2778 h 2994"/>
              <a:gd name="T82" fmla="*/ 1680 w 5376"/>
              <a:gd name="T83" fmla="*/ 2994 h 2994"/>
              <a:gd name="T84" fmla="*/ 1208 w 5376"/>
              <a:gd name="T85" fmla="*/ 2954 h 2994"/>
              <a:gd name="T86" fmla="*/ 1008 w 5376"/>
              <a:gd name="T87" fmla="*/ 2898 h 2994"/>
              <a:gd name="T88" fmla="*/ 936 w 5376"/>
              <a:gd name="T89" fmla="*/ 2866 h 2994"/>
              <a:gd name="T90" fmla="*/ 888 w 5376"/>
              <a:gd name="T91" fmla="*/ 2754 h 2994"/>
              <a:gd name="T92" fmla="*/ 792 w 5376"/>
              <a:gd name="T93" fmla="*/ 2658 h 2994"/>
              <a:gd name="T94" fmla="*/ 736 w 5376"/>
              <a:gd name="T95" fmla="*/ 2578 h 2994"/>
              <a:gd name="T96" fmla="*/ 704 w 5376"/>
              <a:gd name="T97" fmla="*/ 2506 h 2994"/>
              <a:gd name="T98" fmla="*/ 680 w 5376"/>
              <a:gd name="T99" fmla="*/ 2482 h 2994"/>
              <a:gd name="T100" fmla="*/ 656 w 5376"/>
              <a:gd name="T101" fmla="*/ 2426 h 2994"/>
              <a:gd name="T102" fmla="*/ 472 w 5376"/>
              <a:gd name="T103" fmla="*/ 2194 h 2994"/>
              <a:gd name="T104" fmla="*/ 440 w 5376"/>
              <a:gd name="T105" fmla="*/ 2066 h 2994"/>
              <a:gd name="T106" fmla="*/ 336 w 5376"/>
              <a:gd name="T107" fmla="*/ 1906 h 2994"/>
              <a:gd name="T108" fmla="*/ 272 w 5376"/>
              <a:gd name="T109" fmla="*/ 1786 h 2994"/>
              <a:gd name="T110" fmla="*/ 192 w 5376"/>
              <a:gd name="T111" fmla="*/ 1698 h 2994"/>
              <a:gd name="T112" fmla="*/ 96 w 5376"/>
              <a:gd name="T113" fmla="*/ 1250 h 2994"/>
              <a:gd name="T114" fmla="*/ 24 w 5376"/>
              <a:gd name="T115" fmla="*/ 1122 h 2994"/>
              <a:gd name="T116" fmla="*/ 16 w 5376"/>
              <a:gd name="T117" fmla="*/ 1090 h 2994"/>
              <a:gd name="T118" fmla="*/ 0 w 5376"/>
              <a:gd name="T119" fmla="*/ 1042 h 2994"/>
              <a:gd name="T120" fmla="*/ 0 w 5376"/>
              <a:gd name="T121" fmla="*/ 882 h 2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76" h="2994">
                <a:moveTo>
                  <a:pt x="0" y="882"/>
                </a:moveTo>
                <a:cubicBezTo>
                  <a:pt x="45" y="791"/>
                  <a:pt x="44" y="682"/>
                  <a:pt x="112" y="602"/>
                </a:cubicBezTo>
                <a:cubicBezTo>
                  <a:pt x="158" y="548"/>
                  <a:pt x="244" y="531"/>
                  <a:pt x="304" y="498"/>
                </a:cubicBezTo>
                <a:cubicBezTo>
                  <a:pt x="354" y="470"/>
                  <a:pt x="386" y="444"/>
                  <a:pt x="440" y="426"/>
                </a:cubicBezTo>
                <a:cubicBezTo>
                  <a:pt x="500" y="406"/>
                  <a:pt x="562" y="404"/>
                  <a:pt x="624" y="394"/>
                </a:cubicBezTo>
                <a:cubicBezTo>
                  <a:pt x="693" y="382"/>
                  <a:pt x="764" y="371"/>
                  <a:pt x="832" y="354"/>
                </a:cubicBezTo>
                <a:cubicBezTo>
                  <a:pt x="869" y="329"/>
                  <a:pt x="911" y="328"/>
                  <a:pt x="952" y="314"/>
                </a:cubicBezTo>
                <a:cubicBezTo>
                  <a:pt x="1113" y="260"/>
                  <a:pt x="1260" y="256"/>
                  <a:pt x="1432" y="250"/>
                </a:cubicBezTo>
                <a:cubicBezTo>
                  <a:pt x="1618" y="257"/>
                  <a:pt x="1740" y="283"/>
                  <a:pt x="1928" y="290"/>
                </a:cubicBezTo>
                <a:cubicBezTo>
                  <a:pt x="2165" y="314"/>
                  <a:pt x="2402" y="317"/>
                  <a:pt x="2640" y="322"/>
                </a:cubicBezTo>
                <a:cubicBezTo>
                  <a:pt x="3273" y="355"/>
                  <a:pt x="3932" y="189"/>
                  <a:pt x="4571" y="183"/>
                </a:cubicBezTo>
                <a:cubicBezTo>
                  <a:pt x="4711" y="165"/>
                  <a:pt x="4828" y="88"/>
                  <a:pt x="4955" y="34"/>
                </a:cubicBezTo>
                <a:cubicBezTo>
                  <a:pt x="5034" y="0"/>
                  <a:pt x="5151" y="26"/>
                  <a:pt x="5221" y="23"/>
                </a:cubicBezTo>
                <a:cubicBezTo>
                  <a:pt x="5277" y="29"/>
                  <a:pt x="5310" y="102"/>
                  <a:pt x="5349" y="141"/>
                </a:cubicBezTo>
                <a:cubicBezTo>
                  <a:pt x="5354" y="160"/>
                  <a:pt x="5376" y="255"/>
                  <a:pt x="5376" y="274"/>
                </a:cubicBezTo>
                <a:cubicBezTo>
                  <a:pt x="5376" y="391"/>
                  <a:pt x="5373" y="509"/>
                  <a:pt x="5368" y="626"/>
                </a:cubicBezTo>
                <a:cubicBezTo>
                  <a:pt x="5365" y="705"/>
                  <a:pt x="5312" y="785"/>
                  <a:pt x="5288" y="858"/>
                </a:cubicBezTo>
                <a:cubicBezTo>
                  <a:pt x="5275" y="898"/>
                  <a:pt x="5274" y="967"/>
                  <a:pt x="5240" y="994"/>
                </a:cubicBezTo>
                <a:cubicBezTo>
                  <a:pt x="5195" y="1030"/>
                  <a:pt x="5111" y="1036"/>
                  <a:pt x="5056" y="1042"/>
                </a:cubicBezTo>
                <a:cubicBezTo>
                  <a:pt x="4981" y="1061"/>
                  <a:pt x="4909" y="1101"/>
                  <a:pt x="4832" y="1114"/>
                </a:cubicBezTo>
                <a:cubicBezTo>
                  <a:pt x="4765" y="1125"/>
                  <a:pt x="4765" y="1118"/>
                  <a:pt x="4704" y="1130"/>
                </a:cubicBezTo>
                <a:cubicBezTo>
                  <a:pt x="4540" y="1163"/>
                  <a:pt x="4378" y="1210"/>
                  <a:pt x="4216" y="1250"/>
                </a:cubicBezTo>
                <a:cubicBezTo>
                  <a:pt x="4189" y="1257"/>
                  <a:pt x="4170" y="1273"/>
                  <a:pt x="4144" y="1282"/>
                </a:cubicBezTo>
                <a:cubicBezTo>
                  <a:pt x="4089" y="1337"/>
                  <a:pt x="4009" y="1362"/>
                  <a:pt x="3936" y="1386"/>
                </a:cubicBezTo>
                <a:cubicBezTo>
                  <a:pt x="3905" y="1478"/>
                  <a:pt x="3805" y="1471"/>
                  <a:pt x="3728" y="1490"/>
                </a:cubicBezTo>
                <a:cubicBezTo>
                  <a:pt x="3665" y="1506"/>
                  <a:pt x="3598" y="1517"/>
                  <a:pt x="3536" y="1538"/>
                </a:cubicBezTo>
                <a:cubicBezTo>
                  <a:pt x="3504" y="1549"/>
                  <a:pt x="3457" y="1567"/>
                  <a:pt x="3424" y="1570"/>
                </a:cubicBezTo>
                <a:cubicBezTo>
                  <a:pt x="3360" y="1576"/>
                  <a:pt x="3308" y="1582"/>
                  <a:pt x="3248" y="1602"/>
                </a:cubicBezTo>
                <a:cubicBezTo>
                  <a:pt x="3211" y="1614"/>
                  <a:pt x="3183" y="1653"/>
                  <a:pt x="3152" y="1674"/>
                </a:cubicBezTo>
                <a:cubicBezTo>
                  <a:pt x="3115" y="1730"/>
                  <a:pt x="3136" y="1711"/>
                  <a:pt x="3096" y="1738"/>
                </a:cubicBezTo>
                <a:cubicBezTo>
                  <a:pt x="3082" y="1780"/>
                  <a:pt x="3093" y="1755"/>
                  <a:pt x="3056" y="1810"/>
                </a:cubicBezTo>
                <a:cubicBezTo>
                  <a:pt x="3004" y="1888"/>
                  <a:pt x="3084" y="1830"/>
                  <a:pt x="3008" y="1906"/>
                </a:cubicBezTo>
                <a:cubicBezTo>
                  <a:pt x="2945" y="1969"/>
                  <a:pt x="2885" y="2014"/>
                  <a:pt x="2800" y="2042"/>
                </a:cubicBezTo>
                <a:cubicBezTo>
                  <a:pt x="2768" y="2053"/>
                  <a:pt x="2738" y="2079"/>
                  <a:pt x="2704" y="2090"/>
                </a:cubicBezTo>
                <a:cubicBezTo>
                  <a:pt x="2655" y="2106"/>
                  <a:pt x="2602" y="2104"/>
                  <a:pt x="2552" y="2114"/>
                </a:cubicBezTo>
                <a:cubicBezTo>
                  <a:pt x="2477" y="2111"/>
                  <a:pt x="2482" y="2225"/>
                  <a:pt x="2408" y="2218"/>
                </a:cubicBezTo>
                <a:cubicBezTo>
                  <a:pt x="2336" y="2212"/>
                  <a:pt x="2372" y="2305"/>
                  <a:pt x="2304" y="2282"/>
                </a:cubicBezTo>
                <a:cubicBezTo>
                  <a:pt x="2244" y="2327"/>
                  <a:pt x="2104" y="2446"/>
                  <a:pt x="2048" y="2490"/>
                </a:cubicBezTo>
                <a:cubicBezTo>
                  <a:pt x="2032" y="2485"/>
                  <a:pt x="1968" y="2546"/>
                  <a:pt x="1968" y="2546"/>
                </a:cubicBezTo>
                <a:cubicBezTo>
                  <a:pt x="1908" y="2569"/>
                  <a:pt x="1945" y="2638"/>
                  <a:pt x="1904" y="2666"/>
                </a:cubicBezTo>
                <a:cubicBezTo>
                  <a:pt x="1871" y="2699"/>
                  <a:pt x="1893" y="2723"/>
                  <a:pt x="1856" y="2778"/>
                </a:cubicBezTo>
                <a:cubicBezTo>
                  <a:pt x="1916" y="2868"/>
                  <a:pt x="1776" y="2962"/>
                  <a:pt x="1680" y="2994"/>
                </a:cubicBezTo>
                <a:cubicBezTo>
                  <a:pt x="1552" y="2908"/>
                  <a:pt x="1310" y="2956"/>
                  <a:pt x="1208" y="2954"/>
                </a:cubicBezTo>
                <a:cubicBezTo>
                  <a:pt x="1140" y="2937"/>
                  <a:pt x="1074" y="2920"/>
                  <a:pt x="1008" y="2898"/>
                </a:cubicBezTo>
                <a:cubicBezTo>
                  <a:pt x="984" y="2890"/>
                  <a:pt x="955" y="2885"/>
                  <a:pt x="936" y="2866"/>
                </a:cubicBezTo>
                <a:cubicBezTo>
                  <a:pt x="901" y="2831"/>
                  <a:pt x="906" y="2795"/>
                  <a:pt x="888" y="2754"/>
                </a:cubicBezTo>
                <a:cubicBezTo>
                  <a:pt x="871" y="2715"/>
                  <a:pt x="819" y="2689"/>
                  <a:pt x="792" y="2658"/>
                </a:cubicBezTo>
                <a:cubicBezTo>
                  <a:pt x="776" y="2640"/>
                  <a:pt x="747" y="2594"/>
                  <a:pt x="736" y="2578"/>
                </a:cubicBezTo>
                <a:cubicBezTo>
                  <a:pt x="673" y="2484"/>
                  <a:pt x="762" y="2587"/>
                  <a:pt x="704" y="2506"/>
                </a:cubicBezTo>
                <a:cubicBezTo>
                  <a:pt x="697" y="2497"/>
                  <a:pt x="687" y="2491"/>
                  <a:pt x="680" y="2482"/>
                </a:cubicBezTo>
                <a:cubicBezTo>
                  <a:pt x="640" y="2426"/>
                  <a:pt x="682" y="2473"/>
                  <a:pt x="656" y="2426"/>
                </a:cubicBezTo>
                <a:cubicBezTo>
                  <a:pt x="606" y="2336"/>
                  <a:pt x="506" y="2296"/>
                  <a:pt x="472" y="2194"/>
                </a:cubicBezTo>
                <a:cubicBezTo>
                  <a:pt x="469" y="2171"/>
                  <a:pt x="458" y="2084"/>
                  <a:pt x="440" y="2066"/>
                </a:cubicBezTo>
                <a:cubicBezTo>
                  <a:pt x="395" y="2021"/>
                  <a:pt x="364" y="1962"/>
                  <a:pt x="336" y="1906"/>
                </a:cubicBezTo>
                <a:cubicBezTo>
                  <a:pt x="315" y="1864"/>
                  <a:pt x="302" y="1822"/>
                  <a:pt x="272" y="1786"/>
                </a:cubicBezTo>
                <a:cubicBezTo>
                  <a:pt x="154" y="1644"/>
                  <a:pt x="240" y="1770"/>
                  <a:pt x="192" y="1698"/>
                </a:cubicBezTo>
                <a:cubicBezTo>
                  <a:pt x="167" y="1547"/>
                  <a:pt x="133" y="1399"/>
                  <a:pt x="96" y="1250"/>
                </a:cubicBezTo>
                <a:cubicBezTo>
                  <a:pt x="91" y="1230"/>
                  <a:pt x="34" y="1150"/>
                  <a:pt x="24" y="1122"/>
                </a:cubicBezTo>
                <a:cubicBezTo>
                  <a:pt x="20" y="1112"/>
                  <a:pt x="19" y="1101"/>
                  <a:pt x="16" y="1090"/>
                </a:cubicBezTo>
                <a:cubicBezTo>
                  <a:pt x="11" y="1074"/>
                  <a:pt x="0" y="1042"/>
                  <a:pt x="0" y="1042"/>
                </a:cubicBezTo>
                <a:cubicBezTo>
                  <a:pt x="9" y="908"/>
                  <a:pt x="16" y="961"/>
                  <a:pt x="0" y="882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>
            <a:extLst>
              <a:ext uri="{FF2B5EF4-FFF2-40B4-BE49-F238E27FC236}">
                <a16:creationId xmlns:a16="http://schemas.microsoft.com/office/drawing/2014/main" id="{EC240739-D985-4790-8538-5717D806B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0F60076-ED17-410C-8BAA-27F3B2FF3447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890" name="Rectangle 2">
            <a:extLst>
              <a:ext uri="{FF2B5EF4-FFF2-40B4-BE49-F238E27FC236}">
                <a16:creationId xmlns:a16="http://schemas.microsoft.com/office/drawing/2014/main" id="{CA740A53-C164-4AD8-B436-4CB3D05CBB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49891" name="Oval 3">
            <a:extLst>
              <a:ext uri="{FF2B5EF4-FFF2-40B4-BE49-F238E27FC236}">
                <a16:creationId xmlns:a16="http://schemas.microsoft.com/office/drawing/2014/main" id="{C08CA4B8-5049-4134-8059-4F7014ACC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49892" name="Oval 4">
            <a:extLst>
              <a:ext uri="{FF2B5EF4-FFF2-40B4-BE49-F238E27FC236}">
                <a16:creationId xmlns:a16="http://schemas.microsoft.com/office/drawing/2014/main" id="{77C6612E-33BF-4C26-9D37-25F252A5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49893" name="Oval 5">
            <a:extLst>
              <a:ext uri="{FF2B5EF4-FFF2-40B4-BE49-F238E27FC236}">
                <a16:creationId xmlns:a16="http://schemas.microsoft.com/office/drawing/2014/main" id="{D97DB8C2-762A-407D-9135-80ABF5603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49894" name="Oval 6">
            <a:extLst>
              <a:ext uri="{FF2B5EF4-FFF2-40B4-BE49-F238E27FC236}">
                <a16:creationId xmlns:a16="http://schemas.microsoft.com/office/drawing/2014/main" id="{E548EE26-4CA5-4DB0-96EE-2E682B9E0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49895" name="Oval 7">
            <a:extLst>
              <a:ext uri="{FF2B5EF4-FFF2-40B4-BE49-F238E27FC236}">
                <a16:creationId xmlns:a16="http://schemas.microsoft.com/office/drawing/2014/main" id="{BB4BAC45-C078-4D4D-AEC2-D98A1CDA9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49896" name="Oval 8">
            <a:extLst>
              <a:ext uri="{FF2B5EF4-FFF2-40B4-BE49-F238E27FC236}">
                <a16:creationId xmlns:a16="http://schemas.microsoft.com/office/drawing/2014/main" id="{508BCB9E-F5CE-4607-A7A0-2DF74BD4B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49897" name="Oval 9">
            <a:extLst>
              <a:ext uri="{FF2B5EF4-FFF2-40B4-BE49-F238E27FC236}">
                <a16:creationId xmlns:a16="http://schemas.microsoft.com/office/drawing/2014/main" id="{45685F0D-DD7B-47C7-B114-2BC4FB9EB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49898" name="Oval 10">
            <a:extLst>
              <a:ext uri="{FF2B5EF4-FFF2-40B4-BE49-F238E27FC236}">
                <a16:creationId xmlns:a16="http://schemas.microsoft.com/office/drawing/2014/main" id="{1F4D3B98-EA58-40EA-BDDD-9EEBC846C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49899" name="AutoShape 11">
            <a:extLst>
              <a:ext uri="{FF2B5EF4-FFF2-40B4-BE49-F238E27FC236}">
                <a16:creationId xmlns:a16="http://schemas.microsoft.com/office/drawing/2014/main" id="{ED3D2D5B-06EA-4203-B40D-31C0A2D806F1}"/>
              </a:ext>
            </a:extLst>
          </p:cNvPr>
          <p:cNvCxnSpPr>
            <a:cxnSpLocks noChangeShapeType="1"/>
            <a:stCxn id="549891" idx="7"/>
            <a:endCxn id="549894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0" name="AutoShape 12">
            <a:extLst>
              <a:ext uri="{FF2B5EF4-FFF2-40B4-BE49-F238E27FC236}">
                <a16:creationId xmlns:a16="http://schemas.microsoft.com/office/drawing/2014/main" id="{7894A015-EAFA-491D-B23D-5B79AB347911}"/>
              </a:ext>
            </a:extLst>
          </p:cNvPr>
          <p:cNvCxnSpPr>
            <a:cxnSpLocks noChangeShapeType="1"/>
            <a:stCxn id="549891" idx="6"/>
            <a:endCxn id="549895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1" name="AutoShape 13">
            <a:extLst>
              <a:ext uri="{FF2B5EF4-FFF2-40B4-BE49-F238E27FC236}">
                <a16:creationId xmlns:a16="http://schemas.microsoft.com/office/drawing/2014/main" id="{2180B788-FC67-40BE-8C39-8E986BB95014}"/>
              </a:ext>
            </a:extLst>
          </p:cNvPr>
          <p:cNvCxnSpPr>
            <a:cxnSpLocks noChangeShapeType="1"/>
            <a:stCxn id="549891" idx="5"/>
            <a:endCxn id="549896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2" name="AutoShape 14">
            <a:extLst>
              <a:ext uri="{FF2B5EF4-FFF2-40B4-BE49-F238E27FC236}">
                <a16:creationId xmlns:a16="http://schemas.microsoft.com/office/drawing/2014/main" id="{D8467CE3-1DD4-4869-B056-B7317A878AC8}"/>
              </a:ext>
            </a:extLst>
          </p:cNvPr>
          <p:cNvCxnSpPr>
            <a:cxnSpLocks noChangeShapeType="1"/>
            <a:stCxn id="549895" idx="7"/>
            <a:endCxn id="549892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3" name="AutoShape 15">
            <a:extLst>
              <a:ext uri="{FF2B5EF4-FFF2-40B4-BE49-F238E27FC236}">
                <a16:creationId xmlns:a16="http://schemas.microsoft.com/office/drawing/2014/main" id="{93468FDC-A597-4B75-B6F9-ADC8E9C0A306}"/>
              </a:ext>
            </a:extLst>
          </p:cNvPr>
          <p:cNvCxnSpPr>
            <a:cxnSpLocks noChangeShapeType="1"/>
            <a:stCxn id="549897" idx="7"/>
            <a:endCxn id="549892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4" name="AutoShape 16">
            <a:extLst>
              <a:ext uri="{FF2B5EF4-FFF2-40B4-BE49-F238E27FC236}">
                <a16:creationId xmlns:a16="http://schemas.microsoft.com/office/drawing/2014/main" id="{524C1DE7-7412-41A2-B033-0631DF32ED96}"/>
              </a:ext>
            </a:extLst>
          </p:cNvPr>
          <p:cNvCxnSpPr>
            <a:cxnSpLocks noChangeShapeType="1"/>
            <a:stCxn id="549895" idx="5"/>
            <a:endCxn id="549898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5" name="AutoShape 17">
            <a:extLst>
              <a:ext uri="{FF2B5EF4-FFF2-40B4-BE49-F238E27FC236}">
                <a16:creationId xmlns:a16="http://schemas.microsoft.com/office/drawing/2014/main" id="{4DD5E613-A721-4342-833C-38E9D27F5B77}"/>
              </a:ext>
            </a:extLst>
          </p:cNvPr>
          <p:cNvCxnSpPr>
            <a:cxnSpLocks noChangeShapeType="1"/>
            <a:stCxn id="549898" idx="5"/>
            <a:endCxn id="549893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6" name="AutoShape 18">
            <a:extLst>
              <a:ext uri="{FF2B5EF4-FFF2-40B4-BE49-F238E27FC236}">
                <a16:creationId xmlns:a16="http://schemas.microsoft.com/office/drawing/2014/main" id="{28795CB5-2C29-4080-81B1-C105AEEC1AF2}"/>
              </a:ext>
            </a:extLst>
          </p:cNvPr>
          <p:cNvCxnSpPr>
            <a:cxnSpLocks noChangeShapeType="1"/>
            <a:stCxn id="549898" idx="6"/>
            <a:endCxn id="549897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7" name="AutoShape 19">
            <a:extLst>
              <a:ext uri="{FF2B5EF4-FFF2-40B4-BE49-F238E27FC236}">
                <a16:creationId xmlns:a16="http://schemas.microsoft.com/office/drawing/2014/main" id="{0D75E2D6-D91F-4889-A36C-8F30023B360C}"/>
              </a:ext>
            </a:extLst>
          </p:cNvPr>
          <p:cNvCxnSpPr>
            <a:cxnSpLocks noChangeShapeType="1"/>
            <a:stCxn id="549897" idx="4"/>
            <a:endCxn id="549893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8" name="AutoShape 20">
            <a:extLst>
              <a:ext uri="{FF2B5EF4-FFF2-40B4-BE49-F238E27FC236}">
                <a16:creationId xmlns:a16="http://schemas.microsoft.com/office/drawing/2014/main" id="{6A40BCAA-6EC3-4247-9909-DB144F84194A}"/>
              </a:ext>
            </a:extLst>
          </p:cNvPr>
          <p:cNvCxnSpPr>
            <a:cxnSpLocks noChangeShapeType="1"/>
            <a:stCxn id="549892" idx="3"/>
            <a:endCxn id="549898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09" name="AutoShape 21">
            <a:extLst>
              <a:ext uri="{FF2B5EF4-FFF2-40B4-BE49-F238E27FC236}">
                <a16:creationId xmlns:a16="http://schemas.microsoft.com/office/drawing/2014/main" id="{70716DBF-126D-4586-81E9-D1E7BF261AEB}"/>
              </a:ext>
            </a:extLst>
          </p:cNvPr>
          <p:cNvCxnSpPr>
            <a:cxnSpLocks noChangeShapeType="1"/>
            <a:stCxn id="549895" idx="4"/>
            <a:endCxn id="549896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10" name="AutoShape 22">
            <a:extLst>
              <a:ext uri="{FF2B5EF4-FFF2-40B4-BE49-F238E27FC236}">
                <a16:creationId xmlns:a16="http://schemas.microsoft.com/office/drawing/2014/main" id="{5EBAD37E-1F0B-4D08-8493-F340D1CDC321}"/>
              </a:ext>
            </a:extLst>
          </p:cNvPr>
          <p:cNvCxnSpPr>
            <a:cxnSpLocks noChangeShapeType="1"/>
            <a:stCxn id="549896" idx="6"/>
            <a:endCxn id="549898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11" name="AutoShape 23">
            <a:extLst>
              <a:ext uri="{FF2B5EF4-FFF2-40B4-BE49-F238E27FC236}">
                <a16:creationId xmlns:a16="http://schemas.microsoft.com/office/drawing/2014/main" id="{C4BD8428-4982-43BD-BD1F-BB1090655524}"/>
              </a:ext>
            </a:extLst>
          </p:cNvPr>
          <p:cNvCxnSpPr>
            <a:cxnSpLocks noChangeShapeType="1"/>
            <a:stCxn id="549894" idx="6"/>
            <a:endCxn id="549892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12" name="AutoShape 24">
            <a:extLst>
              <a:ext uri="{FF2B5EF4-FFF2-40B4-BE49-F238E27FC236}">
                <a16:creationId xmlns:a16="http://schemas.microsoft.com/office/drawing/2014/main" id="{63B77FFF-FDA4-43A9-9CD2-EA0B3DB797E3}"/>
              </a:ext>
            </a:extLst>
          </p:cNvPr>
          <p:cNvCxnSpPr>
            <a:cxnSpLocks noChangeShapeType="1"/>
            <a:stCxn id="549896" idx="6"/>
            <a:endCxn id="549893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49913" name="AutoShape 25">
            <a:extLst>
              <a:ext uri="{FF2B5EF4-FFF2-40B4-BE49-F238E27FC236}">
                <a16:creationId xmlns:a16="http://schemas.microsoft.com/office/drawing/2014/main" id="{0C71929B-62DA-4F79-9035-DF02A15D0B07}"/>
              </a:ext>
            </a:extLst>
          </p:cNvPr>
          <p:cNvCxnSpPr>
            <a:cxnSpLocks noChangeShapeType="1"/>
            <a:stCxn id="549892" idx="5"/>
            <a:endCxn id="549893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9915" name="Text Box 27">
            <a:extLst>
              <a:ext uri="{FF2B5EF4-FFF2-40B4-BE49-F238E27FC236}">
                <a16:creationId xmlns:a16="http://schemas.microsoft.com/office/drawing/2014/main" id="{4F9042B1-CE7F-43D8-ABF6-4C291F6E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49916" name="Text Box 28">
            <a:extLst>
              <a:ext uri="{FF2B5EF4-FFF2-40B4-BE49-F238E27FC236}">
                <a16:creationId xmlns:a16="http://schemas.microsoft.com/office/drawing/2014/main" id="{CD3CC522-C8DE-4153-827E-68BB08FC9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49917" name="Text Box 29">
            <a:extLst>
              <a:ext uri="{FF2B5EF4-FFF2-40B4-BE49-F238E27FC236}">
                <a16:creationId xmlns:a16="http://schemas.microsoft.com/office/drawing/2014/main" id="{AB03A03E-ACFE-4112-AA35-F100531A3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49918" name="Text Box 30">
            <a:extLst>
              <a:ext uri="{FF2B5EF4-FFF2-40B4-BE49-F238E27FC236}">
                <a16:creationId xmlns:a16="http://schemas.microsoft.com/office/drawing/2014/main" id="{CD0C51D8-6E7F-4060-A731-795F130A8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49919" name="Text Box 31">
            <a:extLst>
              <a:ext uri="{FF2B5EF4-FFF2-40B4-BE49-F238E27FC236}">
                <a16:creationId xmlns:a16="http://schemas.microsoft.com/office/drawing/2014/main" id="{CCD3C5BA-A5A3-4900-A397-5EF1638A6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49920" name="Text Box 32">
            <a:extLst>
              <a:ext uri="{FF2B5EF4-FFF2-40B4-BE49-F238E27FC236}">
                <a16:creationId xmlns:a16="http://schemas.microsoft.com/office/drawing/2014/main" id="{85CFB53F-418D-4DD8-A3F6-59FBD728C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49921" name="Text Box 33">
            <a:extLst>
              <a:ext uri="{FF2B5EF4-FFF2-40B4-BE49-F238E27FC236}">
                <a16:creationId xmlns:a16="http://schemas.microsoft.com/office/drawing/2014/main" id="{BD770D05-E40D-4225-9920-104A6C9AC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49922" name="Text Box 34">
            <a:extLst>
              <a:ext uri="{FF2B5EF4-FFF2-40B4-BE49-F238E27FC236}">
                <a16:creationId xmlns:a16="http://schemas.microsoft.com/office/drawing/2014/main" id="{EB7E659C-CB6B-412D-8B0A-29948F438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49923" name="Text Box 35">
            <a:extLst>
              <a:ext uri="{FF2B5EF4-FFF2-40B4-BE49-F238E27FC236}">
                <a16:creationId xmlns:a16="http://schemas.microsoft.com/office/drawing/2014/main" id="{2C61E5E6-610B-4430-9954-739800FE8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49924" name="Text Box 36">
            <a:extLst>
              <a:ext uri="{FF2B5EF4-FFF2-40B4-BE49-F238E27FC236}">
                <a16:creationId xmlns:a16="http://schemas.microsoft.com/office/drawing/2014/main" id="{EBB54283-3D6F-491D-9AF0-810150805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49925" name="Text Box 37">
            <a:extLst>
              <a:ext uri="{FF2B5EF4-FFF2-40B4-BE49-F238E27FC236}">
                <a16:creationId xmlns:a16="http://schemas.microsoft.com/office/drawing/2014/main" id="{810F9DFC-86EE-455E-BCAD-47E5ED6F8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49926" name="Text Box 38">
            <a:extLst>
              <a:ext uri="{FF2B5EF4-FFF2-40B4-BE49-F238E27FC236}">
                <a16:creationId xmlns:a16="http://schemas.microsoft.com/office/drawing/2014/main" id="{0C42E1AF-2B33-4B42-8C27-DF70DC67F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9927" name="Text Box 39">
            <a:extLst>
              <a:ext uri="{FF2B5EF4-FFF2-40B4-BE49-F238E27FC236}">
                <a16:creationId xmlns:a16="http://schemas.microsoft.com/office/drawing/2014/main" id="{202A234B-E79D-408E-B1A8-8703B2477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49928" name="Text Box 40">
            <a:extLst>
              <a:ext uri="{FF2B5EF4-FFF2-40B4-BE49-F238E27FC236}">
                <a16:creationId xmlns:a16="http://schemas.microsoft.com/office/drawing/2014/main" id="{F65C23A7-1386-4B2C-BDA8-501536637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49929" name="Text Box 41">
            <a:extLst>
              <a:ext uri="{FF2B5EF4-FFF2-40B4-BE49-F238E27FC236}">
                <a16:creationId xmlns:a16="http://schemas.microsoft.com/office/drawing/2014/main" id="{CC420BF0-7222-405E-B695-391D6F768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0" name="Text Box 42">
            <a:extLst>
              <a:ext uri="{FF2B5EF4-FFF2-40B4-BE49-F238E27FC236}">
                <a16:creationId xmlns:a16="http://schemas.microsoft.com/office/drawing/2014/main" id="{D7E7186A-983F-42AD-BC03-5C632FB69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2" name="Text Box 44">
            <a:extLst>
              <a:ext uri="{FF2B5EF4-FFF2-40B4-BE49-F238E27FC236}">
                <a16:creationId xmlns:a16="http://schemas.microsoft.com/office/drawing/2014/main" id="{86120B39-AD07-407D-84E3-EBAF642B5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3" name="Text Box 45">
            <a:extLst>
              <a:ext uri="{FF2B5EF4-FFF2-40B4-BE49-F238E27FC236}">
                <a16:creationId xmlns:a16="http://schemas.microsoft.com/office/drawing/2014/main" id="{FD909448-99F5-460D-9ACE-CDA09923B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4" name="Text Box 46">
            <a:extLst>
              <a:ext uri="{FF2B5EF4-FFF2-40B4-BE49-F238E27FC236}">
                <a16:creationId xmlns:a16="http://schemas.microsoft.com/office/drawing/2014/main" id="{315E3650-80F8-4E99-997E-2EB906511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5" name="Text Box 47">
            <a:extLst>
              <a:ext uri="{FF2B5EF4-FFF2-40B4-BE49-F238E27FC236}">
                <a16:creationId xmlns:a16="http://schemas.microsoft.com/office/drawing/2014/main" id="{F33B9DCF-9920-4064-AF7F-8786A692F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6" name="Text Box 48">
            <a:extLst>
              <a:ext uri="{FF2B5EF4-FFF2-40B4-BE49-F238E27FC236}">
                <a16:creationId xmlns:a16="http://schemas.microsoft.com/office/drawing/2014/main" id="{BA58C080-3D58-4079-BC57-38787779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7" name="Text Box 49">
            <a:extLst>
              <a:ext uri="{FF2B5EF4-FFF2-40B4-BE49-F238E27FC236}">
                <a16:creationId xmlns:a16="http://schemas.microsoft.com/office/drawing/2014/main" id="{7370B33A-6C77-41D1-A52F-D0B7C0806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4, 5,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t }</a:t>
            </a:r>
          </a:p>
        </p:txBody>
      </p:sp>
      <p:sp>
        <p:nvSpPr>
          <p:cNvPr id="549938" name="Text Box 50">
            <a:extLst>
              <a:ext uri="{FF2B5EF4-FFF2-40B4-BE49-F238E27FC236}">
                <a16:creationId xmlns:a16="http://schemas.microsoft.com/office/drawing/2014/main" id="{A2E4221A-7921-40F1-9A07-9FDEF4CDD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39" name="Text Box 51">
            <a:extLst>
              <a:ext uri="{FF2B5EF4-FFF2-40B4-BE49-F238E27FC236}">
                <a16:creationId xmlns:a16="http://schemas.microsoft.com/office/drawing/2014/main" id="{6B978BBD-0087-4F9C-B236-4A946ACC9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40" name="Text Box 52">
            <a:extLst>
              <a:ext uri="{FF2B5EF4-FFF2-40B4-BE49-F238E27FC236}">
                <a16:creationId xmlns:a16="http://schemas.microsoft.com/office/drawing/2014/main" id="{8C651DB7-5D5E-4CAB-8549-C9077F99F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41" name="Text Box 53">
            <a:extLst>
              <a:ext uri="{FF2B5EF4-FFF2-40B4-BE49-F238E27FC236}">
                <a16:creationId xmlns:a16="http://schemas.microsoft.com/office/drawing/2014/main" id="{91ADFE15-7646-437A-AD9A-5F6528E00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42" name="Text Box 54">
            <a:extLst>
              <a:ext uri="{FF2B5EF4-FFF2-40B4-BE49-F238E27FC236}">
                <a16:creationId xmlns:a16="http://schemas.microsoft.com/office/drawing/2014/main" id="{8E102CB0-F784-433C-8D80-D7E4EB22C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43" name="Text Box 55">
            <a:extLst>
              <a:ext uri="{FF2B5EF4-FFF2-40B4-BE49-F238E27FC236}">
                <a16:creationId xmlns:a16="http://schemas.microsoft.com/office/drawing/2014/main" id="{76EC3EA9-5B66-47A4-AD7C-1CF85D13E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46" name="Text Box 58">
            <a:extLst>
              <a:ext uri="{FF2B5EF4-FFF2-40B4-BE49-F238E27FC236}">
                <a16:creationId xmlns:a16="http://schemas.microsoft.com/office/drawing/2014/main" id="{7F02EBED-9392-434F-87D2-5E77C822A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47" name="Text Box 59">
            <a:extLst>
              <a:ext uri="{FF2B5EF4-FFF2-40B4-BE49-F238E27FC236}">
                <a16:creationId xmlns:a16="http://schemas.microsoft.com/office/drawing/2014/main" id="{4990ABA1-2C39-4E5E-B3B2-C61465E6A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48" name="Text Box 60">
            <a:extLst>
              <a:ext uri="{FF2B5EF4-FFF2-40B4-BE49-F238E27FC236}">
                <a16:creationId xmlns:a16="http://schemas.microsoft.com/office/drawing/2014/main" id="{7C12568C-91F0-4A9C-929E-758A11A46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49" name="Text Box 61">
            <a:extLst>
              <a:ext uri="{FF2B5EF4-FFF2-40B4-BE49-F238E27FC236}">
                <a16:creationId xmlns:a16="http://schemas.microsoft.com/office/drawing/2014/main" id="{C60884BC-9141-472A-9B6E-CB070A784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50" name="Text Box 62">
            <a:extLst>
              <a:ext uri="{FF2B5EF4-FFF2-40B4-BE49-F238E27FC236}">
                <a16:creationId xmlns:a16="http://schemas.microsoft.com/office/drawing/2014/main" id="{394B293F-58F7-410C-9663-4A96B6F26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51" name="Text Box 63">
            <a:extLst>
              <a:ext uri="{FF2B5EF4-FFF2-40B4-BE49-F238E27FC236}">
                <a16:creationId xmlns:a16="http://schemas.microsoft.com/office/drawing/2014/main" id="{02E2A299-1DCD-41E1-AD32-22E66B4E4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52" name="Text Box 64">
            <a:extLst>
              <a:ext uri="{FF2B5EF4-FFF2-40B4-BE49-F238E27FC236}">
                <a16:creationId xmlns:a16="http://schemas.microsoft.com/office/drawing/2014/main" id="{4E6B0D18-9727-4A74-989F-FE7AB62D3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53" name="Text Box 65">
            <a:extLst>
              <a:ext uri="{FF2B5EF4-FFF2-40B4-BE49-F238E27FC236}">
                <a16:creationId xmlns:a16="http://schemas.microsoft.com/office/drawing/2014/main" id="{2391FE7C-4F1D-413D-98C1-D4C934DBC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54" name="Text Box 66">
            <a:extLst>
              <a:ext uri="{FF2B5EF4-FFF2-40B4-BE49-F238E27FC236}">
                <a16:creationId xmlns:a16="http://schemas.microsoft.com/office/drawing/2014/main" id="{14D48C96-8178-4C7C-B74D-A246B40D9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55" name="Text Box 67">
            <a:extLst>
              <a:ext uri="{FF2B5EF4-FFF2-40B4-BE49-F238E27FC236}">
                <a16:creationId xmlns:a16="http://schemas.microsoft.com/office/drawing/2014/main" id="{FCB769C4-522B-4FC9-8DFD-57E4C4913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68" name="Text Box 80">
            <a:extLst>
              <a:ext uri="{FF2B5EF4-FFF2-40B4-BE49-F238E27FC236}">
                <a16:creationId xmlns:a16="http://schemas.microsoft.com/office/drawing/2014/main" id="{D1820DAC-ED0F-4511-A8F9-2C52CDA14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49956" name="Freeform 68">
            <a:extLst>
              <a:ext uri="{FF2B5EF4-FFF2-40B4-BE49-F238E27FC236}">
                <a16:creationId xmlns:a16="http://schemas.microsoft.com/office/drawing/2014/main" id="{7D1A3351-48BC-4DBB-A70F-1828B2F43F89}"/>
              </a:ext>
            </a:extLst>
          </p:cNvPr>
          <p:cNvSpPr>
            <a:spLocks/>
          </p:cNvSpPr>
          <p:nvPr/>
        </p:nvSpPr>
        <p:spPr bwMode="auto">
          <a:xfrm>
            <a:off x="1701800" y="1995488"/>
            <a:ext cx="8534400" cy="4786312"/>
          </a:xfrm>
          <a:custGeom>
            <a:avLst/>
            <a:gdLst>
              <a:gd name="T0" fmla="*/ 0 w 5376"/>
              <a:gd name="T1" fmla="*/ 903 h 3015"/>
              <a:gd name="T2" fmla="*/ 112 w 5376"/>
              <a:gd name="T3" fmla="*/ 623 h 3015"/>
              <a:gd name="T4" fmla="*/ 304 w 5376"/>
              <a:gd name="T5" fmla="*/ 519 h 3015"/>
              <a:gd name="T6" fmla="*/ 440 w 5376"/>
              <a:gd name="T7" fmla="*/ 447 h 3015"/>
              <a:gd name="T8" fmla="*/ 624 w 5376"/>
              <a:gd name="T9" fmla="*/ 415 h 3015"/>
              <a:gd name="T10" fmla="*/ 832 w 5376"/>
              <a:gd name="T11" fmla="*/ 375 h 3015"/>
              <a:gd name="T12" fmla="*/ 952 w 5376"/>
              <a:gd name="T13" fmla="*/ 335 h 3015"/>
              <a:gd name="T14" fmla="*/ 1432 w 5376"/>
              <a:gd name="T15" fmla="*/ 271 h 3015"/>
              <a:gd name="T16" fmla="*/ 1928 w 5376"/>
              <a:gd name="T17" fmla="*/ 311 h 3015"/>
              <a:gd name="T18" fmla="*/ 2640 w 5376"/>
              <a:gd name="T19" fmla="*/ 343 h 3015"/>
              <a:gd name="T20" fmla="*/ 4528 w 5376"/>
              <a:gd name="T21" fmla="*/ 130 h 3015"/>
              <a:gd name="T22" fmla="*/ 4955 w 5376"/>
              <a:gd name="T23" fmla="*/ 34 h 3015"/>
              <a:gd name="T24" fmla="*/ 5232 w 5376"/>
              <a:gd name="T25" fmla="*/ 34 h 3015"/>
              <a:gd name="T26" fmla="*/ 5371 w 5376"/>
              <a:gd name="T27" fmla="*/ 162 h 3015"/>
              <a:gd name="T28" fmla="*/ 5376 w 5376"/>
              <a:gd name="T29" fmla="*/ 295 h 3015"/>
              <a:gd name="T30" fmla="*/ 5368 w 5376"/>
              <a:gd name="T31" fmla="*/ 647 h 3015"/>
              <a:gd name="T32" fmla="*/ 5288 w 5376"/>
              <a:gd name="T33" fmla="*/ 879 h 3015"/>
              <a:gd name="T34" fmla="*/ 5240 w 5376"/>
              <a:gd name="T35" fmla="*/ 1015 h 3015"/>
              <a:gd name="T36" fmla="*/ 5216 w 5376"/>
              <a:gd name="T37" fmla="*/ 1111 h 3015"/>
              <a:gd name="T38" fmla="*/ 4936 w 5376"/>
              <a:gd name="T39" fmla="*/ 1439 h 3015"/>
              <a:gd name="T40" fmla="*/ 4488 w 5376"/>
              <a:gd name="T41" fmla="*/ 1807 h 3015"/>
              <a:gd name="T42" fmla="*/ 4056 w 5376"/>
              <a:gd name="T43" fmla="*/ 1911 h 3015"/>
              <a:gd name="T44" fmla="*/ 3704 w 5376"/>
              <a:gd name="T45" fmla="*/ 1951 h 3015"/>
              <a:gd name="T46" fmla="*/ 3448 w 5376"/>
              <a:gd name="T47" fmla="*/ 1991 h 3015"/>
              <a:gd name="T48" fmla="*/ 3088 w 5376"/>
              <a:gd name="T49" fmla="*/ 2071 h 3015"/>
              <a:gd name="T50" fmla="*/ 2912 w 5376"/>
              <a:gd name="T51" fmla="*/ 2095 h 3015"/>
              <a:gd name="T52" fmla="*/ 2800 w 5376"/>
              <a:gd name="T53" fmla="*/ 2063 h 3015"/>
              <a:gd name="T54" fmla="*/ 2704 w 5376"/>
              <a:gd name="T55" fmla="*/ 2111 h 3015"/>
              <a:gd name="T56" fmla="*/ 2552 w 5376"/>
              <a:gd name="T57" fmla="*/ 2135 h 3015"/>
              <a:gd name="T58" fmla="*/ 2408 w 5376"/>
              <a:gd name="T59" fmla="*/ 2239 h 3015"/>
              <a:gd name="T60" fmla="*/ 2304 w 5376"/>
              <a:gd name="T61" fmla="*/ 2303 h 3015"/>
              <a:gd name="T62" fmla="*/ 2048 w 5376"/>
              <a:gd name="T63" fmla="*/ 2511 h 3015"/>
              <a:gd name="T64" fmla="*/ 1968 w 5376"/>
              <a:gd name="T65" fmla="*/ 2567 h 3015"/>
              <a:gd name="T66" fmla="*/ 1904 w 5376"/>
              <a:gd name="T67" fmla="*/ 2687 h 3015"/>
              <a:gd name="T68" fmla="*/ 1856 w 5376"/>
              <a:gd name="T69" fmla="*/ 2799 h 3015"/>
              <a:gd name="T70" fmla="*/ 1680 w 5376"/>
              <a:gd name="T71" fmla="*/ 3015 h 3015"/>
              <a:gd name="T72" fmla="*/ 1208 w 5376"/>
              <a:gd name="T73" fmla="*/ 2975 h 3015"/>
              <a:gd name="T74" fmla="*/ 1008 w 5376"/>
              <a:gd name="T75" fmla="*/ 2919 h 3015"/>
              <a:gd name="T76" fmla="*/ 936 w 5376"/>
              <a:gd name="T77" fmla="*/ 2887 h 3015"/>
              <a:gd name="T78" fmla="*/ 888 w 5376"/>
              <a:gd name="T79" fmla="*/ 2775 h 3015"/>
              <a:gd name="T80" fmla="*/ 792 w 5376"/>
              <a:gd name="T81" fmla="*/ 2679 h 3015"/>
              <a:gd name="T82" fmla="*/ 736 w 5376"/>
              <a:gd name="T83" fmla="*/ 2599 h 3015"/>
              <a:gd name="T84" fmla="*/ 704 w 5376"/>
              <a:gd name="T85" fmla="*/ 2527 h 3015"/>
              <a:gd name="T86" fmla="*/ 680 w 5376"/>
              <a:gd name="T87" fmla="*/ 2503 h 3015"/>
              <a:gd name="T88" fmla="*/ 656 w 5376"/>
              <a:gd name="T89" fmla="*/ 2447 h 3015"/>
              <a:gd name="T90" fmla="*/ 472 w 5376"/>
              <a:gd name="T91" fmla="*/ 2215 h 3015"/>
              <a:gd name="T92" fmla="*/ 440 w 5376"/>
              <a:gd name="T93" fmla="*/ 2087 h 3015"/>
              <a:gd name="T94" fmla="*/ 336 w 5376"/>
              <a:gd name="T95" fmla="*/ 1927 h 3015"/>
              <a:gd name="T96" fmla="*/ 272 w 5376"/>
              <a:gd name="T97" fmla="*/ 1807 h 3015"/>
              <a:gd name="T98" fmla="*/ 192 w 5376"/>
              <a:gd name="T99" fmla="*/ 1719 h 3015"/>
              <a:gd name="T100" fmla="*/ 96 w 5376"/>
              <a:gd name="T101" fmla="*/ 1271 h 3015"/>
              <a:gd name="T102" fmla="*/ 24 w 5376"/>
              <a:gd name="T103" fmla="*/ 1143 h 3015"/>
              <a:gd name="T104" fmla="*/ 16 w 5376"/>
              <a:gd name="T105" fmla="*/ 1111 h 3015"/>
              <a:gd name="T106" fmla="*/ 0 w 5376"/>
              <a:gd name="T107" fmla="*/ 1063 h 3015"/>
              <a:gd name="T108" fmla="*/ 0 w 5376"/>
              <a:gd name="T109" fmla="*/ 903 h 30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376" h="3015">
                <a:moveTo>
                  <a:pt x="0" y="903"/>
                </a:moveTo>
                <a:cubicBezTo>
                  <a:pt x="45" y="812"/>
                  <a:pt x="44" y="703"/>
                  <a:pt x="112" y="623"/>
                </a:cubicBezTo>
                <a:cubicBezTo>
                  <a:pt x="158" y="569"/>
                  <a:pt x="244" y="552"/>
                  <a:pt x="304" y="519"/>
                </a:cubicBezTo>
                <a:cubicBezTo>
                  <a:pt x="354" y="491"/>
                  <a:pt x="386" y="465"/>
                  <a:pt x="440" y="447"/>
                </a:cubicBezTo>
                <a:cubicBezTo>
                  <a:pt x="500" y="427"/>
                  <a:pt x="562" y="425"/>
                  <a:pt x="624" y="415"/>
                </a:cubicBezTo>
                <a:cubicBezTo>
                  <a:pt x="693" y="403"/>
                  <a:pt x="764" y="392"/>
                  <a:pt x="832" y="375"/>
                </a:cubicBezTo>
                <a:cubicBezTo>
                  <a:pt x="869" y="350"/>
                  <a:pt x="911" y="349"/>
                  <a:pt x="952" y="335"/>
                </a:cubicBezTo>
                <a:cubicBezTo>
                  <a:pt x="1113" y="281"/>
                  <a:pt x="1260" y="277"/>
                  <a:pt x="1432" y="271"/>
                </a:cubicBezTo>
                <a:cubicBezTo>
                  <a:pt x="1618" y="278"/>
                  <a:pt x="1740" y="304"/>
                  <a:pt x="1928" y="311"/>
                </a:cubicBezTo>
                <a:cubicBezTo>
                  <a:pt x="2165" y="335"/>
                  <a:pt x="2402" y="338"/>
                  <a:pt x="2640" y="343"/>
                </a:cubicBezTo>
                <a:cubicBezTo>
                  <a:pt x="3273" y="376"/>
                  <a:pt x="3889" y="136"/>
                  <a:pt x="4528" y="130"/>
                </a:cubicBezTo>
                <a:cubicBezTo>
                  <a:pt x="4668" y="112"/>
                  <a:pt x="4828" y="88"/>
                  <a:pt x="4955" y="34"/>
                </a:cubicBezTo>
                <a:cubicBezTo>
                  <a:pt x="5034" y="0"/>
                  <a:pt x="5162" y="37"/>
                  <a:pt x="5232" y="34"/>
                </a:cubicBezTo>
                <a:cubicBezTo>
                  <a:pt x="5288" y="40"/>
                  <a:pt x="5332" y="123"/>
                  <a:pt x="5371" y="162"/>
                </a:cubicBezTo>
                <a:cubicBezTo>
                  <a:pt x="5376" y="181"/>
                  <a:pt x="5376" y="276"/>
                  <a:pt x="5376" y="295"/>
                </a:cubicBezTo>
                <a:cubicBezTo>
                  <a:pt x="5376" y="412"/>
                  <a:pt x="5373" y="530"/>
                  <a:pt x="5368" y="647"/>
                </a:cubicBezTo>
                <a:cubicBezTo>
                  <a:pt x="5365" y="726"/>
                  <a:pt x="5312" y="806"/>
                  <a:pt x="5288" y="879"/>
                </a:cubicBezTo>
                <a:cubicBezTo>
                  <a:pt x="5275" y="919"/>
                  <a:pt x="5274" y="988"/>
                  <a:pt x="5240" y="1015"/>
                </a:cubicBezTo>
                <a:cubicBezTo>
                  <a:pt x="5195" y="1051"/>
                  <a:pt x="5271" y="1105"/>
                  <a:pt x="5216" y="1111"/>
                </a:cubicBezTo>
                <a:cubicBezTo>
                  <a:pt x="5165" y="1181"/>
                  <a:pt x="5057" y="1323"/>
                  <a:pt x="4936" y="1439"/>
                </a:cubicBezTo>
                <a:cubicBezTo>
                  <a:pt x="4772" y="1472"/>
                  <a:pt x="4650" y="1767"/>
                  <a:pt x="4488" y="1807"/>
                </a:cubicBezTo>
                <a:cubicBezTo>
                  <a:pt x="4461" y="1814"/>
                  <a:pt x="4082" y="1902"/>
                  <a:pt x="4056" y="1911"/>
                </a:cubicBezTo>
                <a:cubicBezTo>
                  <a:pt x="4001" y="1966"/>
                  <a:pt x="3777" y="1927"/>
                  <a:pt x="3704" y="1951"/>
                </a:cubicBezTo>
                <a:cubicBezTo>
                  <a:pt x="3673" y="2043"/>
                  <a:pt x="3525" y="1972"/>
                  <a:pt x="3448" y="1991"/>
                </a:cubicBezTo>
                <a:cubicBezTo>
                  <a:pt x="3385" y="2007"/>
                  <a:pt x="3150" y="2050"/>
                  <a:pt x="3088" y="2071"/>
                </a:cubicBezTo>
                <a:cubicBezTo>
                  <a:pt x="3056" y="2082"/>
                  <a:pt x="2945" y="2092"/>
                  <a:pt x="2912" y="2095"/>
                </a:cubicBezTo>
                <a:cubicBezTo>
                  <a:pt x="2864" y="2094"/>
                  <a:pt x="2835" y="2060"/>
                  <a:pt x="2800" y="2063"/>
                </a:cubicBezTo>
                <a:cubicBezTo>
                  <a:pt x="2768" y="2074"/>
                  <a:pt x="2738" y="2100"/>
                  <a:pt x="2704" y="2111"/>
                </a:cubicBezTo>
                <a:cubicBezTo>
                  <a:pt x="2655" y="2127"/>
                  <a:pt x="2602" y="2125"/>
                  <a:pt x="2552" y="2135"/>
                </a:cubicBezTo>
                <a:cubicBezTo>
                  <a:pt x="2477" y="2132"/>
                  <a:pt x="2482" y="2246"/>
                  <a:pt x="2408" y="2239"/>
                </a:cubicBezTo>
                <a:cubicBezTo>
                  <a:pt x="2336" y="2233"/>
                  <a:pt x="2372" y="2326"/>
                  <a:pt x="2304" y="2303"/>
                </a:cubicBezTo>
                <a:cubicBezTo>
                  <a:pt x="2244" y="2348"/>
                  <a:pt x="2104" y="2467"/>
                  <a:pt x="2048" y="2511"/>
                </a:cubicBezTo>
                <a:cubicBezTo>
                  <a:pt x="2032" y="2506"/>
                  <a:pt x="1968" y="2567"/>
                  <a:pt x="1968" y="2567"/>
                </a:cubicBezTo>
                <a:cubicBezTo>
                  <a:pt x="1908" y="2590"/>
                  <a:pt x="1945" y="2659"/>
                  <a:pt x="1904" y="2687"/>
                </a:cubicBezTo>
                <a:cubicBezTo>
                  <a:pt x="1871" y="2720"/>
                  <a:pt x="1893" y="2744"/>
                  <a:pt x="1856" y="2799"/>
                </a:cubicBezTo>
                <a:cubicBezTo>
                  <a:pt x="1916" y="2889"/>
                  <a:pt x="1776" y="2983"/>
                  <a:pt x="1680" y="3015"/>
                </a:cubicBezTo>
                <a:cubicBezTo>
                  <a:pt x="1552" y="2929"/>
                  <a:pt x="1310" y="2977"/>
                  <a:pt x="1208" y="2975"/>
                </a:cubicBezTo>
                <a:cubicBezTo>
                  <a:pt x="1140" y="2958"/>
                  <a:pt x="1074" y="2941"/>
                  <a:pt x="1008" y="2919"/>
                </a:cubicBezTo>
                <a:cubicBezTo>
                  <a:pt x="984" y="2911"/>
                  <a:pt x="955" y="2906"/>
                  <a:pt x="936" y="2887"/>
                </a:cubicBezTo>
                <a:cubicBezTo>
                  <a:pt x="901" y="2852"/>
                  <a:pt x="906" y="2816"/>
                  <a:pt x="888" y="2775"/>
                </a:cubicBezTo>
                <a:cubicBezTo>
                  <a:pt x="871" y="2736"/>
                  <a:pt x="819" y="2710"/>
                  <a:pt x="792" y="2679"/>
                </a:cubicBezTo>
                <a:cubicBezTo>
                  <a:pt x="776" y="2661"/>
                  <a:pt x="747" y="2615"/>
                  <a:pt x="736" y="2599"/>
                </a:cubicBezTo>
                <a:cubicBezTo>
                  <a:pt x="673" y="2505"/>
                  <a:pt x="762" y="2608"/>
                  <a:pt x="704" y="2527"/>
                </a:cubicBezTo>
                <a:cubicBezTo>
                  <a:pt x="697" y="2518"/>
                  <a:pt x="687" y="2512"/>
                  <a:pt x="680" y="2503"/>
                </a:cubicBezTo>
                <a:cubicBezTo>
                  <a:pt x="640" y="2447"/>
                  <a:pt x="682" y="2494"/>
                  <a:pt x="656" y="2447"/>
                </a:cubicBezTo>
                <a:cubicBezTo>
                  <a:pt x="606" y="2357"/>
                  <a:pt x="506" y="2317"/>
                  <a:pt x="472" y="2215"/>
                </a:cubicBezTo>
                <a:cubicBezTo>
                  <a:pt x="469" y="2192"/>
                  <a:pt x="458" y="2105"/>
                  <a:pt x="440" y="2087"/>
                </a:cubicBezTo>
                <a:cubicBezTo>
                  <a:pt x="395" y="2042"/>
                  <a:pt x="364" y="1983"/>
                  <a:pt x="336" y="1927"/>
                </a:cubicBezTo>
                <a:cubicBezTo>
                  <a:pt x="315" y="1885"/>
                  <a:pt x="302" y="1843"/>
                  <a:pt x="272" y="1807"/>
                </a:cubicBezTo>
                <a:cubicBezTo>
                  <a:pt x="154" y="1665"/>
                  <a:pt x="240" y="1791"/>
                  <a:pt x="192" y="1719"/>
                </a:cubicBezTo>
                <a:cubicBezTo>
                  <a:pt x="167" y="1568"/>
                  <a:pt x="133" y="1420"/>
                  <a:pt x="96" y="1271"/>
                </a:cubicBezTo>
                <a:cubicBezTo>
                  <a:pt x="91" y="1251"/>
                  <a:pt x="34" y="1171"/>
                  <a:pt x="24" y="1143"/>
                </a:cubicBezTo>
                <a:cubicBezTo>
                  <a:pt x="20" y="1133"/>
                  <a:pt x="19" y="1122"/>
                  <a:pt x="16" y="1111"/>
                </a:cubicBezTo>
                <a:cubicBezTo>
                  <a:pt x="11" y="1095"/>
                  <a:pt x="0" y="1063"/>
                  <a:pt x="0" y="1063"/>
                </a:cubicBezTo>
                <a:cubicBezTo>
                  <a:pt x="9" y="929"/>
                  <a:pt x="16" y="982"/>
                  <a:pt x="0" y="903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57" name="Text Box 69">
            <a:extLst>
              <a:ext uri="{FF2B5EF4-FFF2-40B4-BE49-F238E27FC236}">
                <a16:creationId xmlns:a16="http://schemas.microsoft.com/office/drawing/2014/main" id="{157B2F1E-134F-4F97-A220-0E91EBF3E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58" name="Text Box 70">
            <a:extLst>
              <a:ext uri="{FF2B5EF4-FFF2-40B4-BE49-F238E27FC236}">
                <a16:creationId xmlns:a16="http://schemas.microsoft.com/office/drawing/2014/main" id="{939753A2-CDC8-4F2D-A9D5-D09866121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59" name="Text Box 71">
            <a:extLst>
              <a:ext uri="{FF2B5EF4-FFF2-40B4-BE49-F238E27FC236}">
                <a16:creationId xmlns:a16="http://schemas.microsoft.com/office/drawing/2014/main" id="{D2E061E2-1C14-44A5-809C-6BFCBF9AA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41910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60" name="Text Box 72">
            <a:extLst>
              <a:ext uri="{FF2B5EF4-FFF2-40B4-BE49-F238E27FC236}">
                <a16:creationId xmlns:a16="http://schemas.microsoft.com/office/drawing/2014/main" id="{3FB4CD08-9075-44E2-8117-E3C6DB922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1" y="41386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63" name="Text Box 75">
            <a:extLst>
              <a:ext uri="{FF2B5EF4-FFF2-40B4-BE49-F238E27FC236}">
                <a16:creationId xmlns:a16="http://schemas.microsoft.com/office/drawing/2014/main" id="{5907B6B3-9218-4441-9E23-B9F9D2E32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64" name="Text Box 76">
            <a:extLst>
              <a:ext uri="{FF2B5EF4-FFF2-40B4-BE49-F238E27FC236}">
                <a16:creationId xmlns:a16="http://schemas.microsoft.com/office/drawing/2014/main" id="{0211C584-405B-4866-BB71-39487B0E7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65" name="Text Box 77">
            <a:extLst>
              <a:ext uri="{FF2B5EF4-FFF2-40B4-BE49-F238E27FC236}">
                <a16:creationId xmlns:a16="http://schemas.microsoft.com/office/drawing/2014/main" id="{61097C05-288B-4FDF-8207-DABA511CE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49966" name="Text Box 78">
            <a:extLst>
              <a:ext uri="{FF2B5EF4-FFF2-40B4-BE49-F238E27FC236}">
                <a16:creationId xmlns:a16="http://schemas.microsoft.com/office/drawing/2014/main" id="{97D5B386-ED9D-4773-89D2-764925427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49967" name="Text Box 79">
            <a:extLst>
              <a:ext uri="{FF2B5EF4-FFF2-40B4-BE49-F238E27FC236}">
                <a16:creationId xmlns:a16="http://schemas.microsoft.com/office/drawing/2014/main" id="{9CF147E2-5EBE-4AEB-9CE1-51D320A9D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 Placeholder 3">
            <a:extLst>
              <a:ext uri="{FF2B5EF4-FFF2-40B4-BE49-F238E27FC236}">
                <a16:creationId xmlns:a16="http://schemas.microsoft.com/office/drawing/2014/main" id="{CC85BC8A-9B45-4C92-9C1D-3E2D56851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7A4EF25-B2D6-4FB9-9A50-233176B86BB8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14" name="Rectangle 2">
            <a:extLst>
              <a:ext uri="{FF2B5EF4-FFF2-40B4-BE49-F238E27FC236}">
                <a16:creationId xmlns:a16="http://schemas.microsoft.com/office/drawing/2014/main" id="{6052E5EF-17EE-450A-AC4B-3B558ADA3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50915" name="Oval 3">
            <a:extLst>
              <a:ext uri="{FF2B5EF4-FFF2-40B4-BE49-F238E27FC236}">
                <a16:creationId xmlns:a16="http://schemas.microsoft.com/office/drawing/2014/main" id="{7ADFF8BC-F7DB-4F9E-B878-2744AC8E4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50916" name="Oval 4">
            <a:extLst>
              <a:ext uri="{FF2B5EF4-FFF2-40B4-BE49-F238E27FC236}">
                <a16:creationId xmlns:a16="http://schemas.microsoft.com/office/drawing/2014/main" id="{7E2F50AC-9192-4492-A6A8-2907F0954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50917" name="Oval 5">
            <a:extLst>
              <a:ext uri="{FF2B5EF4-FFF2-40B4-BE49-F238E27FC236}">
                <a16:creationId xmlns:a16="http://schemas.microsoft.com/office/drawing/2014/main" id="{20AF84AE-0F2E-45A7-B1BA-52D876DD0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50918" name="Oval 6">
            <a:extLst>
              <a:ext uri="{FF2B5EF4-FFF2-40B4-BE49-F238E27FC236}">
                <a16:creationId xmlns:a16="http://schemas.microsoft.com/office/drawing/2014/main" id="{363E528C-CA2C-45F9-8BE4-454DF5705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50919" name="Oval 7">
            <a:extLst>
              <a:ext uri="{FF2B5EF4-FFF2-40B4-BE49-F238E27FC236}">
                <a16:creationId xmlns:a16="http://schemas.microsoft.com/office/drawing/2014/main" id="{FA600CF1-62CB-425D-ADDE-F29CC6EAF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50920" name="Oval 8">
            <a:extLst>
              <a:ext uri="{FF2B5EF4-FFF2-40B4-BE49-F238E27FC236}">
                <a16:creationId xmlns:a16="http://schemas.microsoft.com/office/drawing/2014/main" id="{A95669A1-0F12-4428-81DE-DD2FB816B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50921" name="Oval 9">
            <a:extLst>
              <a:ext uri="{FF2B5EF4-FFF2-40B4-BE49-F238E27FC236}">
                <a16:creationId xmlns:a16="http://schemas.microsoft.com/office/drawing/2014/main" id="{BEAFB455-6E07-4A7B-A763-FAFC6A4DF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50922" name="Oval 10">
            <a:extLst>
              <a:ext uri="{FF2B5EF4-FFF2-40B4-BE49-F238E27FC236}">
                <a16:creationId xmlns:a16="http://schemas.microsoft.com/office/drawing/2014/main" id="{C6716911-0E73-4E5F-A9B3-5CBB1BAA1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50923" name="AutoShape 11">
            <a:extLst>
              <a:ext uri="{FF2B5EF4-FFF2-40B4-BE49-F238E27FC236}">
                <a16:creationId xmlns:a16="http://schemas.microsoft.com/office/drawing/2014/main" id="{B1FC8C69-4F14-4A27-8177-1330ABF8BCF3}"/>
              </a:ext>
            </a:extLst>
          </p:cNvPr>
          <p:cNvCxnSpPr>
            <a:cxnSpLocks noChangeShapeType="1"/>
            <a:stCxn id="550915" idx="7"/>
            <a:endCxn id="550918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24" name="AutoShape 12">
            <a:extLst>
              <a:ext uri="{FF2B5EF4-FFF2-40B4-BE49-F238E27FC236}">
                <a16:creationId xmlns:a16="http://schemas.microsoft.com/office/drawing/2014/main" id="{C921FBD4-EDC0-4EB3-BAE8-5E43826E8D16}"/>
              </a:ext>
            </a:extLst>
          </p:cNvPr>
          <p:cNvCxnSpPr>
            <a:cxnSpLocks noChangeShapeType="1"/>
            <a:stCxn id="550915" idx="6"/>
            <a:endCxn id="550919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25" name="AutoShape 13">
            <a:extLst>
              <a:ext uri="{FF2B5EF4-FFF2-40B4-BE49-F238E27FC236}">
                <a16:creationId xmlns:a16="http://schemas.microsoft.com/office/drawing/2014/main" id="{83E5F928-73D3-445F-8C2A-C9A80D079A38}"/>
              </a:ext>
            </a:extLst>
          </p:cNvPr>
          <p:cNvCxnSpPr>
            <a:cxnSpLocks noChangeShapeType="1"/>
            <a:stCxn id="550915" idx="5"/>
            <a:endCxn id="550920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26" name="AutoShape 14">
            <a:extLst>
              <a:ext uri="{FF2B5EF4-FFF2-40B4-BE49-F238E27FC236}">
                <a16:creationId xmlns:a16="http://schemas.microsoft.com/office/drawing/2014/main" id="{B59837D0-DAD8-4076-A954-2D1B2AAAE9A2}"/>
              </a:ext>
            </a:extLst>
          </p:cNvPr>
          <p:cNvCxnSpPr>
            <a:cxnSpLocks noChangeShapeType="1"/>
            <a:stCxn id="550919" idx="7"/>
            <a:endCxn id="550916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27" name="AutoShape 15">
            <a:extLst>
              <a:ext uri="{FF2B5EF4-FFF2-40B4-BE49-F238E27FC236}">
                <a16:creationId xmlns:a16="http://schemas.microsoft.com/office/drawing/2014/main" id="{3454028A-5CA1-411F-97FA-D151CAB1EB7D}"/>
              </a:ext>
            </a:extLst>
          </p:cNvPr>
          <p:cNvCxnSpPr>
            <a:cxnSpLocks noChangeShapeType="1"/>
            <a:stCxn id="550921" idx="7"/>
            <a:endCxn id="550916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28" name="AutoShape 16">
            <a:extLst>
              <a:ext uri="{FF2B5EF4-FFF2-40B4-BE49-F238E27FC236}">
                <a16:creationId xmlns:a16="http://schemas.microsoft.com/office/drawing/2014/main" id="{2CDA0712-B7C8-44E1-A1C0-54FA502E9B83}"/>
              </a:ext>
            </a:extLst>
          </p:cNvPr>
          <p:cNvCxnSpPr>
            <a:cxnSpLocks noChangeShapeType="1"/>
            <a:stCxn id="550919" idx="5"/>
            <a:endCxn id="550922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29" name="AutoShape 17">
            <a:extLst>
              <a:ext uri="{FF2B5EF4-FFF2-40B4-BE49-F238E27FC236}">
                <a16:creationId xmlns:a16="http://schemas.microsoft.com/office/drawing/2014/main" id="{6711BC34-FB65-4AAF-9B6D-57E594E2E914}"/>
              </a:ext>
            </a:extLst>
          </p:cNvPr>
          <p:cNvCxnSpPr>
            <a:cxnSpLocks noChangeShapeType="1"/>
            <a:stCxn id="550922" idx="5"/>
            <a:endCxn id="550917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0" name="AutoShape 18">
            <a:extLst>
              <a:ext uri="{FF2B5EF4-FFF2-40B4-BE49-F238E27FC236}">
                <a16:creationId xmlns:a16="http://schemas.microsoft.com/office/drawing/2014/main" id="{5A26D7FD-14B1-4122-91BD-E5918B68DCD7}"/>
              </a:ext>
            </a:extLst>
          </p:cNvPr>
          <p:cNvCxnSpPr>
            <a:cxnSpLocks noChangeShapeType="1"/>
            <a:stCxn id="550922" idx="6"/>
            <a:endCxn id="550921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1" name="AutoShape 19">
            <a:extLst>
              <a:ext uri="{FF2B5EF4-FFF2-40B4-BE49-F238E27FC236}">
                <a16:creationId xmlns:a16="http://schemas.microsoft.com/office/drawing/2014/main" id="{B1CF4B77-2D3E-4556-B4E2-01D3B68A85AD}"/>
              </a:ext>
            </a:extLst>
          </p:cNvPr>
          <p:cNvCxnSpPr>
            <a:cxnSpLocks noChangeShapeType="1"/>
            <a:stCxn id="550921" idx="4"/>
            <a:endCxn id="550917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2" name="AutoShape 20">
            <a:extLst>
              <a:ext uri="{FF2B5EF4-FFF2-40B4-BE49-F238E27FC236}">
                <a16:creationId xmlns:a16="http://schemas.microsoft.com/office/drawing/2014/main" id="{E809989F-FC54-4770-A84B-CB40170671C6}"/>
              </a:ext>
            </a:extLst>
          </p:cNvPr>
          <p:cNvCxnSpPr>
            <a:cxnSpLocks noChangeShapeType="1"/>
            <a:stCxn id="550916" idx="3"/>
            <a:endCxn id="550922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3" name="AutoShape 21">
            <a:extLst>
              <a:ext uri="{FF2B5EF4-FFF2-40B4-BE49-F238E27FC236}">
                <a16:creationId xmlns:a16="http://schemas.microsoft.com/office/drawing/2014/main" id="{0C5E2BBA-F8A3-4C25-9BFD-8F5811356DAC}"/>
              </a:ext>
            </a:extLst>
          </p:cNvPr>
          <p:cNvCxnSpPr>
            <a:cxnSpLocks noChangeShapeType="1"/>
            <a:stCxn id="550919" idx="4"/>
            <a:endCxn id="550920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4" name="AutoShape 22">
            <a:extLst>
              <a:ext uri="{FF2B5EF4-FFF2-40B4-BE49-F238E27FC236}">
                <a16:creationId xmlns:a16="http://schemas.microsoft.com/office/drawing/2014/main" id="{DBC1D1DB-6572-48B4-B366-8C5F6676980F}"/>
              </a:ext>
            </a:extLst>
          </p:cNvPr>
          <p:cNvCxnSpPr>
            <a:cxnSpLocks noChangeShapeType="1"/>
            <a:stCxn id="550920" idx="6"/>
            <a:endCxn id="550922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5" name="AutoShape 23">
            <a:extLst>
              <a:ext uri="{FF2B5EF4-FFF2-40B4-BE49-F238E27FC236}">
                <a16:creationId xmlns:a16="http://schemas.microsoft.com/office/drawing/2014/main" id="{1191C1EB-254C-4FD6-9C1C-677DF9803809}"/>
              </a:ext>
            </a:extLst>
          </p:cNvPr>
          <p:cNvCxnSpPr>
            <a:cxnSpLocks noChangeShapeType="1"/>
            <a:stCxn id="550918" idx="6"/>
            <a:endCxn id="550916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6" name="AutoShape 24">
            <a:extLst>
              <a:ext uri="{FF2B5EF4-FFF2-40B4-BE49-F238E27FC236}">
                <a16:creationId xmlns:a16="http://schemas.microsoft.com/office/drawing/2014/main" id="{8A47BFDF-5BB9-4212-965B-FC1CF6324CDB}"/>
              </a:ext>
            </a:extLst>
          </p:cNvPr>
          <p:cNvCxnSpPr>
            <a:cxnSpLocks noChangeShapeType="1"/>
            <a:stCxn id="550920" idx="6"/>
            <a:endCxn id="550917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0937" name="AutoShape 25">
            <a:extLst>
              <a:ext uri="{FF2B5EF4-FFF2-40B4-BE49-F238E27FC236}">
                <a16:creationId xmlns:a16="http://schemas.microsoft.com/office/drawing/2014/main" id="{F3100934-9915-4042-8EDF-30FE4FDCD709}"/>
              </a:ext>
            </a:extLst>
          </p:cNvPr>
          <p:cNvCxnSpPr>
            <a:cxnSpLocks noChangeShapeType="1"/>
            <a:stCxn id="550916" idx="5"/>
            <a:endCxn id="550917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0939" name="Text Box 27">
            <a:extLst>
              <a:ext uri="{FF2B5EF4-FFF2-40B4-BE49-F238E27FC236}">
                <a16:creationId xmlns:a16="http://schemas.microsoft.com/office/drawing/2014/main" id="{62AC7D56-4E6E-4D04-B8FE-25BA6328C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50940" name="Text Box 28">
            <a:extLst>
              <a:ext uri="{FF2B5EF4-FFF2-40B4-BE49-F238E27FC236}">
                <a16:creationId xmlns:a16="http://schemas.microsoft.com/office/drawing/2014/main" id="{CA2876FE-CBC5-4344-A131-D12C672ED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50941" name="Text Box 29">
            <a:extLst>
              <a:ext uri="{FF2B5EF4-FFF2-40B4-BE49-F238E27FC236}">
                <a16:creationId xmlns:a16="http://schemas.microsoft.com/office/drawing/2014/main" id="{CAA23042-2950-4F8A-ABF3-CC40A9981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50942" name="Text Box 30">
            <a:extLst>
              <a:ext uri="{FF2B5EF4-FFF2-40B4-BE49-F238E27FC236}">
                <a16:creationId xmlns:a16="http://schemas.microsoft.com/office/drawing/2014/main" id="{C66FDEFC-567A-44A2-8987-5EC3A6C75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50943" name="Text Box 31">
            <a:extLst>
              <a:ext uri="{FF2B5EF4-FFF2-40B4-BE49-F238E27FC236}">
                <a16:creationId xmlns:a16="http://schemas.microsoft.com/office/drawing/2014/main" id="{7740C789-02A4-4428-A411-5DDDCD831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50944" name="Text Box 32">
            <a:extLst>
              <a:ext uri="{FF2B5EF4-FFF2-40B4-BE49-F238E27FC236}">
                <a16:creationId xmlns:a16="http://schemas.microsoft.com/office/drawing/2014/main" id="{2928BA26-BC55-4ECC-B99D-F377D56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50945" name="Text Box 33">
            <a:extLst>
              <a:ext uri="{FF2B5EF4-FFF2-40B4-BE49-F238E27FC236}">
                <a16:creationId xmlns:a16="http://schemas.microsoft.com/office/drawing/2014/main" id="{71A4D648-6AD1-4CE0-B1BA-F059BA971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50946" name="Text Box 34">
            <a:extLst>
              <a:ext uri="{FF2B5EF4-FFF2-40B4-BE49-F238E27FC236}">
                <a16:creationId xmlns:a16="http://schemas.microsoft.com/office/drawing/2014/main" id="{A079500B-89A4-4F31-80FD-E17B21E79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50947" name="Text Box 35">
            <a:extLst>
              <a:ext uri="{FF2B5EF4-FFF2-40B4-BE49-F238E27FC236}">
                <a16:creationId xmlns:a16="http://schemas.microsoft.com/office/drawing/2014/main" id="{8097D806-0C11-4F11-99D7-F5EFBFC74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50948" name="Text Box 36">
            <a:extLst>
              <a:ext uri="{FF2B5EF4-FFF2-40B4-BE49-F238E27FC236}">
                <a16:creationId xmlns:a16="http://schemas.microsoft.com/office/drawing/2014/main" id="{F5327969-C611-4384-845F-256039EEA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50949" name="Text Box 37">
            <a:extLst>
              <a:ext uri="{FF2B5EF4-FFF2-40B4-BE49-F238E27FC236}">
                <a16:creationId xmlns:a16="http://schemas.microsoft.com/office/drawing/2014/main" id="{447C4A94-C23D-428E-93A0-1FD48B24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50950" name="Text Box 38">
            <a:extLst>
              <a:ext uri="{FF2B5EF4-FFF2-40B4-BE49-F238E27FC236}">
                <a16:creationId xmlns:a16="http://schemas.microsoft.com/office/drawing/2014/main" id="{E834B665-3E2D-4158-A196-0E6AF3DCD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0951" name="Text Box 39">
            <a:extLst>
              <a:ext uri="{FF2B5EF4-FFF2-40B4-BE49-F238E27FC236}">
                <a16:creationId xmlns:a16="http://schemas.microsoft.com/office/drawing/2014/main" id="{2ED61154-9733-4714-AF3A-410BE71AC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50952" name="Text Box 40">
            <a:extLst>
              <a:ext uri="{FF2B5EF4-FFF2-40B4-BE49-F238E27FC236}">
                <a16:creationId xmlns:a16="http://schemas.microsoft.com/office/drawing/2014/main" id="{D3F3DE12-8D12-4140-A853-2E499909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0953" name="Text Box 41">
            <a:extLst>
              <a:ext uri="{FF2B5EF4-FFF2-40B4-BE49-F238E27FC236}">
                <a16:creationId xmlns:a16="http://schemas.microsoft.com/office/drawing/2014/main" id="{B18D991D-7E6E-4C5F-A143-CDDB517F5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54" name="Text Box 42">
            <a:extLst>
              <a:ext uri="{FF2B5EF4-FFF2-40B4-BE49-F238E27FC236}">
                <a16:creationId xmlns:a16="http://schemas.microsoft.com/office/drawing/2014/main" id="{87911C7C-D5C3-4162-AFB8-5833F6178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56" name="Text Box 44">
            <a:extLst>
              <a:ext uri="{FF2B5EF4-FFF2-40B4-BE49-F238E27FC236}">
                <a16:creationId xmlns:a16="http://schemas.microsoft.com/office/drawing/2014/main" id="{2729F207-AA4B-4474-B1D3-D1A219603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57" name="Text Box 45">
            <a:extLst>
              <a:ext uri="{FF2B5EF4-FFF2-40B4-BE49-F238E27FC236}">
                <a16:creationId xmlns:a16="http://schemas.microsoft.com/office/drawing/2014/main" id="{B01E82D6-0602-4E8F-8D67-70F94E86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58" name="Text Box 46">
            <a:extLst>
              <a:ext uri="{FF2B5EF4-FFF2-40B4-BE49-F238E27FC236}">
                <a16:creationId xmlns:a16="http://schemas.microsoft.com/office/drawing/2014/main" id="{ADD56854-5A09-4E2F-A4D5-7C817DD05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59" name="Text Box 47">
            <a:extLst>
              <a:ext uri="{FF2B5EF4-FFF2-40B4-BE49-F238E27FC236}">
                <a16:creationId xmlns:a16="http://schemas.microsoft.com/office/drawing/2014/main" id="{5EF60770-5042-482A-B50A-451A6D84E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60" name="Text Box 48">
            <a:extLst>
              <a:ext uri="{FF2B5EF4-FFF2-40B4-BE49-F238E27FC236}">
                <a16:creationId xmlns:a16="http://schemas.microsoft.com/office/drawing/2014/main" id="{A7826A19-0902-4F38-B6D7-352DBBF00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61" name="Text Box 49">
            <a:extLst>
              <a:ext uri="{FF2B5EF4-FFF2-40B4-BE49-F238E27FC236}">
                <a16:creationId xmlns:a16="http://schemas.microsoft.com/office/drawing/2014/main" id="{D9BE469E-DD37-4433-A694-B1F3D2367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4, 5, 6, 7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t }</a:t>
            </a:r>
          </a:p>
        </p:txBody>
      </p:sp>
      <p:sp>
        <p:nvSpPr>
          <p:cNvPr id="550962" name="Text Box 50">
            <a:extLst>
              <a:ext uri="{FF2B5EF4-FFF2-40B4-BE49-F238E27FC236}">
                <a16:creationId xmlns:a16="http://schemas.microsoft.com/office/drawing/2014/main" id="{4DF9048E-FB21-415A-A743-2BB6A99A7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63" name="Text Box 51">
            <a:extLst>
              <a:ext uri="{FF2B5EF4-FFF2-40B4-BE49-F238E27FC236}">
                <a16:creationId xmlns:a16="http://schemas.microsoft.com/office/drawing/2014/main" id="{C35ED95F-AC86-45F2-94B2-4B5E7B98B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64" name="Text Box 52">
            <a:extLst>
              <a:ext uri="{FF2B5EF4-FFF2-40B4-BE49-F238E27FC236}">
                <a16:creationId xmlns:a16="http://schemas.microsoft.com/office/drawing/2014/main" id="{AEB8ABDD-F1EF-4CF6-A156-2BFF76B5E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65" name="Text Box 53">
            <a:extLst>
              <a:ext uri="{FF2B5EF4-FFF2-40B4-BE49-F238E27FC236}">
                <a16:creationId xmlns:a16="http://schemas.microsoft.com/office/drawing/2014/main" id="{17D0D7A4-05C2-4290-895A-BC25C4EE6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66" name="Text Box 54">
            <a:extLst>
              <a:ext uri="{FF2B5EF4-FFF2-40B4-BE49-F238E27FC236}">
                <a16:creationId xmlns:a16="http://schemas.microsoft.com/office/drawing/2014/main" id="{C8593E19-FE41-4D9B-8A6C-9E37A9D09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67" name="Text Box 55">
            <a:extLst>
              <a:ext uri="{FF2B5EF4-FFF2-40B4-BE49-F238E27FC236}">
                <a16:creationId xmlns:a16="http://schemas.microsoft.com/office/drawing/2014/main" id="{EBE338AF-C774-4372-AA1E-D2D2742B9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70" name="Text Box 58">
            <a:extLst>
              <a:ext uri="{FF2B5EF4-FFF2-40B4-BE49-F238E27FC236}">
                <a16:creationId xmlns:a16="http://schemas.microsoft.com/office/drawing/2014/main" id="{AD2E8524-0FBF-40FA-8E0B-80AF0FFC7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71" name="Text Box 59">
            <a:extLst>
              <a:ext uri="{FF2B5EF4-FFF2-40B4-BE49-F238E27FC236}">
                <a16:creationId xmlns:a16="http://schemas.microsoft.com/office/drawing/2014/main" id="{B0B0E6D1-C744-40BF-8222-A856FEC9D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72" name="Text Box 60">
            <a:extLst>
              <a:ext uri="{FF2B5EF4-FFF2-40B4-BE49-F238E27FC236}">
                <a16:creationId xmlns:a16="http://schemas.microsoft.com/office/drawing/2014/main" id="{0473F96B-F8DC-4F7A-BCE5-842BE8962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73" name="Text Box 61">
            <a:extLst>
              <a:ext uri="{FF2B5EF4-FFF2-40B4-BE49-F238E27FC236}">
                <a16:creationId xmlns:a16="http://schemas.microsoft.com/office/drawing/2014/main" id="{613423C0-B9D5-490F-9EC8-B6BDF2B12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74" name="Text Box 62">
            <a:extLst>
              <a:ext uri="{FF2B5EF4-FFF2-40B4-BE49-F238E27FC236}">
                <a16:creationId xmlns:a16="http://schemas.microsoft.com/office/drawing/2014/main" id="{B0448B09-5BB1-4302-AF8B-D5DD16F49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75" name="Text Box 63">
            <a:extLst>
              <a:ext uri="{FF2B5EF4-FFF2-40B4-BE49-F238E27FC236}">
                <a16:creationId xmlns:a16="http://schemas.microsoft.com/office/drawing/2014/main" id="{E898BF81-1AFC-4DA8-9039-A12D8F0E8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76" name="Text Box 64">
            <a:extLst>
              <a:ext uri="{FF2B5EF4-FFF2-40B4-BE49-F238E27FC236}">
                <a16:creationId xmlns:a16="http://schemas.microsoft.com/office/drawing/2014/main" id="{3EE47F14-8F5C-4196-A9C3-BA7FA99AD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77" name="Text Box 65">
            <a:extLst>
              <a:ext uri="{FF2B5EF4-FFF2-40B4-BE49-F238E27FC236}">
                <a16:creationId xmlns:a16="http://schemas.microsoft.com/office/drawing/2014/main" id="{4D7924CB-3A40-47C6-9AF0-08B68640C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78" name="Text Box 66">
            <a:extLst>
              <a:ext uri="{FF2B5EF4-FFF2-40B4-BE49-F238E27FC236}">
                <a16:creationId xmlns:a16="http://schemas.microsoft.com/office/drawing/2014/main" id="{63951B12-4C5D-49D9-A967-B9E62480F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79" name="Text Box 67">
            <a:extLst>
              <a:ext uri="{FF2B5EF4-FFF2-40B4-BE49-F238E27FC236}">
                <a16:creationId xmlns:a16="http://schemas.microsoft.com/office/drawing/2014/main" id="{8EEFD45C-2E65-41A3-9863-878148E35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81" name="Text Box 69">
            <a:extLst>
              <a:ext uri="{FF2B5EF4-FFF2-40B4-BE49-F238E27FC236}">
                <a16:creationId xmlns:a16="http://schemas.microsoft.com/office/drawing/2014/main" id="{500B4553-1DEE-4DA6-A474-3781C1330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82" name="Text Box 70">
            <a:extLst>
              <a:ext uri="{FF2B5EF4-FFF2-40B4-BE49-F238E27FC236}">
                <a16:creationId xmlns:a16="http://schemas.microsoft.com/office/drawing/2014/main" id="{977B4489-980B-432C-AB98-10FA09170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83" name="Text Box 71">
            <a:extLst>
              <a:ext uri="{FF2B5EF4-FFF2-40B4-BE49-F238E27FC236}">
                <a16:creationId xmlns:a16="http://schemas.microsoft.com/office/drawing/2014/main" id="{19175F72-0608-4492-ABA8-3117BEB6F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41910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84" name="Text Box 72">
            <a:extLst>
              <a:ext uri="{FF2B5EF4-FFF2-40B4-BE49-F238E27FC236}">
                <a16:creationId xmlns:a16="http://schemas.microsoft.com/office/drawing/2014/main" id="{B4CF5FA4-1B43-4C66-B323-856CB1FF0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1" y="41386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85" name="AutoShape 73">
            <a:extLst>
              <a:ext uri="{FF2B5EF4-FFF2-40B4-BE49-F238E27FC236}">
                <a16:creationId xmlns:a16="http://schemas.microsoft.com/office/drawing/2014/main" id="{CCF41CB8-7931-42EF-8825-1C959AF103E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386764" y="6267451"/>
            <a:ext cx="174625" cy="314325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86" name="Text Box 74">
            <a:extLst>
              <a:ext uri="{FF2B5EF4-FFF2-40B4-BE49-F238E27FC236}">
                <a16:creationId xmlns:a16="http://schemas.microsoft.com/office/drawing/2014/main" id="{96CAB798-2FF9-453D-A507-0651037D1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256338"/>
            <a:ext cx="94615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A50021"/>
                </a:solidFill>
                <a:latin typeface="Comic Sans MS" panose="030F0702030302020204" pitchFamily="66" charset="0"/>
              </a:rPr>
              <a:t>delmin</a:t>
            </a:r>
          </a:p>
        </p:txBody>
      </p:sp>
      <p:sp>
        <p:nvSpPr>
          <p:cNvPr id="550987" name="Text Box 75">
            <a:extLst>
              <a:ext uri="{FF2B5EF4-FFF2-40B4-BE49-F238E27FC236}">
                <a16:creationId xmlns:a16="http://schemas.microsoft.com/office/drawing/2014/main" id="{0E8F68D5-F772-4183-B94A-AF9AD4A82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88" name="Text Box 76">
            <a:extLst>
              <a:ext uri="{FF2B5EF4-FFF2-40B4-BE49-F238E27FC236}">
                <a16:creationId xmlns:a16="http://schemas.microsoft.com/office/drawing/2014/main" id="{75D51948-CE0A-4A92-B6B0-8E0758A23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89" name="Text Box 77">
            <a:extLst>
              <a:ext uri="{FF2B5EF4-FFF2-40B4-BE49-F238E27FC236}">
                <a16:creationId xmlns:a16="http://schemas.microsoft.com/office/drawing/2014/main" id="{0B28BB6E-D44E-4B1D-9A3E-DF43A4FEE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90" name="Text Box 78">
            <a:extLst>
              <a:ext uri="{FF2B5EF4-FFF2-40B4-BE49-F238E27FC236}">
                <a16:creationId xmlns:a16="http://schemas.microsoft.com/office/drawing/2014/main" id="{2BBFC52A-CEFD-488B-A035-118A32B1E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0991" name="Text Box 79">
            <a:extLst>
              <a:ext uri="{FF2B5EF4-FFF2-40B4-BE49-F238E27FC236}">
                <a16:creationId xmlns:a16="http://schemas.microsoft.com/office/drawing/2014/main" id="{A9301A98-7935-47E1-B25B-65841A72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0992" name="Text Box 80">
            <a:extLst>
              <a:ext uri="{FF2B5EF4-FFF2-40B4-BE49-F238E27FC236}">
                <a16:creationId xmlns:a16="http://schemas.microsoft.com/office/drawing/2014/main" id="{A35B3CFC-D3DC-4588-9355-39D41B61A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50993" name="Freeform 81">
            <a:extLst>
              <a:ext uri="{FF2B5EF4-FFF2-40B4-BE49-F238E27FC236}">
                <a16:creationId xmlns:a16="http://schemas.microsoft.com/office/drawing/2014/main" id="{E05042D3-22A6-4B9F-9E2B-DAEA1C3B1A5E}"/>
              </a:ext>
            </a:extLst>
          </p:cNvPr>
          <p:cNvSpPr>
            <a:spLocks/>
          </p:cNvSpPr>
          <p:nvPr/>
        </p:nvSpPr>
        <p:spPr bwMode="auto">
          <a:xfrm>
            <a:off x="1701800" y="1995488"/>
            <a:ext cx="8534400" cy="4786312"/>
          </a:xfrm>
          <a:custGeom>
            <a:avLst/>
            <a:gdLst>
              <a:gd name="T0" fmla="*/ 0 w 5376"/>
              <a:gd name="T1" fmla="*/ 903 h 3015"/>
              <a:gd name="T2" fmla="*/ 112 w 5376"/>
              <a:gd name="T3" fmla="*/ 623 h 3015"/>
              <a:gd name="T4" fmla="*/ 304 w 5376"/>
              <a:gd name="T5" fmla="*/ 519 h 3015"/>
              <a:gd name="T6" fmla="*/ 440 w 5376"/>
              <a:gd name="T7" fmla="*/ 447 h 3015"/>
              <a:gd name="T8" fmla="*/ 624 w 5376"/>
              <a:gd name="T9" fmla="*/ 415 h 3015"/>
              <a:gd name="T10" fmla="*/ 832 w 5376"/>
              <a:gd name="T11" fmla="*/ 375 h 3015"/>
              <a:gd name="T12" fmla="*/ 952 w 5376"/>
              <a:gd name="T13" fmla="*/ 335 h 3015"/>
              <a:gd name="T14" fmla="*/ 1432 w 5376"/>
              <a:gd name="T15" fmla="*/ 271 h 3015"/>
              <a:gd name="T16" fmla="*/ 1928 w 5376"/>
              <a:gd name="T17" fmla="*/ 311 h 3015"/>
              <a:gd name="T18" fmla="*/ 2640 w 5376"/>
              <a:gd name="T19" fmla="*/ 343 h 3015"/>
              <a:gd name="T20" fmla="*/ 4528 w 5376"/>
              <a:gd name="T21" fmla="*/ 130 h 3015"/>
              <a:gd name="T22" fmla="*/ 4955 w 5376"/>
              <a:gd name="T23" fmla="*/ 34 h 3015"/>
              <a:gd name="T24" fmla="*/ 5232 w 5376"/>
              <a:gd name="T25" fmla="*/ 34 h 3015"/>
              <a:gd name="T26" fmla="*/ 5371 w 5376"/>
              <a:gd name="T27" fmla="*/ 162 h 3015"/>
              <a:gd name="T28" fmla="*/ 5376 w 5376"/>
              <a:gd name="T29" fmla="*/ 295 h 3015"/>
              <a:gd name="T30" fmla="*/ 5368 w 5376"/>
              <a:gd name="T31" fmla="*/ 647 h 3015"/>
              <a:gd name="T32" fmla="*/ 5288 w 5376"/>
              <a:gd name="T33" fmla="*/ 879 h 3015"/>
              <a:gd name="T34" fmla="*/ 5240 w 5376"/>
              <a:gd name="T35" fmla="*/ 1015 h 3015"/>
              <a:gd name="T36" fmla="*/ 5216 w 5376"/>
              <a:gd name="T37" fmla="*/ 1111 h 3015"/>
              <a:gd name="T38" fmla="*/ 4936 w 5376"/>
              <a:gd name="T39" fmla="*/ 1439 h 3015"/>
              <a:gd name="T40" fmla="*/ 4488 w 5376"/>
              <a:gd name="T41" fmla="*/ 1807 h 3015"/>
              <a:gd name="T42" fmla="*/ 4056 w 5376"/>
              <a:gd name="T43" fmla="*/ 1911 h 3015"/>
              <a:gd name="T44" fmla="*/ 3704 w 5376"/>
              <a:gd name="T45" fmla="*/ 1951 h 3015"/>
              <a:gd name="T46" fmla="*/ 3448 w 5376"/>
              <a:gd name="T47" fmla="*/ 1991 h 3015"/>
              <a:gd name="T48" fmla="*/ 3088 w 5376"/>
              <a:gd name="T49" fmla="*/ 2071 h 3015"/>
              <a:gd name="T50" fmla="*/ 2912 w 5376"/>
              <a:gd name="T51" fmla="*/ 2095 h 3015"/>
              <a:gd name="T52" fmla="*/ 2800 w 5376"/>
              <a:gd name="T53" fmla="*/ 2063 h 3015"/>
              <a:gd name="T54" fmla="*/ 2704 w 5376"/>
              <a:gd name="T55" fmla="*/ 2111 h 3015"/>
              <a:gd name="T56" fmla="*/ 2552 w 5376"/>
              <a:gd name="T57" fmla="*/ 2135 h 3015"/>
              <a:gd name="T58" fmla="*/ 2408 w 5376"/>
              <a:gd name="T59" fmla="*/ 2239 h 3015"/>
              <a:gd name="T60" fmla="*/ 2304 w 5376"/>
              <a:gd name="T61" fmla="*/ 2303 h 3015"/>
              <a:gd name="T62" fmla="*/ 2048 w 5376"/>
              <a:gd name="T63" fmla="*/ 2511 h 3015"/>
              <a:gd name="T64" fmla="*/ 1968 w 5376"/>
              <a:gd name="T65" fmla="*/ 2567 h 3015"/>
              <a:gd name="T66" fmla="*/ 1904 w 5376"/>
              <a:gd name="T67" fmla="*/ 2687 h 3015"/>
              <a:gd name="T68" fmla="*/ 1856 w 5376"/>
              <a:gd name="T69" fmla="*/ 2799 h 3015"/>
              <a:gd name="T70" fmla="*/ 1680 w 5376"/>
              <a:gd name="T71" fmla="*/ 3015 h 3015"/>
              <a:gd name="T72" fmla="*/ 1208 w 5376"/>
              <a:gd name="T73" fmla="*/ 2975 h 3015"/>
              <a:gd name="T74" fmla="*/ 1008 w 5376"/>
              <a:gd name="T75" fmla="*/ 2919 h 3015"/>
              <a:gd name="T76" fmla="*/ 936 w 5376"/>
              <a:gd name="T77" fmla="*/ 2887 h 3015"/>
              <a:gd name="T78" fmla="*/ 888 w 5376"/>
              <a:gd name="T79" fmla="*/ 2775 h 3015"/>
              <a:gd name="T80" fmla="*/ 792 w 5376"/>
              <a:gd name="T81" fmla="*/ 2679 h 3015"/>
              <a:gd name="T82" fmla="*/ 736 w 5376"/>
              <a:gd name="T83" fmla="*/ 2599 h 3015"/>
              <a:gd name="T84" fmla="*/ 704 w 5376"/>
              <a:gd name="T85" fmla="*/ 2527 h 3015"/>
              <a:gd name="T86" fmla="*/ 680 w 5376"/>
              <a:gd name="T87" fmla="*/ 2503 h 3015"/>
              <a:gd name="T88" fmla="*/ 656 w 5376"/>
              <a:gd name="T89" fmla="*/ 2447 h 3015"/>
              <a:gd name="T90" fmla="*/ 472 w 5376"/>
              <a:gd name="T91" fmla="*/ 2215 h 3015"/>
              <a:gd name="T92" fmla="*/ 440 w 5376"/>
              <a:gd name="T93" fmla="*/ 2087 h 3015"/>
              <a:gd name="T94" fmla="*/ 336 w 5376"/>
              <a:gd name="T95" fmla="*/ 1927 h 3015"/>
              <a:gd name="T96" fmla="*/ 272 w 5376"/>
              <a:gd name="T97" fmla="*/ 1807 h 3015"/>
              <a:gd name="T98" fmla="*/ 192 w 5376"/>
              <a:gd name="T99" fmla="*/ 1719 h 3015"/>
              <a:gd name="T100" fmla="*/ 96 w 5376"/>
              <a:gd name="T101" fmla="*/ 1271 h 3015"/>
              <a:gd name="T102" fmla="*/ 24 w 5376"/>
              <a:gd name="T103" fmla="*/ 1143 h 3015"/>
              <a:gd name="T104" fmla="*/ 16 w 5376"/>
              <a:gd name="T105" fmla="*/ 1111 h 3015"/>
              <a:gd name="T106" fmla="*/ 0 w 5376"/>
              <a:gd name="T107" fmla="*/ 1063 h 3015"/>
              <a:gd name="T108" fmla="*/ 0 w 5376"/>
              <a:gd name="T109" fmla="*/ 903 h 30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376" h="3015">
                <a:moveTo>
                  <a:pt x="0" y="903"/>
                </a:moveTo>
                <a:cubicBezTo>
                  <a:pt x="45" y="812"/>
                  <a:pt x="44" y="703"/>
                  <a:pt x="112" y="623"/>
                </a:cubicBezTo>
                <a:cubicBezTo>
                  <a:pt x="158" y="569"/>
                  <a:pt x="244" y="552"/>
                  <a:pt x="304" y="519"/>
                </a:cubicBezTo>
                <a:cubicBezTo>
                  <a:pt x="354" y="491"/>
                  <a:pt x="386" y="465"/>
                  <a:pt x="440" y="447"/>
                </a:cubicBezTo>
                <a:cubicBezTo>
                  <a:pt x="500" y="427"/>
                  <a:pt x="562" y="425"/>
                  <a:pt x="624" y="415"/>
                </a:cubicBezTo>
                <a:cubicBezTo>
                  <a:pt x="693" y="403"/>
                  <a:pt x="764" y="392"/>
                  <a:pt x="832" y="375"/>
                </a:cubicBezTo>
                <a:cubicBezTo>
                  <a:pt x="869" y="350"/>
                  <a:pt x="911" y="349"/>
                  <a:pt x="952" y="335"/>
                </a:cubicBezTo>
                <a:cubicBezTo>
                  <a:pt x="1113" y="281"/>
                  <a:pt x="1260" y="277"/>
                  <a:pt x="1432" y="271"/>
                </a:cubicBezTo>
                <a:cubicBezTo>
                  <a:pt x="1618" y="278"/>
                  <a:pt x="1740" y="304"/>
                  <a:pt x="1928" y="311"/>
                </a:cubicBezTo>
                <a:cubicBezTo>
                  <a:pt x="2165" y="335"/>
                  <a:pt x="2402" y="338"/>
                  <a:pt x="2640" y="343"/>
                </a:cubicBezTo>
                <a:cubicBezTo>
                  <a:pt x="3273" y="376"/>
                  <a:pt x="3889" y="136"/>
                  <a:pt x="4528" y="130"/>
                </a:cubicBezTo>
                <a:cubicBezTo>
                  <a:pt x="4668" y="112"/>
                  <a:pt x="4828" y="88"/>
                  <a:pt x="4955" y="34"/>
                </a:cubicBezTo>
                <a:cubicBezTo>
                  <a:pt x="5034" y="0"/>
                  <a:pt x="5162" y="37"/>
                  <a:pt x="5232" y="34"/>
                </a:cubicBezTo>
                <a:cubicBezTo>
                  <a:pt x="5288" y="40"/>
                  <a:pt x="5332" y="123"/>
                  <a:pt x="5371" y="162"/>
                </a:cubicBezTo>
                <a:cubicBezTo>
                  <a:pt x="5376" y="181"/>
                  <a:pt x="5376" y="276"/>
                  <a:pt x="5376" y="295"/>
                </a:cubicBezTo>
                <a:cubicBezTo>
                  <a:pt x="5376" y="412"/>
                  <a:pt x="5373" y="530"/>
                  <a:pt x="5368" y="647"/>
                </a:cubicBezTo>
                <a:cubicBezTo>
                  <a:pt x="5365" y="726"/>
                  <a:pt x="5312" y="806"/>
                  <a:pt x="5288" y="879"/>
                </a:cubicBezTo>
                <a:cubicBezTo>
                  <a:pt x="5275" y="919"/>
                  <a:pt x="5274" y="988"/>
                  <a:pt x="5240" y="1015"/>
                </a:cubicBezTo>
                <a:cubicBezTo>
                  <a:pt x="5195" y="1051"/>
                  <a:pt x="5271" y="1105"/>
                  <a:pt x="5216" y="1111"/>
                </a:cubicBezTo>
                <a:cubicBezTo>
                  <a:pt x="5165" y="1181"/>
                  <a:pt x="5057" y="1323"/>
                  <a:pt x="4936" y="1439"/>
                </a:cubicBezTo>
                <a:cubicBezTo>
                  <a:pt x="4772" y="1472"/>
                  <a:pt x="4650" y="1767"/>
                  <a:pt x="4488" y="1807"/>
                </a:cubicBezTo>
                <a:cubicBezTo>
                  <a:pt x="4461" y="1814"/>
                  <a:pt x="4082" y="1902"/>
                  <a:pt x="4056" y="1911"/>
                </a:cubicBezTo>
                <a:cubicBezTo>
                  <a:pt x="4001" y="1966"/>
                  <a:pt x="3777" y="1927"/>
                  <a:pt x="3704" y="1951"/>
                </a:cubicBezTo>
                <a:cubicBezTo>
                  <a:pt x="3673" y="2043"/>
                  <a:pt x="3525" y="1972"/>
                  <a:pt x="3448" y="1991"/>
                </a:cubicBezTo>
                <a:cubicBezTo>
                  <a:pt x="3385" y="2007"/>
                  <a:pt x="3150" y="2050"/>
                  <a:pt x="3088" y="2071"/>
                </a:cubicBezTo>
                <a:cubicBezTo>
                  <a:pt x="3056" y="2082"/>
                  <a:pt x="2945" y="2092"/>
                  <a:pt x="2912" y="2095"/>
                </a:cubicBezTo>
                <a:cubicBezTo>
                  <a:pt x="2864" y="2094"/>
                  <a:pt x="2835" y="2060"/>
                  <a:pt x="2800" y="2063"/>
                </a:cubicBezTo>
                <a:cubicBezTo>
                  <a:pt x="2768" y="2074"/>
                  <a:pt x="2738" y="2100"/>
                  <a:pt x="2704" y="2111"/>
                </a:cubicBezTo>
                <a:cubicBezTo>
                  <a:pt x="2655" y="2127"/>
                  <a:pt x="2602" y="2125"/>
                  <a:pt x="2552" y="2135"/>
                </a:cubicBezTo>
                <a:cubicBezTo>
                  <a:pt x="2477" y="2132"/>
                  <a:pt x="2482" y="2246"/>
                  <a:pt x="2408" y="2239"/>
                </a:cubicBezTo>
                <a:cubicBezTo>
                  <a:pt x="2336" y="2233"/>
                  <a:pt x="2372" y="2326"/>
                  <a:pt x="2304" y="2303"/>
                </a:cubicBezTo>
                <a:cubicBezTo>
                  <a:pt x="2244" y="2348"/>
                  <a:pt x="2104" y="2467"/>
                  <a:pt x="2048" y="2511"/>
                </a:cubicBezTo>
                <a:cubicBezTo>
                  <a:pt x="2032" y="2506"/>
                  <a:pt x="1968" y="2567"/>
                  <a:pt x="1968" y="2567"/>
                </a:cubicBezTo>
                <a:cubicBezTo>
                  <a:pt x="1908" y="2590"/>
                  <a:pt x="1945" y="2659"/>
                  <a:pt x="1904" y="2687"/>
                </a:cubicBezTo>
                <a:cubicBezTo>
                  <a:pt x="1871" y="2720"/>
                  <a:pt x="1893" y="2744"/>
                  <a:pt x="1856" y="2799"/>
                </a:cubicBezTo>
                <a:cubicBezTo>
                  <a:pt x="1916" y="2889"/>
                  <a:pt x="1776" y="2983"/>
                  <a:pt x="1680" y="3015"/>
                </a:cubicBezTo>
                <a:cubicBezTo>
                  <a:pt x="1552" y="2929"/>
                  <a:pt x="1310" y="2977"/>
                  <a:pt x="1208" y="2975"/>
                </a:cubicBezTo>
                <a:cubicBezTo>
                  <a:pt x="1140" y="2958"/>
                  <a:pt x="1074" y="2941"/>
                  <a:pt x="1008" y="2919"/>
                </a:cubicBezTo>
                <a:cubicBezTo>
                  <a:pt x="984" y="2911"/>
                  <a:pt x="955" y="2906"/>
                  <a:pt x="936" y="2887"/>
                </a:cubicBezTo>
                <a:cubicBezTo>
                  <a:pt x="901" y="2852"/>
                  <a:pt x="906" y="2816"/>
                  <a:pt x="888" y="2775"/>
                </a:cubicBezTo>
                <a:cubicBezTo>
                  <a:pt x="871" y="2736"/>
                  <a:pt x="819" y="2710"/>
                  <a:pt x="792" y="2679"/>
                </a:cubicBezTo>
                <a:cubicBezTo>
                  <a:pt x="776" y="2661"/>
                  <a:pt x="747" y="2615"/>
                  <a:pt x="736" y="2599"/>
                </a:cubicBezTo>
                <a:cubicBezTo>
                  <a:pt x="673" y="2505"/>
                  <a:pt x="762" y="2608"/>
                  <a:pt x="704" y="2527"/>
                </a:cubicBezTo>
                <a:cubicBezTo>
                  <a:pt x="697" y="2518"/>
                  <a:pt x="687" y="2512"/>
                  <a:pt x="680" y="2503"/>
                </a:cubicBezTo>
                <a:cubicBezTo>
                  <a:pt x="640" y="2447"/>
                  <a:pt x="682" y="2494"/>
                  <a:pt x="656" y="2447"/>
                </a:cubicBezTo>
                <a:cubicBezTo>
                  <a:pt x="606" y="2357"/>
                  <a:pt x="506" y="2317"/>
                  <a:pt x="472" y="2215"/>
                </a:cubicBezTo>
                <a:cubicBezTo>
                  <a:pt x="469" y="2192"/>
                  <a:pt x="458" y="2105"/>
                  <a:pt x="440" y="2087"/>
                </a:cubicBezTo>
                <a:cubicBezTo>
                  <a:pt x="395" y="2042"/>
                  <a:pt x="364" y="1983"/>
                  <a:pt x="336" y="1927"/>
                </a:cubicBezTo>
                <a:cubicBezTo>
                  <a:pt x="315" y="1885"/>
                  <a:pt x="302" y="1843"/>
                  <a:pt x="272" y="1807"/>
                </a:cubicBezTo>
                <a:cubicBezTo>
                  <a:pt x="154" y="1665"/>
                  <a:pt x="240" y="1791"/>
                  <a:pt x="192" y="1719"/>
                </a:cubicBezTo>
                <a:cubicBezTo>
                  <a:pt x="167" y="1568"/>
                  <a:pt x="133" y="1420"/>
                  <a:pt x="96" y="1271"/>
                </a:cubicBezTo>
                <a:cubicBezTo>
                  <a:pt x="91" y="1251"/>
                  <a:pt x="34" y="1171"/>
                  <a:pt x="24" y="1143"/>
                </a:cubicBezTo>
                <a:cubicBezTo>
                  <a:pt x="20" y="1133"/>
                  <a:pt x="19" y="1122"/>
                  <a:pt x="16" y="1111"/>
                </a:cubicBezTo>
                <a:cubicBezTo>
                  <a:pt x="11" y="1095"/>
                  <a:pt x="0" y="1063"/>
                  <a:pt x="0" y="1063"/>
                </a:cubicBezTo>
                <a:cubicBezTo>
                  <a:pt x="9" y="929"/>
                  <a:pt x="16" y="982"/>
                  <a:pt x="0" y="903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>
            <a:extLst>
              <a:ext uri="{FF2B5EF4-FFF2-40B4-BE49-F238E27FC236}">
                <a16:creationId xmlns:a16="http://schemas.microsoft.com/office/drawing/2014/main" id="{6DAFF68A-5A3B-4C77-8A25-F39AB60D3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8697D62-0610-4C33-B98A-8D5936F33B41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DDB63B93-E971-4A13-B999-C62CD1351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51939" name="Oval 3">
            <a:extLst>
              <a:ext uri="{FF2B5EF4-FFF2-40B4-BE49-F238E27FC236}">
                <a16:creationId xmlns:a16="http://schemas.microsoft.com/office/drawing/2014/main" id="{0124CAD1-1DB2-47A5-97DA-638A91BCF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51940" name="Oval 4">
            <a:extLst>
              <a:ext uri="{FF2B5EF4-FFF2-40B4-BE49-F238E27FC236}">
                <a16:creationId xmlns:a16="http://schemas.microsoft.com/office/drawing/2014/main" id="{7EBB5FA1-DFFC-4B39-BB54-F521426FB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51941" name="Oval 5">
            <a:extLst>
              <a:ext uri="{FF2B5EF4-FFF2-40B4-BE49-F238E27FC236}">
                <a16:creationId xmlns:a16="http://schemas.microsoft.com/office/drawing/2014/main" id="{2C9C13FE-6F8C-4049-B3A2-B7748B0E1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51942" name="Oval 6">
            <a:extLst>
              <a:ext uri="{FF2B5EF4-FFF2-40B4-BE49-F238E27FC236}">
                <a16:creationId xmlns:a16="http://schemas.microsoft.com/office/drawing/2014/main" id="{B52F9EE1-9932-41ED-8421-8066EF8B1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51943" name="Oval 7">
            <a:extLst>
              <a:ext uri="{FF2B5EF4-FFF2-40B4-BE49-F238E27FC236}">
                <a16:creationId xmlns:a16="http://schemas.microsoft.com/office/drawing/2014/main" id="{FBE44F3A-7C32-4413-9EA5-871D4031F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51944" name="Oval 8">
            <a:extLst>
              <a:ext uri="{FF2B5EF4-FFF2-40B4-BE49-F238E27FC236}">
                <a16:creationId xmlns:a16="http://schemas.microsoft.com/office/drawing/2014/main" id="{199D4040-4A13-44A5-AFBD-C45BEBA64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51945" name="Oval 9">
            <a:extLst>
              <a:ext uri="{FF2B5EF4-FFF2-40B4-BE49-F238E27FC236}">
                <a16:creationId xmlns:a16="http://schemas.microsoft.com/office/drawing/2014/main" id="{23CD210C-A34D-41F9-B630-0F6B104A9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51946" name="Oval 10">
            <a:extLst>
              <a:ext uri="{FF2B5EF4-FFF2-40B4-BE49-F238E27FC236}">
                <a16:creationId xmlns:a16="http://schemas.microsoft.com/office/drawing/2014/main" id="{DB78BE13-7FDA-4B8D-A241-3D664EF47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51947" name="AutoShape 11">
            <a:extLst>
              <a:ext uri="{FF2B5EF4-FFF2-40B4-BE49-F238E27FC236}">
                <a16:creationId xmlns:a16="http://schemas.microsoft.com/office/drawing/2014/main" id="{31C9783A-B33E-435A-8FCE-CFA80E53FB96}"/>
              </a:ext>
            </a:extLst>
          </p:cNvPr>
          <p:cNvCxnSpPr>
            <a:cxnSpLocks noChangeShapeType="1"/>
            <a:stCxn id="551939" idx="7"/>
            <a:endCxn id="551942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48" name="AutoShape 12">
            <a:extLst>
              <a:ext uri="{FF2B5EF4-FFF2-40B4-BE49-F238E27FC236}">
                <a16:creationId xmlns:a16="http://schemas.microsoft.com/office/drawing/2014/main" id="{35177386-FFDB-48E9-90F2-22D5F946D1C0}"/>
              </a:ext>
            </a:extLst>
          </p:cNvPr>
          <p:cNvCxnSpPr>
            <a:cxnSpLocks noChangeShapeType="1"/>
            <a:stCxn id="551939" idx="6"/>
            <a:endCxn id="551943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49" name="AutoShape 13">
            <a:extLst>
              <a:ext uri="{FF2B5EF4-FFF2-40B4-BE49-F238E27FC236}">
                <a16:creationId xmlns:a16="http://schemas.microsoft.com/office/drawing/2014/main" id="{CC4D267B-D901-4F27-BF35-6D784A5F128E}"/>
              </a:ext>
            </a:extLst>
          </p:cNvPr>
          <p:cNvCxnSpPr>
            <a:cxnSpLocks noChangeShapeType="1"/>
            <a:stCxn id="551939" idx="5"/>
            <a:endCxn id="551944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0" name="AutoShape 14">
            <a:extLst>
              <a:ext uri="{FF2B5EF4-FFF2-40B4-BE49-F238E27FC236}">
                <a16:creationId xmlns:a16="http://schemas.microsoft.com/office/drawing/2014/main" id="{FB026302-861E-468C-8967-98B7454EBC40}"/>
              </a:ext>
            </a:extLst>
          </p:cNvPr>
          <p:cNvCxnSpPr>
            <a:cxnSpLocks noChangeShapeType="1"/>
            <a:stCxn id="551943" idx="7"/>
            <a:endCxn id="551940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1" name="AutoShape 15">
            <a:extLst>
              <a:ext uri="{FF2B5EF4-FFF2-40B4-BE49-F238E27FC236}">
                <a16:creationId xmlns:a16="http://schemas.microsoft.com/office/drawing/2014/main" id="{24D6847D-D0CF-4634-AE02-A5768A6FC7B6}"/>
              </a:ext>
            </a:extLst>
          </p:cNvPr>
          <p:cNvCxnSpPr>
            <a:cxnSpLocks noChangeShapeType="1"/>
            <a:stCxn id="551945" idx="7"/>
            <a:endCxn id="551940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2" name="AutoShape 16">
            <a:extLst>
              <a:ext uri="{FF2B5EF4-FFF2-40B4-BE49-F238E27FC236}">
                <a16:creationId xmlns:a16="http://schemas.microsoft.com/office/drawing/2014/main" id="{20CEF51F-AE09-45D6-9FA6-5CEBDC23D140}"/>
              </a:ext>
            </a:extLst>
          </p:cNvPr>
          <p:cNvCxnSpPr>
            <a:cxnSpLocks noChangeShapeType="1"/>
            <a:stCxn id="551943" idx="5"/>
            <a:endCxn id="551946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3" name="AutoShape 17">
            <a:extLst>
              <a:ext uri="{FF2B5EF4-FFF2-40B4-BE49-F238E27FC236}">
                <a16:creationId xmlns:a16="http://schemas.microsoft.com/office/drawing/2014/main" id="{5369D438-8913-428A-888E-606262CA1C30}"/>
              </a:ext>
            </a:extLst>
          </p:cNvPr>
          <p:cNvCxnSpPr>
            <a:cxnSpLocks noChangeShapeType="1"/>
            <a:stCxn id="551946" idx="5"/>
            <a:endCxn id="551941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4" name="AutoShape 18">
            <a:extLst>
              <a:ext uri="{FF2B5EF4-FFF2-40B4-BE49-F238E27FC236}">
                <a16:creationId xmlns:a16="http://schemas.microsoft.com/office/drawing/2014/main" id="{D2AED558-9960-4CE2-B694-C0B58BFF34DF}"/>
              </a:ext>
            </a:extLst>
          </p:cNvPr>
          <p:cNvCxnSpPr>
            <a:cxnSpLocks noChangeShapeType="1"/>
            <a:stCxn id="551946" idx="6"/>
            <a:endCxn id="551945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5" name="AutoShape 19">
            <a:extLst>
              <a:ext uri="{FF2B5EF4-FFF2-40B4-BE49-F238E27FC236}">
                <a16:creationId xmlns:a16="http://schemas.microsoft.com/office/drawing/2014/main" id="{94E04D21-15EE-4F36-B89B-32E1EA0FF399}"/>
              </a:ext>
            </a:extLst>
          </p:cNvPr>
          <p:cNvCxnSpPr>
            <a:cxnSpLocks noChangeShapeType="1"/>
            <a:stCxn id="551945" idx="4"/>
            <a:endCxn id="551941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6" name="AutoShape 20">
            <a:extLst>
              <a:ext uri="{FF2B5EF4-FFF2-40B4-BE49-F238E27FC236}">
                <a16:creationId xmlns:a16="http://schemas.microsoft.com/office/drawing/2014/main" id="{3E163681-2D1B-4A81-B0B5-E8E67AC025A2}"/>
              </a:ext>
            </a:extLst>
          </p:cNvPr>
          <p:cNvCxnSpPr>
            <a:cxnSpLocks noChangeShapeType="1"/>
            <a:stCxn id="551940" idx="3"/>
            <a:endCxn id="551946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7" name="AutoShape 21">
            <a:extLst>
              <a:ext uri="{FF2B5EF4-FFF2-40B4-BE49-F238E27FC236}">
                <a16:creationId xmlns:a16="http://schemas.microsoft.com/office/drawing/2014/main" id="{7FD9F2AF-5116-4AB3-AF4A-8B7B6E9705A7}"/>
              </a:ext>
            </a:extLst>
          </p:cNvPr>
          <p:cNvCxnSpPr>
            <a:cxnSpLocks noChangeShapeType="1"/>
            <a:stCxn id="551943" idx="4"/>
            <a:endCxn id="551944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8" name="AutoShape 22">
            <a:extLst>
              <a:ext uri="{FF2B5EF4-FFF2-40B4-BE49-F238E27FC236}">
                <a16:creationId xmlns:a16="http://schemas.microsoft.com/office/drawing/2014/main" id="{9DE2B6EF-B611-497D-BDC8-B83D8EF41E02}"/>
              </a:ext>
            </a:extLst>
          </p:cNvPr>
          <p:cNvCxnSpPr>
            <a:cxnSpLocks noChangeShapeType="1"/>
            <a:stCxn id="551944" idx="6"/>
            <a:endCxn id="551946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59" name="AutoShape 23">
            <a:extLst>
              <a:ext uri="{FF2B5EF4-FFF2-40B4-BE49-F238E27FC236}">
                <a16:creationId xmlns:a16="http://schemas.microsoft.com/office/drawing/2014/main" id="{6BFDA6F8-1F99-4D31-B145-DEB32AABFD4A}"/>
              </a:ext>
            </a:extLst>
          </p:cNvPr>
          <p:cNvCxnSpPr>
            <a:cxnSpLocks noChangeShapeType="1"/>
            <a:stCxn id="551942" idx="6"/>
            <a:endCxn id="551940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60" name="AutoShape 24">
            <a:extLst>
              <a:ext uri="{FF2B5EF4-FFF2-40B4-BE49-F238E27FC236}">
                <a16:creationId xmlns:a16="http://schemas.microsoft.com/office/drawing/2014/main" id="{B42DCFE8-68E9-4C51-8957-B4B450AD3E4E}"/>
              </a:ext>
            </a:extLst>
          </p:cNvPr>
          <p:cNvCxnSpPr>
            <a:cxnSpLocks noChangeShapeType="1"/>
            <a:stCxn id="551944" idx="6"/>
            <a:endCxn id="551941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1961" name="AutoShape 25">
            <a:extLst>
              <a:ext uri="{FF2B5EF4-FFF2-40B4-BE49-F238E27FC236}">
                <a16:creationId xmlns:a16="http://schemas.microsoft.com/office/drawing/2014/main" id="{4B5DCCEC-01EC-4C74-A5D7-236EA3088628}"/>
              </a:ext>
            </a:extLst>
          </p:cNvPr>
          <p:cNvCxnSpPr>
            <a:cxnSpLocks noChangeShapeType="1"/>
            <a:stCxn id="551940" idx="5"/>
            <a:endCxn id="551941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1962" name="Text Box 26">
            <a:extLst>
              <a:ext uri="{FF2B5EF4-FFF2-40B4-BE49-F238E27FC236}">
                <a16:creationId xmlns:a16="http://schemas.microsoft.com/office/drawing/2014/main" id="{B17AB726-197C-44FC-8922-20C64266A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51963" name="Text Box 27">
            <a:extLst>
              <a:ext uri="{FF2B5EF4-FFF2-40B4-BE49-F238E27FC236}">
                <a16:creationId xmlns:a16="http://schemas.microsoft.com/office/drawing/2014/main" id="{C1CA3533-5B48-4C02-9D43-1CAAE7788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51964" name="Text Box 28">
            <a:extLst>
              <a:ext uri="{FF2B5EF4-FFF2-40B4-BE49-F238E27FC236}">
                <a16:creationId xmlns:a16="http://schemas.microsoft.com/office/drawing/2014/main" id="{4987B1AF-4C74-4409-9D96-4C7BA1551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51965" name="Text Box 29">
            <a:extLst>
              <a:ext uri="{FF2B5EF4-FFF2-40B4-BE49-F238E27FC236}">
                <a16:creationId xmlns:a16="http://schemas.microsoft.com/office/drawing/2014/main" id="{17E4A1D2-94A0-4CE3-860B-162BEC428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51966" name="Text Box 30">
            <a:extLst>
              <a:ext uri="{FF2B5EF4-FFF2-40B4-BE49-F238E27FC236}">
                <a16:creationId xmlns:a16="http://schemas.microsoft.com/office/drawing/2014/main" id="{C3FC67E5-3FAA-43CC-BDAE-EE019F316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51967" name="Text Box 31">
            <a:extLst>
              <a:ext uri="{FF2B5EF4-FFF2-40B4-BE49-F238E27FC236}">
                <a16:creationId xmlns:a16="http://schemas.microsoft.com/office/drawing/2014/main" id="{523252C0-D6CE-4998-A9CF-F02E7B0D5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51968" name="Text Box 32">
            <a:extLst>
              <a:ext uri="{FF2B5EF4-FFF2-40B4-BE49-F238E27FC236}">
                <a16:creationId xmlns:a16="http://schemas.microsoft.com/office/drawing/2014/main" id="{93C2B8C2-6AF2-48CB-B264-572AFA0AE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51969" name="Text Box 33">
            <a:extLst>
              <a:ext uri="{FF2B5EF4-FFF2-40B4-BE49-F238E27FC236}">
                <a16:creationId xmlns:a16="http://schemas.microsoft.com/office/drawing/2014/main" id="{2027B028-2F7B-4570-9A5E-DBA2A59C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51970" name="Text Box 34">
            <a:extLst>
              <a:ext uri="{FF2B5EF4-FFF2-40B4-BE49-F238E27FC236}">
                <a16:creationId xmlns:a16="http://schemas.microsoft.com/office/drawing/2014/main" id="{072A34F0-4AF2-4A76-870A-3ABDF1AF5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51971" name="Text Box 35">
            <a:extLst>
              <a:ext uri="{FF2B5EF4-FFF2-40B4-BE49-F238E27FC236}">
                <a16:creationId xmlns:a16="http://schemas.microsoft.com/office/drawing/2014/main" id="{248F7140-DFF6-4167-BF2B-106A3C0DB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51972" name="Text Box 36">
            <a:extLst>
              <a:ext uri="{FF2B5EF4-FFF2-40B4-BE49-F238E27FC236}">
                <a16:creationId xmlns:a16="http://schemas.microsoft.com/office/drawing/2014/main" id="{1C126784-40F2-4EA0-9FA8-89BB49146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51973" name="Text Box 37">
            <a:extLst>
              <a:ext uri="{FF2B5EF4-FFF2-40B4-BE49-F238E27FC236}">
                <a16:creationId xmlns:a16="http://schemas.microsoft.com/office/drawing/2014/main" id="{ABFD5A8A-3405-4344-8DB6-B6417988A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51974" name="Text Box 38">
            <a:extLst>
              <a:ext uri="{FF2B5EF4-FFF2-40B4-BE49-F238E27FC236}">
                <a16:creationId xmlns:a16="http://schemas.microsoft.com/office/drawing/2014/main" id="{27825A94-96DA-4642-8B0E-D20640B85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1975" name="Text Box 39">
            <a:extLst>
              <a:ext uri="{FF2B5EF4-FFF2-40B4-BE49-F238E27FC236}">
                <a16:creationId xmlns:a16="http://schemas.microsoft.com/office/drawing/2014/main" id="{521FCB08-7D4A-491F-A61B-980639251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51976" name="Text Box 40">
            <a:extLst>
              <a:ext uri="{FF2B5EF4-FFF2-40B4-BE49-F238E27FC236}">
                <a16:creationId xmlns:a16="http://schemas.microsoft.com/office/drawing/2014/main" id="{4E39B201-1800-4441-A11F-6A7E658F1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1977" name="Text Box 41">
            <a:extLst>
              <a:ext uri="{FF2B5EF4-FFF2-40B4-BE49-F238E27FC236}">
                <a16:creationId xmlns:a16="http://schemas.microsoft.com/office/drawing/2014/main" id="{74BC054B-FCCF-455E-ABBC-6BFDFEAFA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78" name="Text Box 42">
            <a:extLst>
              <a:ext uri="{FF2B5EF4-FFF2-40B4-BE49-F238E27FC236}">
                <a16:creationId xmlns:a16="http://schemas.microsoft.com/office/drawing/2014/main" id="{9B4CC88A-0DBA-4984-A79C-6A657331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0" name="Text Box 44">
            <a:extLst>
              <a:ext uri="{FF2B5EF4-FFF2-40B4-BE49-F238E27FC236}">
                <a16:creationId xmlns:a16="http://schemas.microsoft.com/office/drawing/2014/main" id="{AB4EEA76-0F05-4A40-8DA8-1B89F7D07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1" name="Text Box 45">
            <a:extLst>
              <a:ext uri="{FF2B5EF4-FFF2-40B4-BE49-F238E27FC236}">
                <a16:creationId xmlns:a16="http://schemas.microsoft.com/office/drawing/2014/main" id="{79437326-0DAC-45B1-9A86-93BE41A8D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2" name="Text Box 46">
            <a:extLst>
              <a:ext uri="{FF2B5EF4-FFF2-40B4-BE49-F238E27FC236}">
                <a16:creationId xmlns:a16="http://schemas.microsoft.com/office/drawing/2014/main" id="{326EC421-A953-486C-80B8-70D6F11B8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3" name="Text Box 47">
            <a:extLst>
              <a:ext uri="{FF2B5EF4-FFF2-40B4-BE49-F238E27FC236}">
                <a16:creationId xmlns:a16="http://schemas.microsoft.com/office/drawing/2014/main" id="{3E4AA2DD-9EB0-4147-8AFA-3DE563394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4" name="Text Box 48">
            <a:extLst>
              <a:ext uri="{FF2B5EF4-FFF2-40B4-BE49-F238E27FC236}">
                <a16:creationId xmlns:a16="http://schemas.microsoft.com/office/drawing/2014/main" id="{AE387C44-CB86-4BD2-A95E-E352F9A71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5" name="Text Box 49">
            <a:extLst>
              <a:ext uri="{FF2B5EF4-FFF2-40B4-BE49-F238E27FC236}">
                <a16:creationId xmlns:a16="http://schemas.microsoft.com/office/drawing/2014/main" id="{2A66C8A6-98F4-43DF-94E8-55FED1153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4, 5, 6, 7, t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}</a:t>
            </a:r>
          </a:p>
        </p:txBody>
      </p:sp>
      <p:sp>
        <p:nvSpPr>
          <p:cNvPr id="551986" name="Text Box 50">
            <a:extLst>
              <a:ext uri="{FF2B5EF4-FFF2-40B4-BE49-F238E27FC236}">
                <a16:creationId xmlns:a16="http://schemas.microsoft.com/office/drawing/2014/main" id="{C9B671EC-D60E-4F75-9579-C6F699D01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7" name="Text Box 51">
            <a:extLst>
              <a:ext uri="{FF2B5EF4-FFF2-40B4-BE49-F238E27FC236}">
                <a16:creationId xmlns:a16="http://schemas.microsoft.com/office/drawing/2014/main" id="{AD4B72B7-77CB-4C2F-9836-4A5466C36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1988" name="Text Box 52">
            <a:extLst>
              <a:ext uri="{FF2B5EF4-FFF2-40B4-BE49-F238E27FC236}">
                <a16:creationId xmlns:a16="http://schemas.microsoft.com/office/drawing/2014/main" id="{91C9BF5C-279E-4930-B2C9-F703DCBEF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89" name="Text Box 53">
            <a:extLst>
              <a:ext uri="{FF2B5EF4-FFF2-40B4-BE49-F238E27FC236}">
                <a16:creationId xmlns:a16="http://schemas.microsoft.com/office/drawing/2014/main" id="{E4798C11-BF96-44F3-B8EF-66D464BEE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90" name="Text Box 54">
            <a:extLst>
              <a:ext uri="{FF2B5EF4-FFF2-40B4-BE49-F238E27FC236}">
                <a16:creationId xmlns:a16="http://schemas.microsoft.com/office/drawing/2014/main" id="{C3C10A73-8F0D-434B-9A5E-4042D288B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1991" name="Text Box 55">
            <a:extLst>
              <a:ext uri="{FF2B5EF4-FFF2-40B4-BE49-F238E27FC236}">
                <a16:creationId xmlns:a16="http://schemas.microsoft.com/office/drawing/2014/main" id="{1199D912-8F21-4583-B40C-6E9DB3C8A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1994" name="Text Box 58">
            <a:extLst>
              <a:ext uri="{FF2B5EF4-FFF2-40B4-BE49-F238E27FC236}">
                <a16:creationId xmlns:a16="http://schemas.microsoft.com/office/drawing/2014/main" id="{42D48890-6F13-4A4D-9092-9287322EE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95" name="Text Box 59">
            <a:extLst>
              <a:ext uri="{FF2B5EF4-FFF2-40B4-BE49-F238E27FC236}">
                <a16:creationId xmlns:a16="http://schemas.microsoft.com/office/drawing/2014/main" id="{FB58FFB8-201A-4029-9FC2-5FDDCB37D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1996" name="Text Box 60">
            <a:extLst>
              <a:ext uri="{FF2B5EF4-FFF2-40B4-BE49-F238E27FC236}">
                <a16:creationId xmlns:a16="http://schemas.microsoft.com/office/drawing/2014/main" id="{E5F3CB4C-A3F7-4491-8EAB-AED41991E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97" name="Text Box 61">
            <a:extLst>
              <a:ext uri="{FF2B5EF4-FFF2-40B4-BE49-F238E27FC236}">
                <a16:creationId xmlns:a16="http://schemas.microsoft.com/office/drawing/2014/main" id="{18121260-7A4A-430D-BE4A-8E16E98DD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1998" name="Text Box 62">
            <a:extLst>
              <a:ext uri="{FF2B5EF4-FFF2-40B4-BE49-F238E27FC236}">
                <a16:creationId xmlns:a16="http://schemas.microsoft.com/office/drawing/2014/main" id="{D2706BAC-4881-40DE-945B-2D5F3D2BB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1999" name="Text Box 63">
            <a:extLst>
              <a:ext uri="{FF2B5EF4-FFF2-40B4-BE49-F238E27FC236}">
                <a16:creationId xmlns:a16="http://schemas.microsoft.com/office/drawing/2014/main" id="{428E6199-76A5-45F6-96DC-7BB61CBB9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00" name="Text Box 64">
            <a:extLst>
              <a:ext uri="{FF2B5EF4-FFF2-40B4-BE49-F238E27FC236}">
                <a16:creationId xmlns:a16="http://schemas.microsoft.com/office/drawing/2014/main" id="{05E9DE3A-3DFE-4428-91C7-A6951C4C4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01" name="Text Box 65">
            <a:extLst>
              <a:ext uri="{FF2B5EF4-FFF2-40B4-BE49-F238E27FC236}">
                <a16:creationId xmlns:a16="http://schemas.microsoft.com/office/drawing/2014/main" id="{184EC2EF-6838-4D6D-9419-6064686E4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02" name="Text Box 66">
            <a:extLst>
              <a:ext uri="{FF2B5EF4-FFF2-40B4-BE49-F238E27FC236}">
                <a16:creationId xmlns:a16="http://schemas.microsoft.com/office/drawing/2014/main" id="{2AB02F7F-162A-4FFD-AAB6-4858E899D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03" name="Text Box 67">
            <a:extLst>
              <a:ext uri="{FF2B5EF4-FFF2-40B4-BE49-F238E27FC236}">
                <a16:creationId xmlns:a16="http://schemas.microsoft.com/office/drawing/2014/main" id="{E83CCFB9-38D5-4007-8EE4-7149C8350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05" name="Text Box 69">
            <a:extLst>
              <a:ext uri="{FF2B5EF4-FFF2-40B4-BE49-F238E27FC236}">
                <a16:creationId xmlns:a16="http://schemas.microsoft.com/office/drawing/2014/main" id="{FFC75248-3EB8-481E-875C-AB3C0886F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06" name="Text Box 70">
            <a:extLst>
              <a:ext uri="{FF2B5EF4-FFF2-40B4-BE49-F238E27FC236}">
                <a16:creationId xmlns:a16="http://schemas.microsoft.com/office/drawing/2014/main" id="{A1E715C1-59EE-482B-85C6-EB191F910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07" name="Text Box 71">
            <a:extLst>
              <a:ext uri="{FF2B5EF4-FFF2-40B4-BE49-F238E27FC236}">
                <a16:creationId xmlns:a16="http://schemas.microsoft.com/office/drawing/2014/main" id="{07DCEEBA-B24F-4C6D-91FB-E56AE50C7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41910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08" name="Text Box 72">
            <a:extLst>
              <a:ext uri="{FF2B5EF4-FFF2-40B4-BE49-F238E27FC236}">
                <a16:creationId xmlns:a16="http://schemas.microsoft.com/office/drawing/2014/main" id="{E619083C-2769-4AA6-9190-ED62A6A7A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1" y="41386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11" name="Text Box 75">
            <a:extLst>
              <a:ext uri="{FF2B5EF4-FFF2-40B4-BE49-F238E27FC236}">
                <a16:creationId xmlns:a16="http://schemas.microsoft.com/office/drawing/2014/main" id="{402BCBF6-F53C-475E-9337-A379B7F34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12" name="Text Box 76">
            <a:extLst>
              <a:ext uri="{FF2B5EF4-FFF2-40B4-BE49-F238E27FC236}">
                <a16:creationId xmlns:a16="http://schemas.microsoft.com/office/drawing/2014/main" id="{ACE807F9-FA48-41D2-8C5A-BEF323259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13" name="Text Box 77">
            <a:extLst>
              <a:ext uri="{FF2B5EF4-FFF2-40B4-BE49-F238E27FC236}">
                <a16:creationId xmlns:a16="http://schemas.microsoft.com/office/drawing/2014/main" id="{88D510A0-E315-474C-BEAD-39A145EED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14" name="Text Box 78">
            <a:extLst>
              <a:ext uri="{FF2B5EF4-FFF2-40B4-BE49-F238E27FC236}">
                <a16:creationId xmlns:a16="http://schemas.microsoft.com/office/drawing/2014/main" id="{3E23A4E0-717C-4ED8-860A-B841DF81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2015" name="Text Box 79">
            <a:extLst>
              <a:ext uri="{FF2B5EF4-FFF2-40B4-BE49-F238E27FC236}">
                <a16:creationId xmlns:a16="http://schemas.microsoft.com/office/drawing/2014/main" id="{62B4493E-87BD-43D5-B5E0-FB0FF013B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2016" name="Freeform 80">
            <a:extLst>
              <a:ext uri="{FF2B5EF4-FFF2-40B4-BE49-F238E27FC236}">
                <a16:creationId xmlns:a16="http://schemas.microsoft.com/office/drawing/2014/main" id="{5ECB20D2-29E6-4854-9909-6A8880E35FF0}"/>
              </a:ext>
            </a:extLst>
          </p:cNvPr>
          <p:cNvSpPr>
            <a:spLocks/>
          </p:cNvSpPr>
          <p:nvPr/>
        </p:nvSpPr>
        <p:spPr bwMode="auto">
          <a:xfrm>
            <a:off x="1701800" y="1995488"/>
            <a:ext cx="8788400" cy="4730750"/>
          </a:xfrm>
          <a:custGeom>
            <a:avLst/>
            <a:gdLst>
              <a:gd name="T0" fmla="*/ 0 w 5536"/>
              <a:gd name="T1" fmla="*/ 903 h 2980"/>
              <a:gd name="T2" fmla="*/ 112 w 5536"/>
              <a:gd name="T3" fmla="*/ 623 h 2980"/>
              <a:gd name="T4" fmla="*/ 304 w 5536"/>
              <a:gd name="T5" fmla="*/ 519 h 2980"/>
              <a:gd name="T6" fmla="*/ 440 w 5536"/>
              <a:gd name="T7" fmla="*/ 447 h 2980"/>
              <a:gd name="T8" fmla="*/ 624 w 5536"/>
              <a:gd name="T9" fmla="*/ 415 h 2980"/>
              <a:gd name="T10" fmla="*/ 832 w 5536"/>
              <a:gd name="T11" fmla="*/ 375 h 2980"/>
              <a:gd name="T12" fmla="*/ 952 w 5536"/>
              <a:gd name="T13" fmla="*/ 335 h 2980"/>
              <a:gd name="T14" fmla="*/ 1432 w 5536"/>
              <a:gd name="T15" fmla="*/ 271 h 2980"/>
              <a:gd name="T16" fmla="*/ 1928 w 5536"/>
              <a:gd name="T17" fmla="*/ 311 h 2980"/>
              <a:gd name="T18" fmla="*/ 2640 w 5536"/>
              <a:gd name="T19" fmla="*/ 343 h 2980"/>
              <a:gd name="T20" fmla="*/ 4528 w 5536"/>
              <a:gd name="T21" fmla="*/ 130 h 2980"/>
              <a:gd name="T22" fmla="*/ 4955 w 5536"/>
              <a:gd name="T23" fmla="*/ 34 h 2980"/>
              <a:gd name="T24" fmla="*/ 5232 w 5536"/>
              <a:gd name="T25" fmla="*/ 34 h 2980"/>
              <a:gd name="T26" fmla="*/ 5371 w 5536"/>
              <a:gd name="T27" fmla="*/ 162 h 2980"/>
              <a:gd name="T28" fmla="*/ 5376 w 5536"/>
              <a:gd name="T29" fmla="*/ 295 h 2980"/>
              <a:gd name="T30" fmla="*/ 5368 w 5536"/>
              <a:gd name="T31" fmla="*/ 647 h 2980"/>
              <a:gd name="T32" fmla="*/ 5354 w 5536"/>
              <a:gd name="T33" fmla="*/ 889 h 2980"/>
              <a:gd name="T34" fmla="*/ 5366 w 5536"/>
              <a:gd name="T35" fmla="*/ 1143 h 2980"/>
              <a:gd name="T36" fmla="*/ 5403 w 5536"/>
              <a:gd name="T37" fmla="*/ 1604 h 2980"/>
              <a:gd name="T38" fmla="*/ 5427 w 5536"/>
              <a:gd name="T39" fmla="*/ 2283 h 2980"/>
              <a:gd name="T40" fmla="*/ 5451 w 5536"/>
              <a:gd name="T41" fmla="*/ 2658 h 2980"/>
              <a:gd name="T42" fmla="*/ 5342 w 5536"/>
              <a:gd name="T43" fmla="*/ 2901 h 2980"/>
              <a:gd name="T44" fmla="*/ 4288 w 5536"/>
              <a:gd name="T45" fmla="*/ 2901 h 2980"/>
              <a:gd name="T46" fmla="*/ 2082 w 5536"/>
              <a:gd name="T47" fmla="*/ 2949 h 2980"/>
              <a:gd name="T48" fmla="*/ 1208 w 5536"/>
              <a:gd name="T49" fmla="*/ 2975 h 2980"/>
              <a:gd name="T50" fmla="*/ 1008 w 5536"/>
              <a:gd name="T51" fmla="*/ 2919 h 2980"/>
              <a:gd name="T52" fmla="*/ 936 w 5536"/>
              <a:gd name="T53" fmla="*/ 2887 h 2980"/>
              <a:gd name="T54" fmla="*/ 888 w 5536"/>
              <a:gd name="T55" fmla="*/ 2775 h 2980"/>
              <a:gd name="T56" fmla="*/ 792 w 5536"/>
              <a:gd name="T57" fmla="*/ 2679 h 2980"/>
              <a:gd name="T58" fmla="*/ 736 w 5536"/>
              <a:gd name="T59" fmla="*/ 2599 h 2980"/>
              <a:gd name="T60" fmla="*/ 704 w 5536"/>
              <a:gd name="T61" fmla="*/ 2527 h 2980"/>
              <a:gd name="T62" fmla="*/ 680 w 5536"/>
              <a:gd name="T63" fmla="*/ 2503 h 2980"/>
              <a:gd name="T64" fmla="*/ 656 w 5536"/>
              <a:gd name="T65" fmla="*/ 2447 h 2980"/>
              <a:gd name="T66" fmla="*/ 472 w 5536"/>
              <a:gd name="T67" fmla="*/ 2215 h 2980"/>
              <a:gd name="T68" fmla="*/ 440 w 5536"/>
              <a:gd name="T69" fmla="*/ 2087 h 2980"/>
              <a:gd name="T70" fmla="*/ 336 w 5536"/>
              <a:gd name="T71" fmla="*/ 1927 h 2980"/>
              <a:gd name="T72" fmla="*/ 272 w 5536"/>
              <a:gd name="T73" fmla="*/ 1807 h 2980"/>
              <a:gd name="T74" fmla="*/ 192 w 5536"/>
              <a:gd name="T75" fmla="*/ 1719 h 2980"/>
              <a:gd name="T76" fmla="*/ 96 w 5536"/>
              <a:gd name="T77" fmla="*/ 1271 h 2980"/>
              <a:gd name="T78" fmla="*/ 24 w 5536"/>
              <a:gd name="T79" fmla="*/ 1143 h 2980"/>
              <a:gd name="T80" fmla="*/ 16 w 5536"/>
              <a:gd name="T81" fmla="*/ 1111 h 2980"/>
              <a:gd name="T82" fmla="*/ 0 w 5536"/>
              <a:gd name="T83" fmla="*/ 1063 h 2980"/>
              <a:gd name="T84" fmla="*/ 0 w 5536"/>
              <a:gd name="T85" fmla="*/ 903 h 2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536" h="2980">
                <a:moveTo>
                  <a:pt x="0" y="903"/>
                </a:moveTo>
                <a:cubicBezTo>
                  <a:pt x="45" y="812"/>
                  <a:pt x="44" y="703"/>
                  <a:pt x="112" y="623"/>
                </a:cubicBezTo>
                <a:cubicBezTo>
                  <a:pt x="158" y="569"/>
                  <a:pt x="244" y="552"/>
                  <a:pt x="304" y="519"/>
                </a:cubicBezTo>
                <a:cubicBezTo>
                  <a:pt x="354" y="491"/>
                  <a:pt x="386" y="465"/>
                  <a:pt x="440" y="447"/>
                </a:cubicBezTo>
                <a:cubicBezTo>
                  <a:pt x="500" y="427"/>
                  <a:pt x="562" y="425"/>
                  <a:pt x="624" y="415"/>
                </a:cubicBezTo>
                <a:cubicBezTo>
                  <a:pt x="693" y="403"/>
                  <a:pt x="764" y="392"/>
                  <a:pt x="832" y="375"/>
                </a:cubicBezTo>
                <a:cubicBezTo>
                  <a:pt x="869" y="350"/>
                  <a:pt x="911" y="349"/>
                  <a:pt x="952" y="335"/>
                </a:cubicBezTo>
                <a:cubicBezTo>
                  <a:pt x="1113" y="281"/>
                  <a:pt x="1260" y="277"/>
                  <a:pt x="1432" y="271"/>
                </a:cubicBezTo>
                <a:cubicBezTo>
                  <a:pt x="1618" y="278"/>
                  <a:pt x="1740" y="304"/>
                  <a:pt x="1928" y="311"/>
                </a:cubicBezTo>
                <a:cubicBezTo>
                  <a:pt x="2165" y="335"/>
                  <a:pt x="2402" y="338"/>
                  <a:pt x="2640" y="343"/>
                </a:cubicBezTo>
                <a:cubicBezTo>
                  <a:pt x="3273" y="376"/>
                  <a:pt x="3889" y="136"/>
                  <a:pt x="4528" y="130"/>
                </a:cubicBezTo>
                <a:cubicBezTo>
                  <a:pt x="4668" y="112"/>
                  <a:pt x="4828" y="88"/>
                  <a:pt x="4955" y="34"/>
                </a:cubicBezTo>
                <a:cubicBezTo>
                  <a:pt x="5034" y="0"/>
                  <a:pt x="5162" y="37"/>
                  <a:pt x="5232" y="34"/>
                </a:cubicBezTo>
                <a:cubicBezTo>
                  <a:pt x="5288" y="40"/>
                  <a:pt x="5332" y="123"/>
                  <a:pt x="5371" y="162"/>
                </a:cubicBezTo>
                <a:cubicBezTo>
                  <a:pt x="5376" y="181"/>
                  <a:pt x="5376" y="276"/>
                  <a:pt x="5376" y="295"/>
                </a:cubicBezTo>
                <a:cubicBezTo>
                  <a:pt x="5376" y="412"/>
                  <a:pt x="5373" y="530"/>
                  <a:pt x="5368" y="647"/>
                </a:cubicBezTo>
                <a:cubicBezTo>
                  <a:pt x="5365" y="726"/>
                  <a:pt x="5378" y="816"/>
                  <a:pt x="5354" y="889"/>
                </a:cubicBezTo>
                <a:cubicBezTo>
                  <a:pt x="5354" y="967"/>
                  <a:pt x="5358" y="1024"/>
                  <a:pt x="5366" y="1143"/>
                </a:cubicBezTo>
                <a:cubicBezTo>
                  <a:pt x="5374" y="1262"/>
                  <a:pt x="5393" y="1414"/>
                  <a:pt x="5403" y="1604"/>
                </a:cubicBezTo>
                <a:cubicBezTo>
                  <a:pt x="5413" y="1794"/>
                  <a:pt x="5419" y="2107"/>
                  <a:pt x="5427" y="2283"/>
                </a:cubicBezTo>
                <a:cubicBezTo>
                  <a:pt x="5434" y="2455"/>
                  <a:pt x="5465" y="2555"/>
                  <a:pt x="5451" y="2658"/>
                </a:cubicBezTo>
                <a:cubicBezTo>
                  <a:pt x="5437" y="2761"/>
                  <a:pt x="5536" y="2861"/>
                  <a:pt x="5342" y="2901"/>
                </a:cubicBezTo>
                <a:cubicBezTo>
                  <a:pt x="5148" y="2941"/>
                  <a:pt x="4575" y="2897"/>
                  <a:pt x="4288" y="2901"/>
                </a:cubicBezTo>
                <a:cubicBezTo>
                  <a:pt x="3745" y="2909"/>
                  <a:pt x="2595" y="2937"/>
                  <a:pt x="2082" y="2949"/>
                </a:cubicBezTo>
                <a:cubicBezTo>
                  <a:pt x="1678" y="2961"/>
                  <a:pt x="1387" y="2980"/>
                  <a:pt x="1208" y="2975"/>
                </a:cubicBezTo>
                <a:cubicBezTo>
                  <a:pt x="1140" y="2958"/>
                  <a:pt x="1074" y="2941"/>
                  <a:pt x="1008" y="2919"/>
                </a:cubicBezTo>
                <a:cubicBezTo>
                  <a:pt x="984" y="2911"/>
                  <a:pt x="955" y="2906"/>
                  <a:pt x="936" y="2887"/>
                </a:cubicBezTo>
                <a:cubicBezTo>
                  <a:pt x="901" y="2852"/>
                  <a:pt x="906" y="2816"/>
                  <a:pt x="888" y="2775"/>
                </a:cubicBezTo>
                <a:cubicBezTo>
                  <a:pt x="871" y="2736"/>
                  <a:pt x="819" y="2710"/>
                  <a:pt x="792" y="2679"/>
                </a:cubicBezTo>
                <a:cubicBezTo>
                  <a:pt x="776" y="2661"/>
                  <a:pt x="747" y="2615"/>
                  <a:pt x="736" y="2599"/>
                </a:cubicBezTo>
                <a:cubicBezTo>
                  <a:pt x="673" y="2505"/>
                  <a:pt x="762" y="2608"/>
                  <a:pt x="704" y="2527"/>
                </a:cubicBezTo>
                <a:cubicBezTo>
                  <a:pt x="697" y="2518"/>
                  <a:pt x="687" y="2512"/>
                  <a:pt x="680" y="2503"/>
                </a:cubicBezTo>
                <a:cubicBezTo>
                  <a:pt x="640" y="2447"/>
                  <a:pt x="682" y="2494"/>
                  <a:pt x="656" y="2447"/>
                </a:cubicBezTo>
                <a:cubicBezTo>
                  <a:pt x="606" y="2357"/>
                  <a:pt x="506" y="2317"/>
                  <a:pt x="472" y="2215"/>
                </a:cubicBezTo>
                <a:cubicBezTo>
                  <a:pt x="469" y="2192"/>
                  <a:pt x="458" y="2105"/>
                  <a:pt x="440" y="2087"/>
                </a:cubicBezTo>
                <a:cubicBezTo>
                  <a:pt x="395" y="2042"/>
                  <a:pt x="364" y="1983"/>
                  <a:pt x="336" y="1927"/>
                </a:cubicBezTo>
                <a:cubicBezTo>
                  <a:pt x="315" y="1885"/>
                  <a:pt x="302" y="1843"/>
                  <a:pt x="272" y="1807"/>
                </a:cubicBezTo>
                <a:cubicBezTo>
                  <a:pt x="154" y="1665"/>
                  <a:pt x="240" y="1791"/>
                  <a:pt x="192" y="1719"/>
                </a:cubicBezTo>
                <a:cubicBezTo>
                  <a:pt x="167" y="1568"/>
                  <a:pt x="133" y="1420"/>
                  <a:pt x="96" y="1271"/>
                </a:cubicBezTo>
                <a:cubicBezTo>
                  <a:pt x="91" y="1251"/>
                  <a:pt x="34" y="1171"/>
                  <a:pt x="24" y="1143"/>
                </a:cubicBezTo>
                <a:cubicBezTo>
                  <a:pt x="20" y="1133"/>
                  <a:pt x="19" y="1122"/>
                  <a:pt x="16" y="1111"/>
                </a:cubicBezTo>
                <a:cubicBezTo>
                  <a:pt x="11" y="1095"/>
                  <a:pt x="0" y="1063"/>
                  <a:pt x="0" y="1063"/>
                </a:cubicBezTo>
                <a:cubicBezTo>
                  <a:pt x="9" y="929"/>
                  <a:pt x="16" y="982"/>
                  <a:pt x="0" y="903"/>
                </a:cubicBezTo>
                <a:close/>
              </a:path>
            </a:pathLst>
          </a:custGeom>
          <a:solidFill>
            <a:srgbClr val="0033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3">
            <a:extLst>
              <a:ext uri="{FF2B5EF4-FFF2-40B4-BE49-F238E27FC236}">
                <a16:creationId xmlns:a16="http://schemas.microsoft.com/office/drawing/2014/main" id="{AAE7AB92-B13A-4DD0-8962-478A05DE7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2A389FC-C653-4D47-8B02-8C420150D126}" type="slidenum"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kumimoji="1" lang="en-US" altLang="en-US" sz="1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10" name="Rectangle 2">
            <a:extLst>
              <a:ext uri="{FF2B5EF4-FFF2-40B4-BE49-F238E27FC236}">
                <a16:creationId xmlns:a16="http://schemas.microsoft.com/office/drawing/2014/main" id="{37458383-2D7A-4399-998C-0330DF9AE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Dijkstra's Shortest Path Algorithm</a:t>
            </a:r>
          </a:p>
        </p:txBody>
      </p:sp>
      <p:sp>
        <p:nvSpPr>
          <p:cNvPr id="555011" name="Oval 3">
            <a:extLst>
              <a:ext uri="{FF2B5EF4-FFF2-40B4-BE49-F238E27FC236}">
                <a16:creationId xmlns:a16="http://schemas.microsoft.com/office/drawing/2014/main" id="{E2910395-D057-4893-A4DA-01F97E010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9" y="3400426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s</a:t>
            </a:r>
          </a:p>
        </p:txBody>
      </p:sp>
      <p:sp>
        <p:nvSpPr>
          <p:cNvPr id="555012" name="Oval 4">
            <a:extLst>
              <a:ext uri="{FF2B5EF4-FFF2-40B4-BE49-F238E27FC236}">
                <a16:creationId xmlns:a16="http://schemas.microsoft.com/office/drawing/2014/main" id="{486F9B15-61CC-48BF-87C5-79A372725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664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555013" name="Oval 5">
            <a:extLst>
              <a:ext uri="{FF2B5EF4-FFF2-40B4-BE49-F238E27FC236}">
                <a16:creationId xmlns:a16="http://schemas.microsoft.com/office/drawing/2014/main" id="{A518A03E-BA7E-44C6-8776-69A3B618A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5907089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</a:t>
            </a:r>
          </a:p>
        </p:txBody>
      </p:sp>
      <p:sp>
        <p:nvSpPr>
          <p:cNvPr id="555014" name="Oval 6">
            <a:extLst>
              <a:ext uri="{FF2B5EF4-FFF2-40B4-BE49-F238E27FC236}">
                <a16:creationId xmlns:a16="http://schemas.microsoft.com/office/drawing/2014/main" id="{2E02031F-C3A8-4B02-ABBB-9C2F5D18D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1" y="2906714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555015" name="Oval 7">
            <a:extLst>
              <a:ext uri="{FF2B5EF4-FFF2-40B4-BE49-F238E27FC236}">
                <a16:creationId xmlns:a16="http://schemas.microsoft.com/office/drawing/2014/main" id="{56049B4F-96C0-4C0C-B44F-5A5801EEA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1" y="40767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555016" name="Oval 8">
            <a:extLst>
              <a:ext uri="{FF2B5EF4-FFF2-40B4-BE49-F238E27FC236}">
                <a16:creationId xmlns:a16="http://schemas.microsoft.com/office/drawing/2014/main" id="{1E8F0C03-203D-4FB8-AB95-1356948F7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4" y="601980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555017" name="Oval 9">
            <a:extLst>
              <a:ext uri="{FF2B5EF4-FFF2-40B4-BE49-F238E27FC236}">
                <a16:creationId xmlns:a16="http://schemas.microsoft.com/office/drawing/2014/main" id="{8A9260F7-60FD-43C4-9774-CEC72544E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9" y="44259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555018" name="Oval 10">
            <a:extLst>
              <a:ext uri="{FF2B5EF4-FFF2-40B4-BE49-F238E27FC236}">
                <a16:creationId xmlns:a16="http://schemas.microsoft.com/office/drawing/2014/main" id="{4A1AD47E-86A9-45C6-9016-3475063DF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6" y="4768851"/>
            <a:ext cx="301625" cy="301625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555019" name="AutoShape 11">
            <a:extLst>
              <a:ext uri="{FF2B5EF4-FFF2-40B4-BE49-F238E27FC236}">
                <a16:creationId xmlns:a16="http://schemas.microsoft.com/office/drawing/2014/main" id="{5E116937-309D-44FD-8EDD-14840EA26E53}"/>
              </a:ext>
            </a:extLst>
          </p:cNvPr>
          <p:cNvCxnSpPr>
            <a:cxnSpLocks noChangeShapeType="1"/>
            <a:stCxn id="555011" idx="7"/>
            <a:endCxn id="555014" idx="2"/>
          </p:cNvCxnSpPr>
          <p:nvPr/>
        </p:nvCxnSpPr>
        <p:spPr bwMode="auto">
          <a:xfrm flipV="1">
            <a:off x="2081213" y="3057526"/>
            <a:ext cx="1511300" cy="379413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0" name="AutoShape 12">
            <a:extLst>
              <a:ext uri="{FF2B5EF4-FFF2-40B4-BE49-F238E27FC236}">
                <a16:creationId xmlns:a16="http://schemas.microsoft.com/office/drawing/2014/main" id="{3BCB0C3C-BF84-4FB3-9DDF-788BB41E5023}"/>
              </a:ext>
            </a:extLst>
          </p:cNvPr>
          <p:cNvCxnSpPr>
            <a:cxnSpLocks noChangeShapeType="1"/>
            <a:stCxn id="555011" idx="6"/>
            <a:endCxn id="555015" idx="1"/>
          </p:cNvCxnSpPr>
          <p:nvPr/>
        </p:nvCxnSpPr>
        <p:spPr bwMode="auto">
          <a:xfrm>
            <a:off x="2133600" y="3551239"/>
            <a:ext cx="2317750" cy="56197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1" name="AutoShape 13">
            <a:extLst>
              <a:ext uri="{FF2B5EF4-FFF2-40B4-BE49-F238E27FC236}">
                <a16:creationId xmlns:a16="http://schemas.microsoft.com/office/drawing/2014/main" id="{927D1762-2408-41F9-9CE9-2409F23C4D49}"/>
              </a:ext>
            </a:extLst>
          </p:cNvPr>
          <p:cNvCxnSpPr>
            <a:cxnSpLocks noChangeShapeType="1"/>
            <a:stCxn id="555011" idx="5"/>
            <a:endCxn id="555016" idx="0"/>
          </p:cNvCxnSpPr>
          <p:nvPr/>
        </p:nvCxnSpPr>
        <p:spPr bwMode="auto">
          <a:xfrm>
            <a:off x="2081213" y="3665539"/>
            <a:ext cx="1731962" cy="2346325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2" name="AutoShape 14">
            <a:extLst>
              <a:ext uri="{FF2B5EF4-FFF2-40B4-BE49-F238E27FC236}">
                <a16:creationId xmlns:a16="http://schemas.microsoft.com/office/drawing/2014/main" id="{EB868F18-6656-48DC-B569-A15D33C9DFEC}"/>
              </a:ext>
            </a:extLst>
          </p:cNvPr>
          <p:cNvCxnSpPr>
            <a:cxnSpLocks noChangeShapeType="1"/>
            <a:stCxn id="555015" idx="7"/>
            <a:endCxn id="555012" idx="2"/>
          </p:cNvCxnSpPr>
          <p:nvPr/>
        </p:nvCxnSpPr>
        <p:spPr bwMode="auto">
          <a:xfrm flipV="1">
            <a:off x="4664075" y="3057525"/>
            <a:ext cx="4819650" cy="105568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3" name="AutoShape 15">
            <a:extLst>
              <a:ext uri="{FF2B5EF4-FFF2-40B4-BE49-F238E27FC236}">
                <a16:creationId xmlns:a16="http://schemas.microsoft.com/office/drawing/2014/main" id="{CC70CD32-E36D-4014-B87A-D654A3764B4E}"/>
              </a:ext>
            </a:extLst>
          </p:cNvPr>
          <p:cNvCxnSpPr>
            <a:cxnSpLocks noChangeShapeType="1"/>
            <a:stCxn id="555017" idx="7"/>
            <a:endCxn id="555012" idx="4"/>
          </p:cNvCxnSpPr>
          <p:nvPr/>
        </p:nvCxnSpPr>
        <p:spPr bwMode="auto">
          <a:xfrm flipV="1">
            <a:off x="8805863" y="3216275"/>
            <a:ext cx="836612" cy="12461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4" name="AutoShape 16">
            <a:extLst>
              <a:ext uri="{FF2B5EF4-FFF2-40B4-BE49-F238E27FC236}">
                <a16:creationId xmlns:a16="http://schemas.microsoft.com/office/drawing/2014/main" id="{13E88FF3-AFFA-45BC-8C13-CCB21469C2DA}"/>
              </a:ext>
            </a:extLst>
          </p:cNvPr>
          <p:cNvCxnSpPr>
            <a:cxnSpLocks noChangeShapeType="1"/>
            <a:stCxn id="555015" idx="5"/>
            <a:endCxn id="555018" idx="1"/>
          </p:cNvCxnSpPr>
          <p:nvPr/>
        </p:nvCxnSpPr>
        <p:spPr bwMode="auto">
          <a:xfrm>
            <a:off x="4664075" y="4341813"/>
            <a:ext cx="1193800" cy="463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5" name="AutoShape 17">
            <a:extLst>
              <a:ext uri="{FF2B5EF4-FFF2-40B4-BE49-F238E27FC236}">
                <a16:creationId xmlns:a16="http://schemas.microsoft.com/office/drawing/2014/main" id="{89877BA9-B882-4B7C-A878-04517D161C28}"/>
              </a:ext>
            </a:extLst>
          </p:cNvPr>
          <p:cNvCxnSpPr>
            <a:cxnSpLocks noChangeShapeType="1"/>
            <a:stCxn id="555018" idx="5"/>
            <a:endCxn id="555013" idx="2"/>
          </p:cNvCxnSpPr>
          <p:nvPr/>
        </p:nvCxnSpPr>
        <p:spPr bwMode="auto">
          <a:xfrm>
            <a:off x="6070601" y="5033964"/>
            <a:ext cx="3724275" cy="1023937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6" name="AutoShape 18">
            <a:extLst>
              <a:ext uri="{FF2B5EF4-FFF2-40B4-BE49-F238E27FC236}">
                <a16:creationId xmlns:a16="http://schemas.microsoft.com/office/drawing/2014/main" id="{A3D4CB3D-E565-471A-BF10-7A1213DE3E08}"/>
              </a:ext>
            </a:extLst>
          </p:cNvPr>
          <p:cNvCxnSpPr>
            <a:cxnSpLocks noChangeShapeType="1"/>
            <a:stCxn id="555018" idx="6"/>
            <a:endCxn id="555017" idx="2"/>
          </p:cNvCxnSpPr>
          <p:nvPr/>
        </p:nvCxnSpPr>
        <p:spPr bwMode="auto">
          <a:xfrm flipV="1">
            <a:off x="6122988" y="4576763"/>
            <a:ext cx="2417762" cy="342900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7" name="AutoShape 19">
            <a:extLst>
              <a:ext uri="{FF2B5EF4-FFF2-40B4-BE49-F238E27FC236}">
                <a16:creationId xmlns:a16="http://schemas.microsoft.com/office/drawing/2014/main" id="{E16FB30F-A28A-416E-BCE9-913198E2B7BE}"/>
              </a:ext>
            </a:extLst>
          </p:cNvPr>
          <p:cNvCxnSpPr>
            <a:cxnSpLocks noChangeShapeType="1"/>
            <a:stCxn id="555017" idx="4"/>
            <a:endCxn id="555013" idx="1"/>
          </p:cNvCxnSpPr>
          <p:nvPr/>
        </p:nvCxnSpPr>
        <p:spPr bwMode="auto">
          <a:xfrm>
            <a:off x="8699501" y="4735514"/>
            <a:ext cx="1147763" cy="12080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8" name="AutoShape 20">
            <a:extLst>
              <a:ext uri="{FF2B5EF4-FFF2-40B4-BE49-F238E27FC236}">
                <a16:creationId xmlns:a16="http://schemas.microsoft.com/office/drawing/2014/main" id="{705ECD51-95C4-417D-A441-947970836D27}"/>
              </a:ext>
            </a:extLst>
          </p:cNvPr>
          <p:cNvCxnSpPr>
            <a:cxnSpLocks noChangeShapeType="1"/>
            <a:stCxn id="555012" idx="3"/>
            <a:endCxn id="555018" idx="7"/>
          </p:cNvCxnSpPr>
          <p:nvPr/>
        </p:nvCxnSpPr>
        <p:spPr bwMode="auto">
          <a:xfrm flipH="1">
            <a:off x="6070601" y="3171825"/>
            <a:ext cx="3465513" cy="1633538"/>
          </a:xfrm>
          <a:prstGeom prst="straightConnector1">
            <a:avLst/>
          </a:prstGeom>
          <a:noFill/>
          <a:ln w="50800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29" name="AutoShape 21">
            <a:extLst>
              <a:ext uri="{FF2B5EF4-FFF2-40B4-BE49-F238E27FC236}">
                <a16:creationId xmlns:a16="http://schemas.microsoft.com/office/drawing/2014/main" id="{E1F3EDD0-4732-4095-BCD3-A5ECACE09C54}"/>
              </a:ext>
            </a:extLst>
          </p:cNvPr>
          <p:cNvCxnSpPr>
            <a:cxnSpLocks noChangeShapeType="1"/>
            <a:stCxn id="555015" idx="4"/>
            <a:endCxn id="555016" idx="7"/>
          </p:cNvCxnSpPr>
          <p:nvPr/>
        </p:nvCxnSpPr>
        <p:spPr bwMode="auto">
          <a:xfrm flipH="1">
            <a:off x="3919539" y="4386263"/>
            <a:ext cx="638175" cy="1670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30" name="AutoShape 22">
            <a:extLst>
              <a:ext uri="{FF2B5EF4-FFF2-40B4-BE49-F238E27FC236}">
                <a16:creationId xmlns:a16="http://schemas.microsoft.com/office/drawing/2014/main" id="{E5F2641E-739F-4229-8680-C563CA43A02E}"/>
              </a:ext>
            </a:extLst>
          </p:cNvPr>
          <p:cNvCxnSpPr>
            <a:cxnSpLocks noChangeShapeType="1"/>
            <a:stCxn id="555016" idx="6"/>
            <a:endCxn id="555018" idx="2"/>
          </p:cNvCxnSpPr>
          <p:nvPr/>
        </p:nvCxnSpPr>
        <p:spPr bwMode="auto">
          <a:xfrm flipV="1">
            <a:off x="3971926" y="4919663"/>
            <a:ext cx="1833563" cy="1250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31" name="AutoShape 23">
            <a:extLst>
              <a:ext uri="{FF2B5EF4-FFF2-40B4-BE49-F238E27FC236}">
                <a16:creationId xmlns:a16="http://schemas.microsoft.com/office/drawing/2014/main" id="{755CA17B-6573-43A9-BA74-6C40D8FF74E6}"/>
              </a:ext>
            </a:extLst>
          </p:cNvPr>
          <p:cNvCxnSpPr>
            <a:cxnSpLocks noChangeShapeType="1"/>
            <a:stCxn id="555014" idx="6"/>
            <a:endCxn id="555012" idx="1"/>
          </p:cNvCxnSpPr>
          <p:nvPr/>
        </p:nvCxnSpPr>
        <p:spPr bwMode="auto">
          <a:xfrm flipV="1">
            <a:off x="3910013" y="2943225"/>
            <a:ext cx="5626100" cy="114300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32" name="AutoShape 24">
            <a:extLst>
              <a:ext uri="{FF2B5EF4-FFF2-40B4-BE49-F238E27FC236}">
                <a16:creationId xmlns:a16="http://schemas.microsoft.com/office/drawing/2014/main" id="{D6A9762A-A4DD-4D4E-B6E8-7EB979B8066E}"/>
              </a:ext>
            </a:extLst>
          </p:cNvPr>
          <p:cNvCxnSpPr>
            <a:cxnSpLocks noChangeShapeType="1"/>
            <a:stCxn id="555016" idx="6"/>
            <a:endCxn id="555013" idx="3"/>
          </p:cNvCxnSpPr>
          <p:nvPr/>
        </p:nvCxnSpPr>
        <p:spPr bwMode="auto">
          <a:xfrm>
            <a:off x="3971925" y="6170614"/>
            <a:ext cx="5875338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5033" name="AutoShape 25">
            <a:extLst>
              <a:ext uri="{FF2B5EF4-FFF2-40B4-BE49-F238E27FC236}">
                <a16:creationId xmlns:a16="http://schemas.microsoft.com/office/drawing/2014/main" id="{9A95DFF5-0DDB-4D22-823E-AA39B000EDF1}"/>
              </a:ext>
            </a:extLst>
          </p:cNvPr>
          <p:cNvCxnSpPr>
            <a:cxnSpLocks noChangeShapeType="1"/>
            <a:stCxn id="555012" idx="5"/>
            <a:endCxn id="555013" idx="0"/>
          </p:cNvCxnSpPr>
          <p:nvPr/>
        </p:nvCxnSpPr>
        <p:spPr bwMode="auto">
          <a:xfrm>
            <a:off x="9748839" y="3171826"/>
            <a:ext cx="204787" cy="2727325"/>
          </a:xfrm>
          <a:prstGeom prst="straightConnector1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5034" name="Text Box 26">
            <a:extLst>
              <a:ext uri="{FF2B5EF4-FFF2-40B4-BE49-F238E27FC236}">
                <a16:creationId xmlns:a16="http://schemas.microsoft.com/office/drawing/2014/main" id="{A9FF7FC3-D91D-4926-B3ED-B864BFF7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2906713"/>
            <a:ext cx="4016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24</a:t>
            </a:r>
          </a:p>
        </p:txBody>
      </p:sp>
      <p:sp>
        <p:nvSpPr>
          <p:cNvPr id="555035" name="Text Box 27">
            <a:extLst>
              <a:ext uri="{FF2B5EF4-FFF2-40B4-BE49-F238E27FC236}">
                <a16:creationId xmlns:a16="http://schemas.microsoft.com/office/drawing/2014/main" id="{0BC8F71E-1D67-4329-87BB-F7D09C6FF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360680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18</a:t>
            </a:r>
          </a:p>
        </p:txBody>
      </p:sp>
      <p:sp>
        <p:nvSpPr>
          <p:cNvPr id="555036" name="Text Box 28">
            <a:extLst>
              <a:ext uri="{FF2B5EF4-FFF2-40B4-BE49-F238E27FC236}">
                <a16:creationId xmlns:a16="http://schemas.microsoft.com/office/drawing/2014/main" id="{F693EBFA-E464-46CA-9BF6-D4AB49B09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39528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</a:t>
            </a:r>
          </a:p>
        </p:txBody>
      </p:sp>
      <p:sp>
        <p:nvSpPr>
          <p:cNvPr id="555037" name="Text Box 29">
            <a:extLst>
              <a:ext uri="{FF2B5EF4-FFF2-40B4-BE49-F238E27FC236}">
                <a16:creationId xmlns:a16="http://schemas.microsoft.com/office/drawing/2014/main" id="{E72251CE-CD3C-45C0-9325-3205831D8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9" y="3135313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9</a:t>
            </a:r>
          </a:p>
        </p:txBody>
      </p:sp>
      <p:sp>
        <p:nvSpPr>
          <p:cNvPr id="555038" name="Text Box 30">
            <a:extLst>
              <a:ext uri="{FF2B5EF4-FFF2-40B4-BE49-F238E27FC236}">
                <a16:creationId xmlns:a16="http://schemas.microsoft.com/office/drawing/2014/main" id="{3A15CCAD-C475-4C3B-8F1B-A58AA9C51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4" y="3792538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14</a:t>
            </a:r>
          </a:p>
        </p:txBody>
      </p:sp>
      <p:sp>
        <p:nvSpPr>
          <p:cNvPr id="555039" name="Text Box 31">
            <a:extLst>
              <a:ext uri="{FF2B5EF4-FFF2-40B4-BE49-F238E27FC236}">
                <a16:creationId xmlns:a16="http://schemas.microsoft.com/office/drawing/2014/main" id="{AF2247B3-6629-441D-BF58-D9F02A409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4" y="48069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15</a:t>
            </a:r>
          </a:p>
        </p:txBody>
      </p:sp>
      <p:sp>
        <p:nvSpPr>
          <p:cNvPr id="555040" name="Text Box 32">
            <a:extLst>
              <a:ext uri="{FF2B5EF4-FFF2-40B4-BE49-F238E27FC236}">
                <a16:creationId xmlns:a16="http://schemas.microsoft.com/office/drawing/2014/main" id="{F772ABD8-121B-4DBA-AFCC-C18F52BB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9" y="4984751"/>
            <a:ext cx="325437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5</a:t>
            </a:r>
          </a:p>
        </p:txBody>
      </p:sp>
      <p:sp>
        <p:nvSpPr>
          <p:cNvPr id="555041" name="Text Box 33">
            <a:extLst>
              <a:ext uri="{FF2B5EF4-FFF2-40B4-BE49-F238E27FC236}">
                <a16:creationId xmlns:a16="http://schemas.microsoft.com/office/drawing/2014/main" id="{E326F555-E2C5-44BD-BE70-A8EAAF300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1" y="4494213"/>
            <a:ext cx="4175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30</a:t>
            </a:r>
          </a:p>
        </p:txBody>
      </p:sp>
      <p:sp>
        <p:nvSpPr>
          <p:cNvPr id="555042" name="Text Box 34">
            <a:extLst>
              <a:ext uri="{FF2B5EF4-FFF2-40B4-BE49-F238E27FC236}">
                <a16:creationId xmlns:a16="http://schemas.microsoft.com/office/drawing/2014/main" id="{CDFBBC52-609A-4FAB-A2A6-4F1DA6B4E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5445125"/>
            <a:ext cx="4016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20</a:t>
            </a:r>
          </a:p>
        </p:txBody>
      </p:sp>
      <p:sp>
        <p:nvSpPr>
          <p:cNvPr id="555043" name="Text Box 35">
            <a:extLst>
              <a:ext uri="{FF2B5EF4-FFF2-40B4-BE49-F238E27FC236}">
                <a16:creationId xmlns:a16="http://schemas.microsoft.com/office/drawing/2014/main" id="{16E55300-BA16-43CF-B31A-5472323CF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63" y="6115050"/>
            <a:ext cx="39846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44</a:t>
            </a:r>
          </a:p>
        </p:txBody>
      </p:sp>
      <p:sp>
        <p:nvSpPr>
          <p:cNvPr id="555044" name="Text Box 36">
            <a:extLst>
              <a:ext uri="{FF2B5EF4-FFF2-40B4-BE49-F238E27FC236}">
                <a16:creationId xmlns:a16="http://schemas.microsoft.com/office/drawing/2014/main" id="{717ADD71-8A3F-498E-A7AA-531C456C7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5416550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16</a:t>
            </a:r>
          </a:p>
        </p:txBody>
      </p:sp>
      <p:sp>
        <p:nvSpPr>
          <p:cNvPr id="555045" name="Text Box 37">
            <a:extLst>
              <a:ext uri="{FF2B5EF4-FFF2-40B4-BE49-F238E27FC236}">
                <a16:creationId xmlns:a16="http://schemas.microsoft.com/office/drawing/2014/main" id="{DED39F48-F684-4116-BC09-BA601F5C9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25975"/>
            <a:ext cx="32543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11</a:t>
            </a:r>
          </a:p>
        </p:txBody>
      </p:sp>
      <p:sp>
        <p:nvSpPr>
          <p:cNvPr id="555046" name="Text Box 38">
            <a:extLst>
              <a:ext uri="{FF2B5EF4-FFF2-40B4-BE49-F238E27FC236}">
                <a16:creationId xmlns:a16="http://schemas.microsoft.com/office/drawing/2014/main" id="{AC9F7BCD-0877-4480-BE02-6DC083B96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4" y="3921125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5047" name="Text Box 39">
            <a:extLst>
              <a:ext uri="{FF2B5EF4-FFF2-40B4-BE49-F238E27FC236}">
                <a16:creationId xmlns:a16="http://schemas.microsoft.com/office/drawing/2014/main" id="{C2D27EBE-28AD-4A82-BECE-D52324A62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25" y="4478339"/>
            <a:ext cx="325438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19</a:t>
            </a:r>
          </a:p>
        </p:txBody>
      </p:sp>
      <p:sp>
        <p:nvSpPr>
          <p:cNvPr id="555048" name="Text Box 40">
            <a:extLst>
              <a:ext uri="{FF2B5EF4-FFF2-40B4-BE49-F238E27FC236}">
                <a16:creationId xmlns:a16="http://schemas.microsoft.com/office/drawing/2014/main" id="{E04D7F84-B70D-4AB2-BB8B-0DB55F086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4" y="5207000"/>
            <a:ext cx="32543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200">
                <a:solidFill>
                  <a:srgbClr val="000000"/>
                </a:solidFill>
                <a:latin typeface="Comic Sans MS" panose="030F0702030302020204" pitchFamily="66" charset="0"/>
              </a:rPr>
              <a:t> 6</a:t>
            </a:r>
          </a:p>
        </p:txBody>
      </p:sp>
      <p:sp>
        <p:nvSpPr>
          <p:cNvPr id="555049" name="Text Box 41">
            <a:extLst>
              <a:ext uri="{FF2B5EF4-FFF2-40B4-BE49-F238E27FC236}">
                <a16:creationId xmlns:a16="http://schemas.microsoft.com/office/drawing/2014/main" id="{D81917E7-1302-4D48-BE8C-2037754D4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1" y="63357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0" name="Text Box 42">
            <a:extLst>
              <a:ext uri="{FF2B5EF4-FFF2-40B4-BE49-F238E27FC236}">
                <a16:creationId xmlns:a16="http://schemas.microsoft.com/office/drawing/2014/main" id="{3F78F1B5-A90A-42CF-AACA-A0F7E2141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51460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1" name="Text Box 43">
            <a:extLst>
              <a:ext uri="{FF2B5EF4-FFF2-40B4-BE49-F238E27FC236}">
                <a16:creationId xmlns:a16="http://schemas.microsoft.com/office/drawing/2014/main" id="{B350866B-C0AA-4374-98A9-5DAEA7B33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62531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2" name="Text Box 44">
            <a:extLst>
              <a:ext uri="{FF2B5EF4-FFF2-40B4-BE49-F238E27FC236}">
                <a16:creationId xmlns:a16="http://schemas.microsoft.com/office/drawing/2014/main" id="{B1AEACFC-A983-45EA-9576-56ABAA691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440238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3" name="Text Box 45">
            <a:extLst>
              <a:ext uri="{FF2B5EF4-FFF2-40B4-BE49-F238E27FC236}">
                <a16:creationId xmlns:a16="http://schemas.microsoft.com/office/drawing/2014/main" id="{A61ED7B1-22AA-4FEA-8704-6BD36983E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6" y="3741738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14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4" name="Text Box 46">
            <a:extLst>
              <a:ext uri="{FF2B5EF4-FFF2-40B4-BE49-F238E27FC236}">
                <a16:creationId xmlns:a16="http://schemas.microsoft.com/office/drawing/2014/main" id="{A2F108BF-6C04-40F5-816E-E5885A5CE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1" y="413226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5" name="Text Box 47">
            <a:extLst>
              <a:ext uri="{FF2B5EF4-FFF2-40B4-BE49-F238E27FC236}">
                <a16:creationId xmlns:a16="http://schemas.microsoft.com/office/drawing/2014/main" id="{6EC750D3-A477-415D-92BB-E7421D16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3105150"/>
            <a:ext cx="5381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6" name="Text Box 48">
            <a:extLst>
              <a:ext uri="{FF2B5EF4-FFF2-40B4-BE49-F238E27FC236}">
                <a16:creationId xmlns:a16="http://schemas.microsoft.com/office/drawing/2014/main" id="{8CECC485-48B9-40E4-A855-485304066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1" y="1014414"/>
            <a:ext cx="3368675" cy="7023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46038" rIns="182880" bIns="46038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S = { s, 2, 3, 4, 5, 6, 7, t }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PQ = { }</a:t>
            </a:r>
          </a:p>
        </p:txBody>
      </p:sp>
      <p:sp>
        <p:nvSpPr>
          <p:cNvPr id="555057" name="Text Box 49">
            <a:extLst>
              <a:ext uri="{FF2B5EF4-FFF2-40B4-BE49-F238E27FC236}">
                <a16:creationId xmlns:a16="http://schemas.microsoft.com/office/drawing/2014/main" id="{8C2F7E2A-BCCC-4246-B339-CF1BBD11A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6" y="2501900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58" name="Text Box 50">
            <a:extLst>
              <a:ext uri="{FF2B5EF4-FFF2-40B4-BE49-F238E27FC236}">
                <a16:creationId xmlns:a16="http://schemas.microsoft.com/office/drawing/2014/main" id="{F4B9755D-499F-444F-B23C-5960056AC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4" y="2555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59" name="Text Box 51">
            <a:extLst>
              <a:ext uri="{FF2B5EF4-FFF2-40B4-BE49-F238E27FC236}">
                <a16:creationId xmlns:a16="http://schemas.microsoft.com/office/drawing/2014/main" id="{1AB480F3-BDD2-419D-BBC4-DCE0D7E5F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6335713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60" name="Text Box 52">
            <a:extLst>
              <a:ext uri="{FF2B5EF4-FFF2-40B4-BE49-F238E27FC236}">
                <a16:creationId xmlns:a16="http://schemas.microsoft.com/office/drawing/2014/main" id="{B8262636-A9C3-4AAE-BAE1-5F8628C1F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741738"/>
            <a:ext cx="538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61" name="Text Box 53">
            <a:extLst>
              <a:ext uri="{FF2B5EF4-FFF2-40B4-BE49-F238E27FC236}">
                <a16:creationId xmlns:a16="http://schemas.microsoft.com/office/drawing/2014/main" id="{3B92B106-5BAA-423C-A7AE-90E226C0F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6" y="3786189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62" name="Text Box 54">
            <a:extLst>
              <a:ext uri="{FF2B5EF4-FFF2-40B4-BE49-F238E27FC236}">
                <a16:creationId xmlns:a16="http://schemas.microsoft.com/office/drawing/2014/main" id="{FA821F58-A722-496D-8C23-760AA6AE0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64055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63" name="Text Box 55">
            <a:extLst>
              <a:ext uri="{FF2B5EF4-FFF2-40B4-BE49-F238E27FC236}">
                <a16:creationId xmlns:a16="http://schemas.microsoft.com/office/drawing/2014/main" id="{94E912FC-0810-4335-A1C4-10FADABC9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151" y="42021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64" name="Text Box 56">
            <a:extLst>
              <a:ext uri="{FF2B5EF4-FFF2-40B4-BE49-F238E27FC236}">
                <a16:creationId xmlns:a16="http://schemas.microsoft.com/office/drawing/2014/main" id="{7ADAA778-26E0-4CA4-A080-D292D058F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6" y="4475164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65" name="Text Box 57">
            <a:extLst>
              <a:ext uri="{FF2B5EF4-FFF2-40B4-BE49-F238E27FC236}">
                <a16:creationId xmlns:a16="http://schemas.microsoft.com/office/drawing/2014/main" id="{EE6EF6BA-8B8B-43AA-9DA3-262EEE8AF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66" name="Text Box 58">
            <a:extLst>
              <a:ext uri="{FF2B5EF4-FFF2-40B4-BE49-F238E27FC236}">
                <a16:creationId xmlns:a16="http://schemas.microsoft.com/office/drawing/2014/main" id="{9D323FB2-A6E1-4E7C-B4DA-A4FD1996E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6" y="42465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67" name="Text Box 59">
            <a:extLst>
              <a:ext uri="{FF2B5EF4-FFF2-40B4-BE49-F238E27FC236}">
                <a16:creationId xmlns:a16="http://schemas.microsoft.com/office/drawing/2014/main" id="{EA744A0A-DEB8-4D13-9C4D-20B543910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551" y="628015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59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68" name="Text Box 60">
            <a:extLst>
              <a:ext uri="{FF2B5EF4-FFF2-40B4-BE49-F238E27FC236}">
                <a16:creationId xmlns:a16="http://schemas.microsoft.com/office/drawing/2014/main" id="{30A01F93-8B68-4059-957F-3CEA4C49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1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69" name="Text Box 61">
            <a:extLst>
              <a:ext uri="{FF2B5EF4-FFF2-40B4-BE49-F238E27FC236}">
                <a16:creationId xmlns:a16="http://schemas.microsoft.com/office/drawing/2014/main" id="{3CE80010-5F5E-447C-B77E-A6071CC1D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70" name="Text Box 62">
            <a:extLst>
              <a:ext uri="{FF2B5EF4-FFF2-40B4-BE49-F238E27FC236}">
                <a16:creationId xmlns:a16="http://schemas.microsoft.com/office/drawing/2014/main" id="{93ACAF64-B970-486A-9EC5-CFE763FB5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06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51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71" name="Text Box 63">
            <a:extLst>
              <a:ext uri="{FF2B5EF4-FFF2-40B4-BE49-F238E27FC236}">
                <a16:creationId xmlns:a16="http://schemas.microsoft.com/office/drawing/2014/main" id="{63DF8B97-BCC6-4024-93A1-364C91551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6" y="4233864"/>
            <a:ext cx="2762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72" name="Text Box 64">
            <a:extLst>
              <a:ext uri="{FF2B5EF4-FFF2-40B4-BE49-F238E27FC236}">
                <a16:creationId xmlns:a16="http://schemas.microsoft.com/office/drawing/2014/main" id="{87D36708-5B65-4E86-8056-372CB5EA8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1894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34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73" name="Text Box 65">
            <a:extLst>
              <a:ext uri="{FF2B5EF4-FFF2-40B4-BE49-F238E27FC236}">
                <a16:creationId xmlns:a16="http://schemas.microsoft.com/office/drawing/2014/main" id="{8A98F217-D9A0-46D7-9F77-A6189C66A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6" y="63246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74" name="Text Box 66">
            <a:extLst>
              <a:ext uri="{FF2B5EF4-FFF2-40B4-BE49-F238E27FC236}">
                <a16:creationId xmlns:a16="http://schemas.microsoft.com/office/drawing/2014/main" id="{50C34E84-9A4E-4DB9-95ED-6D2BAB426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1" y="62722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50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75" name="Text Box 67">
            <a:extLst>
              <a:ext uri="{FF2B5EF4-FFF2-40B4-BE49-F238E27FC236}">
                <a16:creationId xmlns:a16="http://schemas.microsoft.com/office/drawing/2014/main" id="{34503A3F-BF60-4F97-9C3E-5382EC5AE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41910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76" name="Text Box 68">
            <a:extLst>
              <a:ext uri="{FF2B5EF4-FFF2-40B4-BE49-F238E27FC236}">
                <a16:creationId xmlns:a16="http://schemas.microsoft.com/office/drawing/2014/main" id="{15B06857-5984-461B-A992-7D95ABD47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1" y="41386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45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77" name="Text Box 69">
            <a:extLst>
              <a:ext uri="{FF2B5EF4-FFF2-40B4-BE49-F238E27FC236}">
                <a16:creationId xmlns:a16="http://schemas.microsoft.com/office/drawing/2014/main" id="{316B7F3C-0A3C-4A0C-B6E0-FE7C4D2A4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263" y="2366963"/>
            <a:ext cx="538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  <a:endParaRPr kumimoji="1" lang="en-US" altLang="en-US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78" name="Text Box 70">
            <a:extLst>
              <a:ext uri="{FF2B5EF4-FFF2-40B4-BE49-F238E27FC236}">
                <a16:creationId xmlns:a16="http://schemas.microsoft.com/office/drawing/2014/main" id="{AE3238D8-6A01-488F-B0F2-F85B969BC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114" y="2428876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79" name="Text Box 71">
            <a:extLst>
              <a:ext uri="{FF2B5EF4-FFF2-40B4-BE49-F238E27FC236}">
                <a16:creationId xmlns:a16="http://schemas.microsoft.com/office/drawing/2014/main" id="{60AC2293-0411-4ADA-B78F-04FE170EA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2951" y="2386013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33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  <p:sp>
        <p:nvSpPr>
          <p:cNvPr id="555080" name="Text Box 72">
            <a:extLst>
              <a:ext uri="{FF2B5EF4-FFF2-40B4-BE49-F238E27FC236}">
                <a16:creationId xmlns:a16="http://schemas.microsoft.com/office/drawing/2014/main" id="{09FF7FBE-2CAA-4FEC-B40A-E38443B19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1" y="2438401"/>
            <a:ext cx="27622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555081" name="Text Box 73">
            <a:extLst>
              <a:ext uri="{FF2B5EF4-FFF2-40B4-BE49-F238E27FC236}">
                <a16:creationId xmlns:a16="http://schemas.microsoft.com/office/drawing/2014/main" id="{141762C4-A157-40AC-BC33-E6F69110D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057400"/>
            <a:ext cx="5381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66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32</a:t>
            </a:r>
            <a:endParaRPr kumimoji="1" lang="en-US" altLang="en-US" sz="1600">
              <a:solidFill>
                <a:srgbClr val="0066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-140566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434812"/>
            <a:ext cx="8707582" cy="5444403"/>
          </a:xfrm>
        </p:spPr>
        <p:txBody>
          <a:bodyPr>
            <a:normAutofit/>
          </a:bodyPr>
          <a:lstStyle/>
          <a:p>
            <a:r>
              <a:rPr lang="en-US" dirty="0"/>
              <a:t>Just as BFS finds the shortest path in unweighted graphs, Dijkstra’s algorithm works for graphs with nonnegative edge weights</a:t>
            </a:r>
          </a:p>
          <a:p>
            <a:r>
              <a:rPr lang="en-US" dirty="0"/>
              <a:t>Dijkstra’s algorithm is a greedy algorithm that, in each iteration, explores the closest unexplored vertex</a:t>
            </a:r>
          </a:p>
          <a:p>
            <a:r>
              <a:rPr lang="en-US" dirty="0"/>
              <a:t>Dijkstra’s algorithm implemented using binary heaps takes O(</a:t>
            </a:r>
            <a:r>
              <a:rPr lang="en-US" dirty="0" err="1"/>
              <a:t>mlogn</a:t>
            </a:r>
            <a:r>
              <a:rPr lang="en-US" dirty="0"/>
              <a:t>) time</a:t>
            </a:r>
          </a:p>
          <a:p>
            <a:r>
              <a:rPr lang="en-US" dirty="0"/>
              <a:t>Main Takeaway: Dijkstra’s algorithm is a greedy approach that works for weighted shortest paths and heaps help speed up the implementation. 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s226-friend004">
  <a:themeElements>
    <a:clrScheme name="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A50021"/>
      </a:accent1>
      <a:accent2>
        <a:srgbClr val="FFFFCC"/>
      </a:accent2>
      <a:accent3>
        <a:srgbClr val="FFFFFF"/>
      </a:accent3>
      <a:accent4>
        <a:srgbClr val="000000"/>
      </a:accent4>
      <a:accent5>
        <a:srgbClr val="CFAAAB"/>
      </a:accent5>
      <a:accent6>
        <a:srgbClr val="E7E7B9"/>
      </a:accent6>
      <a:hlink>
        <a:srgbClr val="FF6600"/>
      </a:hlink>
      <a:folHlink>
        <a:srgbClr val="660066"/>
      </a:folHlink>
    </a:clrScheme>
    <a:fontScheme name="cs226-friend004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cs226-friend004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26-friend004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226-friend004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26-friend004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26-friend004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26-friend004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2846</Words>
  <Application>Microsoft Office PowerPoint</Application>
  <PresentationFormat>Widescreen</PresentationFormat>
  <Paragraphs>1123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Cambria Math</vt:lpstr>
      <vt:lpstr>Comic Sans MS</vt:lpstr>
      <vt:lpstr>Cambria</vt:lpstr>
      <vt:lpstr>Monotype Sorts</vt:lpstr>
      <vt:lpstr>Arial</vt:lpstr>
      <vt:lpstr>Abadi</vt:lpstr>
      <vt:lpstr>Calibri Light</vt:lpstr>
      <vt:lpstr>Courier New</vt:lpstr>
      <vt:lpstr>Calibri</vt:lpstr>
      <vt:lpstr>Wingdings</vt:lpstr>
      <vt:lpstr>Office Theme</vt:lpstr>
      <vt:lpstr>Office Theme</vt:lpstr>
      <vt:lpstr>cs226-friend004</vt:lpstr>
      <vt:lpstr>CS5800 – ALGORITHMS  MODULE 6. GREEDY ALGORITHMS - I  Lesson 3: Shortest Paths</vt:lpstr>
      <vt:lpstr>Topics</vt:lpstr>
      <vt:lpstr>Shortest Path Problem</vt:lpstr>
      <vt:lpstr>Dijkstra's Algorithm</vt:lpstr>
      <vt:lpstr>Dijkstra's Algorithm</vt:lpstr>
      <vt:lpstr>Dijkstra's Algorithm:  Proof of Correctness</vt:lpstr>
      <vt:lpstr>Dijkstra's Algorithm:  Implementation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Dijkstra's Shortest Path Algorithm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18</cp:revision>
  <dcterms:created xsi:type="dcterms:W3CDTF">2019-09-13T03:48:54Z</dcterms:created>
  <dcterms:modified xsi:type="dcterms:W3CDTF">2020-08-29T04:27:01Z</dcterms:modified>
</cp:coreProperties>
</file>