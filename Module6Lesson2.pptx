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48" r:id="rId2"/>
    <p:sldMasterId id="2147483662" r:id="rId3"/>
  </p:sldMasterIdLst>
  <p:notesMasterIdLst>
    <p:notesMasterId r:id="rId23"/>
  </p:notesMasterIdLst>
  <p:sldIdLst>
    <p:sldId id="257" r:id="rId4"/>
    <p:sldId id="258" r:id="rId5"/>
    <p:sldId id="518" r:id="rId6"/>
    <p:sldId id="519" r:id="rId7"/>
    <p:sldId id="520" r:id="rId8"/>
    <p:sldId id="521" r:id="rId9"/>
    <p:sldId id="395" r:id="rId10"/>
    <p:sldId id="396" r:id="rId11"/>
    <p:sldId id="397" r:id="rId12"/>
    <p:sldId id="398" r:id="rId13"/>
    <p:sldId id="399" r:id="rId14"/>
    <p:sldId id="401" r:id="rId15"/>
    <p:sldId id="402" r:id="rId16"/>
    <p:sldId id="403" r:id="rId17"/>
    <p:sldId id="404" r:id="rId18"/>
    <p:sldId id="410" r:id="rId19"/>
    <p:sldId id="482" r:id="rId20"/>
    <p:sldId id="270" r:id="rId21"/>
    <p:sldId id="346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Comic Sans MS" panose="030F0702030302020204" pitchFamily="66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CE1E4-D556-483C-8921-D4D7B685C27E}" v="956" dt="2020-08-27T21:45:35.809"/>
    <p1510:client id="{DB34F5EA-766C-4DCD-AE71-118C1AB7FD83}" v="243" dt="2020-08-27T22:58:33.2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B73B14-E03D-4C36-A9A9-DDF34C9C76C4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2575FB-1220-46CE-B9EB-2DF038F4E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96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>
            <a:extLst>
              <a:ext uri="{FF2B5EF4-FFF2-40B4-BE49-F238E27FC236}">
                <a16:creationId xmlns:a16="http://schemas.microsoft.com/office/drawing/2014/main" id="{621E14A8-ED94-4492-8852-A05FB31933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7107" name="Rectangle 3">
            <a:extLst>
              <a:ext uri="{FF2B5EF4-FFF2-40B4-BE49-F238E27FC236}">
                <a16:creationId xmlns:a16="http://schemas.microsoft.com/office/drawing/2014/main" id="{0123A4EF-CD1D-4653-97C6-4D8F09A8D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US" altLang="en-US"/>
              <a:t>Activity selection = interval scheduling</a:t>
            </a:r>
          </a:p>
          <a:p>
            <a:r>
              <a:rPr lang="en-US" altLang="en-US"/>
              <a:t>OPT = B, E, H</a:t>
            </a:r>
          </a:p>
          <a:p>
            <a:r>
              <a:rPr lang="en-US" altLang="en-US"/>
              <a:t>Note: smallest job (C) is not in any optimal solution, job that starts first (A) is not in any optimal solution.</a:t>
            </a:r>
          </a:p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>
            <a:extLst>
              <a:ext uri="{FF2B5EF4-FFF2-40B4-BE49-F238E27FC236}">
                <a16:creationId xmlns:a16="http://schemas.microsoft.com/office/drawing/2014/main" id="{388B2CED-9BDA-4745-85DD-0E553B554F6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89155" name="Rectangle 3">
            <a:extLst>
              <a:ext uri="{FF2B5EF4-FFF2-40B4-BE49-F238E27FC236}">
                <a16:creationId xmlns:a16="http://schemas.microsoft.com/office/drawing/2014/main" id="{15AECF39-41BE-4DCB-A047-316DD9ADE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>
            <a:extLst>
              <a:ext uri="{FF2B5EF4-FFF2-40B4-BE49-F238E27FC236}">
                <a16:creationId xmlns:a16="http://schemas.microsoft.com/office/drawing/2014/main" id="{3ECB1B1F-38F1-4286-9830-D0035F12CAE8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DB7AC19A-4CFD-429D-B20B-1CD009177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>
            <a:extLst>
              <a:ext uri="{FF2B5EF4-FFF2-40B4-BE49-F238E27FC236}">
                <a16:creationId xmlns:a16="http://schemas.microsoft.com/office/drawing/2014/main" id="{685A17B0-5DA4-481C-9520-54CA28442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3251" name="Rectangle 3">
            <a:extLst>
              <a:ext uri="{FF2B5EF4-FFF2-40B4-BE49-F238E27FC236}">
                <a16:creationId xmlns:a16="http://schemas.microsoft.com/office/drawing/2014/main" id="{BFC7208E-F408-4167-9B9A-A87B614B1E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E0CD384D-E45B-4911-B82B-502CD8E4A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3FCD76DE-CD21-474F-914B-07E9AB59B0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0D64167E-2C9C-4218-AB4D-27C7599F47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DF8FEA77-7FFF-4B90-8F9C-864D3E233D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29D9AEF5-6C7D-4CDA-B1EC-08BC9B8AF9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E502AC22-B2B5-4BA7-AACC-678756BD96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4465B8BF-FD75-4A76-A6F7-6BCCC486B5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BD9F21CD-2C04-4234-B946-16EE2560F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F71401C1-734D-468E-9D08-5435040F71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0F032238-02F8-4538-BB26-3D83AF62F8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CA9929FA-1201-49B2-816A-91B1859C46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F0073268-31F5-4D93-BA56-D5F86C43E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>
            <a:extLst>
              <a:ext uri="{FF2B5EF4-FFF2-40B4-BE49-F238E27FC236}">
                <a16:creationId xmlns:a16="http://schemas.microsoft.com/office/drawing/2014/main" id="{02C4BC81-4A33-4BE2-BDCD-0CB7AC41A7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D12C6E4A-F026-43A8-93AF-300B2DE5B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>
            <a:extLst>
              <a:ext uri="{FF2B5EF4-FFF2-40B4-BE49-F238E27FC236}">
                <a16:creationId xmlns:a16="http://schemas.microsoft.com/office/drawing/2014/main" id="{F26E56B3-AE70-463B-AD90-72E3D64F0D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0D1A80B2-CE98-4F3B-B296-9160F507D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C89768A7-45CA-481C-BA76-9EADC3779D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217DDD19-4267-478B-B644-038193E6D5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>
            <a:extLst>
              <a:ext uri="{FF2B5EF4-FFF2-40B4-BE49-F238E27FC236}">
                <a16:creationId xmlns:a16="http://schemas.microsoft.com/office/drawing/2014/main" id="{006A1F27-2B04-4BF3-AF74-410B47B71FF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1171" name="Rectangle 3">
            <a:extLst>
              <a:ext uri="{FF2B5EF4-FFF2-40B4-BE49-F238E27FC236}">
                <a16:creationId xmlns:a16="http://schemas.microsoft.com/office/drawing/2014/main" id="{B0F17E96-FD1A-4F47-B486-3C040F215C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>
            <a:extLst>
              <a:ext uri="{FF2B5EF4-FFF2-40B4-BE49-F238E27FC236}">
                <a16:creationId xmlns:a16="http://schemas.microsoft.com/office/drawing/2014/main" id="{AE765F7C-FBFC-494A-AE9C-E4CE5C0D9239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295525" y="527050"/>
            <a:ext cx="4678363" cy="26320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43747" name="Rectangle 3">
            <a:extLst>
              <a:ext uri="{FF2B5EF4-FFF2-40B4-BE49-F238E27FC236}">
                <a16:creationId xmlns:a16="http://schemas.microsoft.com/office/drawing/2014/main" id="{B1FEF3EE-8C25-4882-9112-740644CEC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38250" y="3333750"/>
            <a:ext cx="6792913" cy="31591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7B66A-B261-4E9B-B884-0E08F3996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6F6A9-CB80-4838-9194-C1D480650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8C919-F7DB-4D92-8230-BE2600AD5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2EAE-90CF-42E4-9D14-B51C620FC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72B40-2763-4320-95FD-79EAF493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5F9D-EB46-464A-9C1F-36F52A033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2D95-61E5-4BA6-A5CA-989CDDC2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30BF0-DEA8-4F87-8199-C96828545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B86-28A3-44DB-9CFB-1A1C0FF4A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0C2B3-6C04-46A0-8FA7-0063446F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2C2D-7AD7-4039-949A-2027C8F8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EFC05-C3D5-426B-A838-A7F0C526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E9E0A-1F89-4190-BC9C-B9E9F0997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B166D-848F-4CB8-8A44-D60A37F5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63A5-CC65-4162-9521-BA95ECD3D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002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54BD8-C0A3-43A7-9732-BA4FD6FF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5813D-6C9D-4545-AA01-E0C57C9098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9235D6-133C-4A12-BD8B-3A15F48D5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C587C-1331-44D1-83D3-0B8854C24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FC86-6C1E-499F-AB30-D19B24A0A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2A89-22C3-45AD-BCD2-6FF037FC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81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58E2-82E8-4BD5-A304-4EF171821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701953-3B7F-4B14-9B3B-0BA693B2F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E5DE-211A-4124-9442-641AEE501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84F4D-9B29-47E3-8C8A-D2DF81EC0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4DC0E2-E01E-4DBE-A2D7-E8BD34192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33BCC3-372E-4D85-A683-9274F59CF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154E9-9F74-429E-86F9-69DD81D59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7C6BB3-2072-4777-B179-8FB5A8F7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950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94A6-5DF6-47C6-B60B-99F61A5FF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81011E-25AB-4FB9-A747-F1E58849D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4F2190-B682-4144-983C-080CBD314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E53F1-0E9A-4302-B4D8-60A31EE14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930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80136C-067E-49CF-BEFB-07DCD05CC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B2C96-B1E3-42ED-8203-CA1BD4250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33A53-F566-47F1-8F54-EB975B36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0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45B4A-0671-47E5-83D9-49994E71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3781-23BB-4681-AA1A-3F931A427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D9E8-D8B4-462F-9876-EE4339BB1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83D1-9453-43F1-8018-1094AF33D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7543E-4DA3-46F9-B662-BC517F2B4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56846-A283-4D1C-B6E2-BA550C209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39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9D4D-C3DE-4F73-A1E1-0879EC66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351224-56BF-4517-B358-05EEB2CCB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59471-0385-4433-8AFE-F7A59EC03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6818A-4939-449E-A64E-08F4AE8EE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108150-FC02-4AE2-ADA5-62EEC4241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9674-8609-4504-A853-B14F9D05C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610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C15A7-2E0C-4D10-A18E-6D4C8C5BF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D9F29E-B286-4821-873A-4EEBDDA90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EC13E-20DD-4FA1-84FA-0DC0C2686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F46F0-D564-4E7F-94CB-C728ED71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677A7-30EC-4454-BE13-EDADC1B5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9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538BB8-1524-4263-8145-DD7BF0F6D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2F6161-598E-41A1-94D4-0CB9C5F320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BBA5-CB02-4CF4-834F-78CD0EE3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05DEC-DA76-449C-95DA-37378675A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DEDC1-4F32-4D8B-9B85-B93C062C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90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F615-C80C-4577-B8C0-60EF203ED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3CD97-97A8-4B3D-BCFA-4F23FDA8F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A63E9-8815-42F1-8F7E-8D0C3C0A3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0D9C8-F031-4208-B5FA-65A96CC7B6FA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CAB7F-DC4A-450A-8EC8-53CB35CF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3FE77-9520-40B4-AF8F-7D8D9CC0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62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Line 2">
            <a:extLst>
              <a:ext uri="{FF2B5EF4-FFF2-40B4-BE49-F238E27FC236}">
                <a16:creationId xmlns:a16="http://schemas.microsoft.com/office/drawing/2014/main" id="{5104FB98-95CC-4499-995F-BE696D3101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" y="1708150"/>
            <a:ext cx="12196233" cy="0"/>
          </a:xfrm>
          <a:prstGeom prst="line">
            <a:avLst/>
          </a:prstGeom>
          <a:noFill/>
          <a:ln w="12700" cap="sq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9584A3E4-2CB2-4911-8036-3F6B563E8D41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0" y="0"/>
            <a:ext cx="12192000" cy="1524000"/>
          </a:xfrm>
        </p:spPr>
        <p:txBody>
          <a:bodyPr anchor="b"/>
          <a:lstStyle>
            <a:lvl1pPr>
              <a:lnSpc>
                <a:spcPct val="80000"/>
              </a:lnSpc>
              <a:defRPr sz="32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53284" name="Text Box 4">
            <a:extLst>
              <a:ext uri="{FF2B5EF4-FFF2-40B4-BE49-F238E27FC236}">
                <a16:creationId xmlns:a16="http://schemas.microsoft.com/office/drawing/2014/main" id="{592ABF5C-3085-46F1-82AB-CDD59641E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2192000" cy="216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800" b="0" i="1"/>
              <a:t>Algorithm Design</a:t>
            </a:r>
            <a:r>
              <a:rPr lang="en-US" altLang="en-US" sz="800" b="0"/>
              <a:t> by Éva Tardos and Jon Kleinberg   •   Lecture Notes by Kevin Wayne    •  Copyright © 2004 Addison Wesley   •    http://www.cs.Princeton.EDU/cos423</a:t>
            </a:r>
          </a:p>
        </p:txBody>
      </p:sp>
    </p:spTree>
    <p:extLst>
      <p:ext uri="{BB962C8B-B14F-4D97-AF65-F5344CB8AC3E}">
        <p14:creationId xmlns:p14="http://schemas.microsoft.com/office/powerpoint/2010/main" val="4969894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DB0A8-94DA-47FD-9FE8-1A802709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3C883-66D0-472E-9395-B339CA5F0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BBDE1-22FB-410C-BCC4-A2EE7D8D57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7727813-C85E-42BD-B470-F90A4642B904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826730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E5C8C-F23C-410F-9A9F-3CB951F8F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6FF0F-CED8-428B-BA85-E5C75E0CC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208C7-9D12-408F-8089-7C7F9C6A95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9116073-28B7-459C-898B-D904E048CC7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965964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AAFE-58B5-4366-8FD0-338066A6C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E107-30D6-4144-8CBA-E6C2C1640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30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06E99-0ECC-461E-8340-9460B64F8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6800" y="914400"/>
            <a:ext cx="51308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D2341-17F0-4328-9160-0BC93DDD7C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DBD7AC2-45F8-4C75-94C9-5D6A60511573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1444338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3477-CDB0-4BB2-8684-1CCDB83F0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2D143-09AA-4D2D-9312-F6876342E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064B1-8076-4F74-931F-10BD087F6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CF159C-2E6B-4028-B750-22A2DF77C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74D65-0D32-4432-893C-552F72B82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F06C0-76AC-4C05-B1FB-6ACAC0EE3A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D94425-4988-40FA-8917-BF6426C179D4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610744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634A-ADDD-46BB-9A78-7EDDD8C5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E3328B-D13F-488C-A7DC-528052534E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A5711DE-5141-43F7-BE23-BA0EB6A1E16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7439007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812311-E2CB-4353-A7D1-CF06B92C90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E095FD8-4035-4706-93D0-01B18FFB6E3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3457003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5A44B-6C84-4373-B54A-02D65D210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D5F9-7829-43F7-81B9-9558393CE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B8F35-2FD7-47AA-9C44-84EE96F7F3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57D6C4-4C0A-46FC-99F2-4A008ACBE6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DB94F5-2D1E-4955-A744-CB2B68843E56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648532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A691D-4B8F-4F7E-ACA5-15919B716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AB9A06-CB85-4F57-BF9E-61504848C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82FE2-8CFD-4841-A235-BC03DEB25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5910DC-381E-4E59-A7B2-AAAF98E50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7C5992-5E57-486F-A713-80FB18C47B31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1715470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E4B45-AA73-40C4-A549-22BAE069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D5301-F740-4F62-8465-2109C990A3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121C9-277B-4822-9A56-EF69DE7FA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0775777-2E02-4E59-A19E-0EA4C72426BB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25548643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C6B3E1-0E7C-42A9-BEA3-0DEA39C6D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52400"/>
            <a:ext cx="30480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5C6DB-B401-4A55-A66D-657D55799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8940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161B2-47EE-4D8F-BCDC-59797731F1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F19C947-5A1C-4BB9-A0C4-EADAD7B15C27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485101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83CAB-A5A6-4427-9403-D15078A23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33D35-FFB0-41EC-B656-BBA19813B4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EF149-9FF9-44EA-A48F-86A3F23EEC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C2BA-BD82-4009-A526-3CB63542CE01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134C8-0AC4-4373-84B9-4926B6707B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86F41-206B-4D3D-BD01-1955F6F68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A868ED-2B91-4C5F-AF86-0CF328C2C0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75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244C0-42D6-467E-A100-0E78E12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97938-D6DE-4603-956D-AFF345DF4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ADE1D-8F0D-48D6-B74C-332A21BE56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0D9C8-F031-4208-B5FA-65A96CC7B6FA}" type="datetimeFigureOut">
              <a:rPr lang="en-US" smtClean="0"/>
              <a:t>28-Sep-20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DDDC5-B42E-4025-9BA1-A73D4D3EF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247E8-581C-41DA-849A-F588F0821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9BE43-225A-480C-9C42-2CD467CB48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4E17E5E8-CDF3-40FA-B34D-CD41744ACF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050156CA-E367-4283-ABE6-D527F46206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464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52260" name="Rectangle 4">
            <a:extLst>
              <a:ext uri="{FF2B5EF4-FFF2-40B4-BE49-F238E27FC236}">
                <a16:creationId xmlns:a16="http://schemas.microsoft.com/office/drawing/2014/main" id="{3AA87A7A-B178-4986-898D-D7A17FB29A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52000" y="6629400"/>
            <a:ext cx="2540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800" b="0"/>
            </a:lvl1pPr>
          </a:lstStyle>
          <a:p>
            <a:fld id="{6B5B2F21-770B-4659-97EA-EFEB3E457981}" type="slidenum">
              <a:rPr lang="en-US" altLang="en-US"/>
              <a:pPr/>
              <a:t>‹#›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26572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ftr="0" dt="0"/>
  <p:txStyles>
    <p:titleStyle>
      <a:lvl1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 kern="1200">
          <a:solidFill>
            <a:schemeClr val="folHlink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2pPr>
      <a:lvl3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3pPr>
      <a:lvl4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4pPr>
      <a:lvl5pPr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5pPr>
      <a:lvl6pPr marL="4572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6pPr>
      <a:lvl7pPr marL="9144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7pPr>
      <a:lvl8pPr marL="13716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8pPr>
      <a:lvl9pPr marL="1828800" algn="ctr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kumimoji="1" sz="2000">
          <a:solidFill>
            <a:schemeClr val="folHlink"/>
          </a:solidFill>
          <a:latin typeface="Comic Sans MS" panose="030F0702030302020204" pitchFamily="66" charset="0"/>
        </a:defRPr>
      </a:lvl9pPr>
    </p:titleStyle>
    <p:bodyStyle>
      <a:lvl1pPr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rgbClr val="003399"/>
        </a:buClr>
        <a:buSzPct val="50000"/>
        <a:buFont typeface="Monotype Sorts" pitchFamily="48" charset="2"/>
        <a:defRPr kumimoji="1" kern="1200">
          <a:solidFill>
            <a:srgbClr val="003399"/>
          </a:solidFill>
          <a:latin typeface="+mn-lt"/>
          <a:ea typeface="+mn-ea"/>
          <a:cs typeface="+mn-cs"/>
        </a:defRPr>
      </a:lvl1pPr>
      <a:lvl2pPr marL="346075" indent="-231775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35000"/>
        <a:buFont typeface="Monotype Sorts" pitchFamily="48" charset="2"/>
        <a:buChar char="n"/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627063" indent="-166688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8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147763" indent="-40481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!"/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9863" algn="l" rtl="0" eaLnBrk="0" fontAlgn="base" hangingPunct="0">
        <a:lnSpc>
          <a:spcPts val="2600"/>
        </a:lnSpc>
        <a:spcBef>
          <a:spcPct val="0"/>
        </a:spcBef>
        <a:spcAft>
          <a:spcPct val="0"/>
        </a:spcAft>
        <a:buClr>
          <a:schemeClr val="tx1"/>
        </a:buClr>
        <a:buSzPct val="100000"/>
        <a:buChar char="–"/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7C44-BBD0-4A67-A16E-1796651C5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819" y="1204598"/>
            <a:ext cx="9144000" cy="3843765"/>
          </a:xfrm>
        </p:spPr>
        <p:txBody>
          <a:bodyPr>
            <a:noAutofit/>
          </a:bodyPr>
          <a:lstStyle/>
          <a:p>
            <a:r>
              <a:rPr lang="en-US" sz="4000" u="sng" dirty="0"/>
              <a:t>CS5800 – ALGORITHMS</a:t>
            </a:r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MODULE 6. </a:t>
            </a:r>
            <a:r>
              <a:rPr lang="en-US" sz="4000"/>
              <a:t>GREEDY ALGORITHMS - </a:t>
            </a:r>
            <a:r>
              <a:rPr lang="en-US" sz="4000" dirty="0"/>
              <a:t>I</a:t>
            </a:r>
            <a:br>
              <a:rPr lang="en-US" sz="4000" dirty="0"/>
            </a:br>
            <a:br>
              <a:rPr lang="en-US" sz="4000" dirty="0"/>
            </a:br>
            <a:r>
              <a:rPr lang="en-US" sz="4000"/>
              <a:t>Lesson 2: Interval Scheduling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8199E-2156-4542-B134-D3536A98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2819" y="5688991"/>
            <a:ext cx="9144000" cy="477733"/>
          </a:xfrm>
        </p:spPr>
        <p:txBody>
          <a:bodyPr/>
          <a:lstStyle/>
          <a:p>
            <a:r>
              <a:rPr lang="en-US" u="sng" dirty="0"/>
              <a:t>Ravi Sundaram</a:t>
            </a:r>
          </a:p>
        </p:txBody>
      </p:sp>
    </p:spTree>
    <p:extLst>
      <p:ext uri="{BB962C8B-B14F-4D97-AF65-F5344CB8AC3E}">
        <p14:creationId xmlns:p14="http://schemas.microsoft.com/office/powerpoint/2010/main" val="4099122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Interval Scheduling</a:t>
            </a:r>
          </a:p>
          <a:p>
            <a:pPr lvl="1"/>
            <a:r>
              <a:rPr lang="en-US" dirty="0"/>
              <a:t>Problem</a:t>
            </a:r>
          </a:p>
          <a:p>
            <a:pPr lvl="1"/>
            <a:r>
              <a:rPr lang="en-US" dirty="0"/>
              <a:t>Naïve greedy</a:t>
            </a:r>
          </a:p>
          <a:p>
            <a:pPr lvl="1"/>
            <a:r>
              <a:rPr lang="en-US" dirty="0"/>
              <a:t>Algorithm</a:t>
            </a:r>
          </a:p>
          <a:p>
            <a:pPr lvl="1"/>
            <a:r>
              <a:rPr lang="en-US" dirty="0"/>
              <a:t>Demo</a:t>
            </a:r>
          </a:p>
          <a:p>
            <a:pPr lvl="1"/>
            <a:r>
              <a:rPr lang="en-US" dirty="0"/>
              <a:t>Proof</a:t>
            </a:r>
          </a:p>
          <a:p>
            <a:pPr lvl="1"/>
            <a:r>
              <a:rPr lang="en-US" dirty="0"/>
              <a:t>Efficiency</a:t>
            </a:r>
          </a:p>
          <a:p>
            <a:r>
              <a:rPr lang="en-US" dirty="0"/>
              <a:t>Summary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479009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2" name="Rectangle 2">
            <a:extLst>
              <a:ext uri="{FF2B5EF4-FFF2-40B4-BE49-F238E27FC236}">
                <a16:creationId xmlns:a16="http://schemas.microsoft.com/office/drawing/2014/main" id="{D5E7B301-E08A-4FF0-B011-1F639C690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228" y="15019"/>
            <a:ext cx="10515600" cy="1325563"/>
          </a:xfrm>
        </p:spPr>
        <p:txBody>
          <a:bodyPr/>
          <a:lstStyle/>
          <a:p>
            <a:r>
              <a:rPr kumimoji="0" lang="en-US" altLang="en-US" dirty="0"/>
              <a:t>Interval Scheduling - problem</a:t>
            </a:r>
          </a:p>
        </p:txBody>
      </p:sp>
      <p:sp>
        <p:nvSpPr>
          <p:cNvPr id="686083" name="Rectangle 3">
            <a:extLst>
              <a:ext uri="{FF2B5EF4-FFF2-40B4-BE49-F238E27FC236}">
                <a16:creationId xmlns:a16="http://schemas.microsoft.com/office/drawing/2014/main" id="{BFFE0DC7-A004-4DD6-BE00-E4634C538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75482" y="1327150"/>
            <a:ext cx="10515600" cy="4351338"/>
          </a:xfrm>
        </p:spPr>
        <p:txBody>
          <a:bodyPr/>
          <a:lstStyle/>
          <a:p>
            <a:r>
              <a:rPr kumimoji="0" lang="en-US" altLang="en-US" dirty="0"/>
              <a:t>Interval scheduling.</a:t>
            </a:r>
          </a:p>
          <a:p>
            <a:pPr lvl="1"/>
            <a:r>
              <a:rPr kumimoji="0" lang="en-US" altLang="en-US" dirty="0"/>
              <a:t>Job j starts at </a:t>
            </a:r>
            <a:r>
              <a:rPr kumimoji="0" lang="en-US" altLang="en-US" dirty="0" err="1"/>
              <a:t>s</a:t>
            </a:r>
            <a:r>
              <a:rPr lang="en-US" altLang="en-US" sz="2000" baseline="-25000" dirty="0" err="1"/>
              <a:t>j</a:t>
            </a:r>
            <a:r>
              <a:rPr kumimoji="0" lang="en-US" altLang="en-US" dirty="0"/>
              <a:t> and finishes at f</a:t>
            </a:r>
            <a:r>
              <a:rPr lang="en-US" altLang="en-US" sz="2000" baseline="-25000" dirty="0"/>
              <a:t>j</a:t>
            </a:r>
            <a:r>
              <a:rPr kumimoji="0" lang="en-US" altLang="en-US" dirty="0"/>
              <a:t>.</a:t>
            </a:r>
          </a:p>
          <a:p>
            <a:pPr lvl="1"/>
            <a:r>
              <a:rPr kumimoji="0" lang="en-US" altLang="en-US" dirty="0"/>
              <a:t>Two jobs </a:t>
            </a:r>
            <a:r>
              <a:rPr kumimoji="0" lang="en-US" altLang="en-US" dirty="0">
                <a:solidFill>
                  <a:schemeClr val="accent1"/>
                </a:solidFill>
              </a:rPr>
              <a:t>compatible </a:t>
            </a:r>
            <a:r>
              <a:rPr kumimoji="0" lang="en-US" altLang="en-US" dirty="0"/>
              <a:t>if they don't overlap.</a:t>
            </a:r>
          </a:p>
          <a:p>
            <a:pPr lvl="1"/>
            <a:r>
              <a:rPr kumimoji="0" lang="en-US" altLang="en-US" dirty="0"/>
              <a:t>Goal: find maximum subset of mutually compatible jobs.</a:t>
            </a:r>
          </a:p>
        </p:txBody>
      </p:sp>
      <p:sp>
        <p:nvSpPr>
          <p:cNvPr id="686084" name="Line 4">
            <a:extLst>
              <a:ext uri="{FF2B5EF4-FFF2-40B4-BE49-F238E27FC236}">
                <a16:creationId xmlns:a16="http://schemas.microsoft.com/office/drawing/2014/main" id="{61754573-62A7-47A3-94E6-23391DEF0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7514" y="6232525"/>
            <a:ext cx="5881687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85" name="Text Box 5">
            <a:extLst>
              <a:ext uri="{FF2B5EF4-FFF2-40B4-BE49-F238E27FC236}">
                <a16:creationId xmlns:a16="http://schemas.microsoft.com/office/drawing/2014/main" id="{C0F7BC1D-C1C7-4668-ABDB-9C7708802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0038" y="6313489"/>
            <a:ext cx="1592262" cy="277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endParaRPr lang="en-US" altLang="en-US" sz="1200" b="1">
              <a:solidFill>
                <a:schemeClr val="hlink"/>
              </a:solidFill>
              <a:latin typeface="Courier New" panose="02070309020205020404" pitchFamily="49" charset="0"/>
            </a:endParaRPr>
          </a:p>
        </p:txBody>
      </p:sp>
      <p:sp>
        <p:nvSpPr>
          <p:cNvPr id="686086" name="Text Box 6">
            <a:extLst>
              <a:ext uri="{FF2B5EF4-FFF2-40B4-BE49-F238E27FC236}">
                <a16:creationId xmlns:a16="http://schemas.microsoft.com/office/drawing/2014/main" id="{BD605EAC-5E54-4EAB-AA79-15654D721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6024563"/>
            <a:ext cx="762000" cy="36997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Time</a:t>
            </a:r>
          </a:p>
        </p:txBody>
      </p:sp>
      <p:sp>
        <p:nvSpPr>
          <p:cNvPr id="686087" name="Line 7">
            <a:extLst>
              <a:ext uri="{FF2B5EF4-FFF2-40B4-BE49-F238E27FC236}">
                <a16:creationId xmlns:a16="http://schemas.microsoft.com/office/drawing/2014/main" id="{1CF7CE5A-EFC3-4B30-8F85-ED4FB1E563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8788" y="6232525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88" name="Text Box 8">
            <a:extLst>
              <a:ext uri="{FF2B5EF4-FFF2-40B4-BE49-F238E27FC236}">
                <a16:creationId xmlns:a16="http://schemas.microsoft.com/office/drawing/2014/main" id="{1C6C5D1E-C30F-4479-AF97-04D6FD4AD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1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686089" name="Line 9">
            <a:extLst>
              <a:ext uri="{FF2B5EF4-FFF2-40B4-BE49-F238E27FC236}">
                <a16:creationId xmlns:a16="http://schemas.microsoft.com/office/drawing/2014/main" id="{E86E0E3B-A72C-40D5-A07C-F774D2D25F1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849438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0" name="Line 10">
            <a:extLst>
              <a:ext uri="{FF2B5EF4-FFF2-40B4-BE49-F238E27FC236}">
                <a16:creationId xmlns:a16="http://schemas.microsoft.com/office/drawing/2014/main" id="{EB146A9B-73DD-4327-8F91-2AE21568709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365251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1" name="Line 11">
            <a:extLst>
              <a:ext uri="{FF2B5EF4-FFF2-40B4-BE49-F238E27FC236}">
                <a16:creationId xmlns:a16="http://schemas.microsoft.com/office/drawing/2014/main" id="{3ACB54BD-55C2-4257-989D-B5FC6BCEC9B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1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2" name="Line 12">
            <a:extLst>
              <a:ext uri="{FF2B5EF4-FFF2-40B4-BE49-F238E27FC236}">
                <a16:creationId xmlns:a16="http://schemas.microsoft.com/office/drawing/2014/main" id="{62D4B88C-21BC-40CF-BB28-8151BB90F97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333626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3" name="Line 13">
            <a:extLst>
              <a:ext uri="{FF2B5EF4-FFF2-40B4-BE49-F238E27FC236}">
                <a16:creationId xmlns:a16="http://schemas.microsoft.com/office/drawing/2014/main" id="{F206AF42-5634-4A22-9439-F9EDFF90E66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03588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4" name="Line 14">
            <a:extLst>
              <a:ext uri="{FF2B5EF4-FFF2-40B4-BE49-F238E27FC236}">
                <a16:creationId xmlns:a16="http://schemas.microsoft.com/office/drawing/2014/main" id="{F6701C67-455A-4BB3-8BBD-3ACF80BA837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756151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5" name="Line 15">
            <a:extLst>
              <a:ext uri="{FF2B5EF4-FFF2-40B4-BE49-F238E27FC236}">
                <a16:creationId xmlns:a16="http://schemas.microsoft.com/office/drawing/2014/main" id="{3BE1F72F-AB33-44E4-A30B-4258F124709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271963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6" name="Line 16">
            <a:extLst>
              <a:ext uri="{FF2B5EF4-FFF2-40B4-BE49-F238E27FC236}">
                <a16:creationId xmlns:a16="http://schemas.microsoft.com/office/drawing/2014/main" id="{301C0997-E9D5-490F-A939-45633162DE6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724526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7" name="Line 17">
            <a:extLst>
              <a:ext uri="{FF2B5EF4-FFF2-40B4-BE49-F238E27FC236}">
                <a16:creationId xmlns:a16="http://schemas.microsoft.com/office/drawing/2014/main" id="{B36DBFB8-23CB-4714-9E67-8027665C349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240338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8" name="Line 18">
            <a:extLst>
              <a:ext uri="{FF2B5EF4-FFF2-40B4-BE49-F238E27FC236}">
                <a16:creationId xmlns:a16="http://schemas.microsoft.com/office/drawing/2014/main" id="{4650906C-3D5D-49AD-A1FF-D7DBFCDCBCC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694488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099" name="Line 19">
            <a:extLst>
              <a:ext uri="{FF2B5EF4-FFF2-40B4-BE49-F238E27FC236}">
                <a16:creationId xmlns:a16="http://schemas.microsoft.com/office/drawing/2014/main" id="{AE63CF1D-42E3-4CA0-88B5-E527BCDE428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210301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100" name="Text Box 20">
            <a:extLst>
              <a:ext uri="{FF2B5EF4-FFF2-40B4-BE49-F238E27FC236}">
                <a16:creationId xmlns:a16="http://schemas.microsoft.com/office/drawing/2014/main" id="{16E2DD8A-68DC-453E-B52A-B1700E66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3589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686101" name="Text Box 21">
            <a:extLst>
              <a:ext uri="{FF2B5EF4-FFF2-40B4-BE49-F238E27FC236}">
                <a16:creationId xmlns:a16="http://schemas.microsoft.com/office/drawing/2014/main" id="{FB5FB6F9-854C-4570-8B70-1835749A3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7776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686102" name="Text Box 22">
            <a:extLst>
              <a:ext uri="{FF2B5EF4-FFF2-40B4-BE49-F238E27FC236}">
                <a16:creationId xmlns:a16="http://schemas.microsoft.com/office/drawing/2014/main" id="{77324CA2-8A20-4E51-841A-E80DC710A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964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686103" name="Text Box 23">
            <a:extLst>
              <a:ext uri="{FF2B5EF4-FFF2-40B4-BE49-F238E27FC236}">
                <a16:creationId xmlns:a16="http://schemas.microsoft.com/office/drawing/2014/main" id="{E60D65EE-7F38-4E2E-BAAB-1CAB6F7F7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7739" y="6232526"/>
            <a:ext cx="414337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686104" name="Text Box 24">
            <a:extLst>
              <a:ext uri="{FF2B5EF4-FFF2-40B4-BE49-F238E27FC236}">
                <a16:creationId xmlns:a16="http://schemas.microsoft.com/office/drawing/2014/main" id="{9AA15171-2EA7-42ED-B840-D06205FDA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925" y="6232526"/>
            <a:ext cx="414338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686105" name="Text Box 25">
            <a:extLst>
              <a:ext uri="{FF2B5EF4-FFF2-40B4-BE49-F238E27FC236}">
                <a16:creationId xmlns:a16="http://schemas.microsoft.com/office/drawing/2014/main" id="{680939E2-15DE-4616-B9A7-C5C2F4996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6114" y="6232526"/>
            <a:ext cx="414337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686106" name="Text Box 26">
            <a:extLst>
              <a:ext uri="{FF2B5EF4-FFF2-40B4-BE49-F238E27FC236}">
                <a16:creationId xmlns:a16="http://schemas.microsoft.com/office/drawing/2014/main" id="{EE2A8F4E-D5E8-4B21-8017-82DF0182F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301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686107" name="Text Box 27">
            <a:extLst>
              <a:ext uri="{FF2B5EF4-FFF2-40B4-BE49-F238E27FC236}">
                <a16:creationId xmlns:a16="http://schemas.microsoft.com/office/drawing/2014/main" id="{074B1B6E-77DD-47C7-A190-E50A014BD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4489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686108" name="Text Box 28">
            <a:extLst>
              <a:ext uri="{FF2B5EF4-FFF2-40B4-BE49-F238E27FC236}">
                <a16:creationId xmlns:a16="http://schemas.microsoft.com/office/drawing/2014/main" id="{4D042754-B3C4-4E96-A13A-4C692EE62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676" y="6232526"/>
            <a:ext cx="415925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686109" name="Text Box 29">
            <a:extLst>
              <a:ext uri="{FF2B5EF4-FFF2-40B4-BE49-F238E27FC236}">
                <a16:creationId xmlns:a16="http://schemas.microsoft.com/office/drawing/2014/main" id="{6A179033-97C5-49A0-86C5-3DE96E8C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4600" y="6232526"/>
            <a:ext cx="414338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10</a:t>
            </a:r>
          </a:p>
        </p:txBody>
      </p:sp>
      <p:sp>
        <p:nvSpPr>
          <p:cNvPr id="686110" name="Text Box 30">
            <a:extLst>
              <a:ext uri="{FF2B5EF4-FFF2-40B4-BE49-F238E27FC236}">
                <a16:creationId xmlns:a16="http://schemas.microsoft.com/office/drawing/2014/main" id="{7FFF67FC-70C3-4FC3-B5FB-63A7733843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639" y="6232526"/>
            <a:ext cx="414337" cy="27764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b="1">
                <a:solidFill>
                  <a:schemeClr val="hlink"/>
                </a:solidFill>
                <a:latin typeface="Courier New" panose="02070309020205020404" pitchFamily="49" charset="0"/>
              </a:rPr>
              <a:t>11</a:t>
            </a:r>
          </a:p>
        </p:txBody>
      </p:sp>
      <p:sp>
        <p:nvSpPr>
          <p:cNvPr id="686111" name="Rectangle 31">
            <a:extLst>
              <a:ext uri="{FF2B5EF4-FFF2-40B4-BE49-F238E27FC236}">
                <a16:creationId xmlns:a16="http://schemas.microsoft.com/office/drawing/2014/main" id="{0441ADE7-8129-49E2-9CF8-0D4F62CB6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0038" y="5124451"/>
            <a:ext cx="1936750" cy="276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f</a:t>
            </a:r>
          </a:p>
        </p:txBody>
      </p:sp>
      <p:sp>
        <p:nvSpPr>
          <p:cNvPr id="686112" name="Rectangle 32">
            <a:extLst>
              <a:ext uri="{FF2B5EF4-FFF2-40B4-BE49-F238E27FC236}">
                <a16:creationId xmlns:a16="http://schemas.microsoft.com/office/drawing/2014/main" id="{D4C53075-5B7C-4577-A6A3-853C103F0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4225" y="5540376"/>
            <a:ext cx="1938338" cy="276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g</a:t>
            </a:r>
          </a:p>
        </p:txBody>
      </p:sp>
      <p:sp>
        <p:nvSpPr>
          <p:cNvPr id="686113" name="Line 33">
            <a:extLst>
              <a:ext uri="{FF2B5EF4-FFF2-40B4-BE49-F238E27FC236}">
                <a16:creationId xmlns:a16="http://schemas.microsoft.com/office/drawing/2014/main" id="{C8ECB7C3-951F-49B6-B279-20641A2EE33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787776" y="4640263"/>
            <a:ext cx="3184525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86114" name="Rectangle 34">
            <a:extLst>
              <a:ext uri="{FF2B5EF4-FFF2-40B4-BE49-F238E27FC236}">
                <a16:creationId xmlns:a16="http://schemas.microsoft.com/office/drawing/2014/main" id="{26B4D30E-9815-41E8-9560-FA8CC0C17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600" y="5943601"/>
            <a:ext cx="1454150" cy="2778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h</a:t>
            </a:r>
          </a:p>
        </p:txBody>
      </p:sp>
      <p:sp>
        <p:nvSpPr>
          <p:cNvPr id="686115" name="Rectangle 35">
            <a:extLst>
              <a:ext uri="{FF2B5EF4-FFF2-40B4-BE49-F238E27FC236}">
                <a16:creationId xmlns:a16="http://schemas.microsoft.com/office/drawing/2014/main" id="{6203C5A6-4F4D-4927-B3E4-5F7DC2471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1" y="4708526"/>
            <a:ext cx="1452563" cy="27781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e</a:t>
            </a:r>
          </a:p>
        </p:txBody>
      </p:sp>
      <p:sp>
        <p:nvSpPr>
          <p:cNvPr id="686116" name="Rectangle 36">
            <a:extLst>
              <a:ext uri="{FF2B5EF4-FFF2-40B4-BE49-F238E27FC236}">
                <a16:creationId xmlns:a16="http://schemas.microsoft.com/office/drawing/2014/main" id="{352F6DE7-FD8C-44AD-B176-A18043B88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7513" y="3048001"/>
            <a:ext cx="2906712" cy="276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a</a:t>
            </a:r>
          </a:p>
        </p:txBody>
      </p:sp>
      <p:sp>
        <p:nvSpPr>
          <p:cNvPr id="686117" name="Rectangle 37">
            <a:extLst>
              <a:ext uri="{FF2B5EF4-FFF2-40B4-BE49-F238E27FC236}">
                <a16:creationId xmlns:a16="http://schemas.microsoft.com/office/drawing/2014/main" id="{915A4F74-24BD-4C66-A1A9-2F9A5EEDA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1700" y="3463926"/>
            <a:ext cx="1454150" cy="276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b</a:t>
            </a:r>
          </a:p>
        </p:txBody>
      </p:sp>
      <p:sp>
        <p:nvSpPr>
          <p:cNvPr id="686118" name="Rectangle 38">
            <a:extLst>
              <a:ext uri="{FF2B5EF4-FFF2-40B4-BE49-F238E27FC236}">
                <a16:creationId xmlns:a16="http://schemas.microsoft.com/office/drawing/2014/main" id="{B7A57F67-3D2D-4493-A852-C7A208931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64" y="3878263"/>
            <a:ext cx="968375" cy="277812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c</a:t>
            </a:r>
          </a:p>
        </p:txBody>
      </p:sp>
      <p:sp>
        <p:nvSpPr>
          <p:cNvPr id="686119" name="Rectangle 39">
            <a:extLst>
              <a:ext uri="{FF2B5EF4-FFF2-40B4-BE49-F238E27FC236}">
                <a16:creationId xmlns:a16="http://schemas.microsoft.com/office/drawing/2014/main" id="{8B3DB6FA-CC93-4099-B2C9-E6C081CD8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1664" y="4294189"/>
            <a:ext cx="2420937" cy="27622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>
            <a:extLst>
              <a:ext uri="{FF2B5EF4-FFF2-40B4-BE49-F238E27FC236}">
                <a16:creationId xmlns:a16="http://schemas.microsoft.com/office/drawing/2014/main" id="{8C1A773E-D712-4C32-97A6-F229CF5A19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dirty="0"/>
              <a:t>Interval Scheduling:  Greedy Attempts</a:t>
            </a:r>
          </a:p>
        </p:txBody>
      </p:sp>
      <p:sp>
        <p:nvSpPr>
          <p:cNvPr id="688131" name="Rectangle 3">
            <a:extLst>
              <a:ext uri="{FF2B5EF4-FFF2-40B4-BE49-F238E27FC236}">
                <a16:creationId xmlns:a16="http://schemas.microsoft.com/office/drawing/2014/main" id="{5C1092B9-2CBA-4CA1-A14D-BC04B9E1C9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0" lang="en-US" altLang="en-US" dirty="0"/>
              <a:t>Greedy template.  </a:t>
            </a:r>
            <a:r>
              <a:rPr kumimoji="0" lang="en-US" altLang="en-US" dirty="0">
                <a:solidFill>
                  <a:schemeClr val="tx1"/>
                </a:solidFill>
              </a:rPr>
              <a:t>Consider jobs in some natural order.</a:t>
            </a:r>
            <a:br>
              <a:rPr kumimoji="0" lang="en-US" altLang="en-US" dirty="0">
                <a:solidFill>
                  <a:schemeClr val="tx1"/>
                </a:solidFill>
              </a:rPr>
            </a:br>
            <a:r>
              <a:rPr kumimoji="0" lang="en-US" altLang="en-US" dirty="0">
                <a:solidFill>
                  <a:schemeClr val="tx1"/>
                </a:solidFill>
              </a:rPr>
              <a:t>Take each job provided it's compatible with the ones already taken.</a:t>
            </a: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pPr lvl="1"/>
            <a:r>
              <a:rPr kumimoji="0" lang="en-US" altLang="en-US" dirty="0">
                <a:solidFill>
                  <a:schemeClr val="hlink"/>
                </a:solidFill>
              </a:rPr>
              <a:t>[Earliest start time]</a:t>
            </a:r>
            <a:r>
              <a:rPr kumimoji="0" lang="en-US" altLang="en-US" dirty="0"/>
              <a:t>  Consider jobs in ascending order of </a:t>
            </a:r>
            <a:r>
              <a:rPr kumimoji="0" lang="en-US" altLang="en-US" dirty="0" err="1"/>
              <a:t>s</a:t>
            </a:r>
            <a:r>
              <a:rPr kumimoji="0" lang="en-US" altLang="en-US" baseline="-25000" dirty="0" err="1"/>
              <a:t>j</a:t>
            </a:r>
            <a:r>
              <a:rPr kumimoji="0" lang="en-US" altLang="en-US" dirty="0"/>
              <a:t>.</a:t>
            </a:r>
          </a:p>
          <a:p>
            <a:pPr lvl="1"/>
            <a:endParaRPr kumimoji="0" lang="en-US" altLang="en-US" dirty="0"/>
          </a:p>
          <a:p>
            <a:pPr lvl="1"/>
            <a:r>
              <a:rPr kumimoji="0" lang="en-US" altLang="en-US" dirty="0">
                <a:solidFill>
                  <a:schemeClr val="hlink"/>
                </a:solidFill>
              </a:rPr>
              <a:t>[Earliest finish time]</a:t>
            </a:r>
            <a:r>
              <a:rPr kumimoji="0" lang="en-US" altLang="en-US" dirty="0"/>
              <a:t>  Consider jobs in ascending order of f</a:t>
            </a:r>
            <a:r>
              <a:rPr kumimoji="0" lang="en-US" altLang="en-US" baseline="-25000" dirty="0"/>
              <a:t>j</a:t>
            </a:r>
            <a:r>
              <a:rPr kumimoji="0" lang="en-US" altLang="en-US" dirty="0"/>
              <a:t>.</a:t>
            </a:r>
          </a:p>
          <a:p>
            <a:pPr lvl="1"/>
            <a:endParaRPr kumimoji="0" lang="en-US" altLang="en-US" dirty="0"/>
          </a:p>
          <a:p>
            <a:pPr lvl="1"/>
            <a:r>
              <a:rPr kumimoji="0" lang="en-US" altLang="en-US" dirty="0">
                <a:solidFill>
                  <a:schemeClr val="hlink"/>
                </a:solidFill>
              </a:rPr>
              <a:t>[Shortest interval]</a:t>
            </a:r>
            <a:r>
              <a:rPr kumimoji="0" lang="en-US" altLang="en-US" dirty="0"/>
              <a:t>  Consider jobs in ascending order of f</a:t>
            </a:r>
            <a:r>
              <a:rPr kumimoji="0" lang="en-US" altLang="en-US" baseline="-25000" dirty="0"/>
              <a:t>j</a:t>
            </a:r>
            <a:r>
              <a:rPr kumimoji="0" lang="en-US" altLang="en-US" dirty="0"/>
              <a:t> - </a:t>
            </a:r>
            <a:r>
              <a:rPr kumimoji="0" lang="en-US" altLang="en-US" dirty="0" err="1"/>
              <a:t>s</a:t>
            </a:r>
            <a:r>
              <a:rPr kumimoji="0" lang="en-US" altLang="en-US" baseline="-25000" dirty="0" err="1"/>
              <a:t>j</a:t>
            </a:r>
            <a:r>
              <a:rPr kumimoji="0" lang="en-US" altLang="en-US" dirty="0"/>
              <a:t>.</a:t>
            </a:r>
          </a:p>
          <a:p>
            <a:pPr lvl="1"/>
            <a:endParaRPr kumimoji="0" lang="en-US" altLang="en-US" dirty="0"/>
          </a:p>
          <a:p>
            <a:pPr lvl="1"/>
            <a:r>
              <a:rPr kumimoji="0" lang="en-US" altLang="en-US" dirty="0">
                <a:solidFill>
                  <a:schemeClr val="hlink"/>
                </a:solidFill>
              </a:rPr>
              <a:t>[Fewest conflicts]</a:t>
            </a:r>
            <a:r>
              <a:rPr kumimoji="0" lang="en-US" altLang="en-US" dirty="0"/>
              <a:t>  For each job j, count the number of</a:t>
            </a:r>
            <a:br>
              <a:rPr kumimoji="0" lang="en-US" altLang="en-US" dirty="0"/>
            </a:br>
            <a:r>
              <a:rPr kumimoji="0" lang="en-US" altLang="en-US" dirty="0"/>
              <a:t>conflicting jobs </a:t>
            </a:r>
            <a:r>
              <a:rPr kumimoji="0" lang="en-US" altLang="en-US" dirty="0" err="1"/>
              <a:t>c</a:t>
            </a:r>
            <a:r>
              <a:rPr kumimoji="0" lang="en-US" altLang="en-US" baseline="-25000" dirty="0" err="1"/>
              <a:t>j</a:t>
            </a:r>
            <a:r>
              <a:rPr kumimoji="0" lang="en-US" altLang="en-US" dirty="0"/>
              <a:t>. Schedule in ascending order of </a:t>
            </a:r>
            <a:r>
              <a:rPr kumimoji="0" lang="en-US" altLang="en-US" dirty="0" err="1"/>
              <a:t>c</a:t>
            </a:r>
            <a:r>
              <a:rPr kumimoji="0" lang="en-US" altLang="en-US" baseline="-25000" dirty="0" err="1"/>
              <a:t>j</a:t>
            </a:r>
            <a:r>
              <a:rPr kumimoji="0" lang="en-US" altLang="en-US" dirty="0"/>
              <a:t>.</a:t>
            </a:r>
          </a:p>
          <a:p>
            <a:endParaRPr kumimoji="0" lang="en-US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>
            <a:extLst>
              <a:ext uri="{FF2B5EF4-FFF2-40B4-BE49-F238E27FC236}">
                <a16:creationId xmlns:a16="http://schemas.microsoft.com/office/drawing/2014/main" id="{27D5DB33-E5EA-4582-B846-515A25773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9718" y="-33338"/>
            <a:ext cx="10515600" cy="1325563"/>
          </a:xfrm>
        </p:spPr>
        <p:txBody>
          <a:bodyPr/>
          <a:lstStyle/>
          <a:p>
            <a:r>
              <a:rPr kumimoji="0" lang="en-US" altLang="en-US" dirty="0"/>
              <a:t>Interval Scheduling:  Greedy Algorithms</a:t>
            </a:r>
          </a:p>
        </p:txBody>
      </p:sp>
      <p:sp>
        <p:nvSpPr>
          <p:cNvPr id="690179" name="Rectangle 3">
            <a:extLst>
              <a:ext uri="{FF2B5EF4-FFF2-40B4-BE49-F238E27FC236}">
                <a16:creationId xmlns:a16="http://schemas.microsoft.com/office/drawing/2014/main" id="{D038C134-7028-4388-896F-A7E47C3BA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1662" y="1318419"/>
            <a:ext cx="10515600" cy="4351338"/>
          </a:xfrm>
        </p:spPr>
        <p:txBody>
          <a:bodyPr/>
          <a:lstStyle/>
          <a:p>
            <a:r>
              <a:rPr kumimoji="0" lang="en-US" altLang="en-US" dirty="0"/>
              <a:t>Greedy template.  </a:t>
            </a:r>
            <a:r>
              <a:rPr kumimoji="0" lang="en-US" altLang="en-US" dirty="0">
                <a:solidFill>
                  <a:schemeClr val="tx1"/>
                </a:solidFill>
              </a:rPr>
              <a:t>Consider jobs in some natural order.</a:t>
            </a:r>
            <a:br>
              <a:rPr kumimoji="0" lang="en-US" altLang="en-US" dirty="0">
                <a:solidFill>
                  <a:schemeClr val="tx1"/>
                </a:solidFill>
              </a:rPr>
            </a:br>
            <a:r>
              <a:rPr kumimoji="0" lang="en-US" altLang="en-US" dirty="0">
                <a:solidFill>
                  <a:schemeClr val="tx1"/>
                </a:solidFill>
              </a:rPr>
              <a:t>Take each job provided it's compatible with the ones already taken.</a:t>
            </a:r>
          </a:p>
          <a:p>
            <a:endParaRPr kumimoji="0" lang="en-US" altLang="en-US" dirty="0">
              <a:solidFill>
                <a:schemeClr val="tx1"/>
              </a:solidFill>
            </a:endParaRPr>
          </a:p>
        </p:txBody>
      </p:sp>
      <p:grpSp>
        <p:nvGrpSpPr>
          <p:cNvPr id="690180" name="Group 4">
            <a:extLst>
              <a:ext uri="{FF2B5EF4-FFF2-40B4-BE49-F238E27FC236}">
                <a16:creationId xmlns:a16="http://schemas.microsoft.com/office/drawing/2014/main" id="{D18F7EE3-7444-4404-9AE8-66B5389E816A}"/>
              </a:ext>
            </a:extLst>
          </p:cNvPr>
          <p:cNvGrpSpPr>
            <a:grpSpLocks/>
          </p:cNvGrpSpPr>
          <p:nvPr/>
        </p:nvGrpSpPr>
        <p:grpSpPr bwMode="auto">
          <a:xfrm>
            <a:off x="2354263" y="2514603"/>
            <a:ext cx="8783637" cy="452438"/>
            <a:chOff x="768" y="1584"/>
            <a:chExt cx="5533" cy="285"/>
          </a:xfrm>
        </p:grpSpPr>
        <p:sp>
          <p:nvSpPr>
            <p:cNvPr id="690181" name="Rectangle 5">
              <a:extLst>
                <a:ext uri="{FF2B5EF4-FFF2-40B4-BE49-F238E27FC236}">
                  <a16:creationId xmlns:a16="http://schemas.microsoft.com/office/drawing/2014/main" id="{6CF0315A-75ED-4B67-ACC2-3A5E5CB92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58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2" name="Rectangle 6">
              <a:extLst>
                <a:ext uri="{FF2B5EF4-FFF2-40B4-BE49-F238E27FC236}">
                  <a16:creationId xmlns:a16="http://schemas.microsoft.com/office/drawing/2014/main" id="{CA6F9924-7465-4D0E-B206-C48A49569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58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3" name="Rectangle 7">
              <a:extLst>
                <a:ext uri="{FF2B5EF4-FFF2-40B4-BE49-F238E27FC236}">
                  <a16:creationId xmlns:a16="http://schemas.microsoft.com/office/drawing/2014/main" id="{C38C2D1B-4EC9-456A-9D7B-3874CB735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58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4" name="Rectangle 8">
              <a:extLst>
                <a:ext uri="{FF2B5EF4-FFF2-40B4-BE49-F238E27FC236}">
                  <a16:creationId xmlns:a16="http://schemas.microsoft.com/office/drawing/2014/main" id="{5F9B5079-6676-46D0-A59B-A8F5C4B28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158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5" name="Rectangle 9">
              <a:extLst>
                <a:ext uri="{FF2B5EF4-FFF2-40B4-BE49-F238E27FC236}">
                  <a16:creationId xmlns:a16="http://schemas.microsoft.com/office/drawing/2014/main" id="{7FD27678-D3D3-4126-B3F8-E6AFC9338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1728"/>
              <a:ext cx="2352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6" name="Rectangle 10">
              <a:extLst>
                <a:ext uri="{FF2B5EF4-FFF2-40B4-BE49-F238E27FC236}">
                  <a16:creationId xmlns:a16="http://schemas.microsoft.com/office/drawing/2014/main" id="{D2D76EC3-075F-4FFE-A1A2-AEB7DDD9A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617"/>
              <a:ext cx="260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2000" dirty="0">
                  <a:solidFill>
                    <a:schemeClr val="accent1"/>
                  </a:solidFill>
                </a:rPr>
                <a:t>counterexample for earliest start time</a:t>
              </a:r>
            </a:p>
          </p:txBody>
        </p:sp>
      </p:grpSp>
      <p:grpSp>
        <p:nvGrpSpPr>
          <p:cNvPr id="690187" name="Group 11">
            <a:extLst>
              <a:ext uri="{FF2B5EF4-FFF2-40B4-BE49-F238E27FC236}">
                <a16:creationId xmlns:a16="http://schemas.microsoft.com/office/drawing/2014/main" id="{3942C317-85CE-4698-BAAF-93839A330701}"/>
              </a:ext>
            </a:extLst>
          </p:cNvPr>
          <p:cNvGrpSpPr>
            <a:grpSpLocks/>
          </p:cNvGrpSpPr>
          <p:nvPr/>
        </p:nvGrpSpPr>
        <p:grpSpPr bwMode="auto">
          <a:xfrm>
            <a:off x="2659063" y="3494084"/>
            <a:ext cx="8334375" cy="400049"/>
            <a:chOff x="960" y="2201"/>
            <a:chExt cx="5250" cy="252"/>
          </a:xfrm>
        </p:grpSpPr>
        <p:sp>
          <p:nvSpPr>
            <p:cNvPr id="690188" name="Rectangle 12">
              <a:extLst>
                <a:ext uri="{FF2B5EF4-FFF2-40B4-BE49-F238E27FC236}">
                  <a16:creationId xmlns:a16="http://schemas.microsoft.com/office/drawing/2014/main" id="{8C0105B8-41F2-4673-9FCA-2C4A4D07C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208"/>
              <a:ext cx="912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89" name="Rectangle 13">
              <a:extLst>
                <a:ext uri="{FF2B5EF4-FFF2-40B4-BE49-F238E27FC236}">
                  <a16:creationId xmlns:a16="http://schemas.microsoft.com/office/drawing/2014/main" id="{5C2ADA3D-BBA3-4F33-9694-5331DA676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208"/>
              <a:ext cx="912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0" name="Rectangle 14">
              <a:extLst>
                <a:ext uri="{FF2B5EF4-FFF2-40B4-BE49-F238E27FC236}">
                  <a16:creationId xmlns:a16="http://schemas.microsoft.com/office/drawing/2014/main" id="{FF1866F5-24B3-4C21-B7D5-6FFDB22DE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352"/>
              <a:ext cx="528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1" name="Rectangle 15">
              <a:extLst>
                <a:ext uri="{FF2B5EF4-FFF2-40B4-BE49-F238E27FC236}">
                  <a16:creationId xmlns:a16="http://schemas.microsoft.com/office/drawing/2014/main" id="{04069F51-27D5-45B6-9BCD-A111270EF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201"/>
              <a:ext cx="251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2000" dirty="0">
                  <a:solidFill>
                    <a:schemeClr val="accent1"/>
                  </a:solidFill>
                </a:rPr>
                <a:t>counterexample for shortest interval</a:t>
              </a:r>
            </a:p>
          </p:txBody>
        </p:sp>
      </p:grpSp>
      <p:grpSp>
        <p:nvGrpSpPr>
          <p:cNvPr id="690192" name="Group 16">
            <a:extLst>
              <a:ext uri="{FF2B5EF4-FFF2-40B4-BE49-F238E27FC236}">
                <a16:creationId xmlns:a16="http://schemas.microsoft.com/office/drawing/2014/main" id="{D8AD4B51-5F66-4BBD-8132-B70DCFF0DC69}"/>
              </a:ext>
            </a:extLst>
          </p:cNvPr>
          <p:cNvGrpSpPr>
            <a:grpSpLocks/>
          </p:cNvGrpSpPr>
          <p:nvPr/>
        </p:nvGrpSpPr>
        <p:grpSpPr bwMode="auto">
          <a:xfrm>
            <a:off x="2659064" y="4519613"/>
            <a:ext cx="8248650" cy="925512"/>
            <a:chOff x="960" y="2847"/>
            <a:chExt cx="5196" cy="583"/>
          </a:xfrm>
        </p:grpSpPr>
        <p:sp>
          <p:nvSpPr>
            <p:cNvPr id="690193" name="Rectangle 17">
              <a:extLst>
                <a:ext uri="{FF2B5EF4-FFF2-40B4-BE49-F238E27FC236}">
                  <a16:creationId xmlns:a16="http://schemas.microsoft.com/office/drawing/2014/main" id="{80A96A3F-32DD-417E-8A7D-A1CBE2A75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902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4" name="Rectangle 18">
              <a:extLst>
                <a:ext uri="{FF2B5EF4-FFF2-40B4-BE49-F238E27FC236}">
                  <a16:creationId xmlns:a16="http://schemas.microsoft.com/office/drawing/2014/main" id="{8C6DB942-79D6-42C3-A84E-E0E8E1ABE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02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5" name="Rectangle 19">
              <a:extLst>
                <a:ext uri="{FF2B5EF4-FFF2-40B4-BE49-F238E27FC236}">
                  <a16:creationId xmlns:a16="http://schemas.microsoft.com/office/drawing/2014/main" id="{44B3996A-677A-4482-A5CE-7324A7D71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902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6" name="Rectangle 20">
              <a:extLst>
                <a:ext uri="{FF2B5EF4-FFF2-40B4-BE49-F238E27FC236}">
                  <a16:creationId xmlns:a16="http://schemas.microsoft.com/office/drawing/2014/main" id="{998BF74F-71C6-4F54-9259-0E633E1FC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3" y="2902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7" name="Rectangle 21">
              <a:extLst>
                <a:ext uri="{FF2B5EF4-FFF2-40B4-BE49-F238E27FC236}">
                  <a16:creationId xmlns:a16="http://schemas.microsoft.com/office/drawing/2014/main" id="{89C8FB19-7CEE-4A05-851F-D71A94AEB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3046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8" name="Rectangle 22">
              <a:extLst>
                <a:ext uri="{FF2B5EF4-FFF2-40B4-BE49-F238E27FC236}">
                  <a16:creationId xmlns:a16="http://schemas.microsoft.com/office/drawing/2014/main" id="{95BB529E-8913-48AE-A129-4044DBCB8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190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199" name="Rectangle 23">
              <a:extLst>
                <a:ext uri="{FF2B5EF4-FFF2-40B4-BE49-F238E27FC236}">
                  <a16:creationId xmlns:a16="http://schemas.microsoft.com/office/drawing/2014/main" id="{338F4BFF-4B49-48FD-ADA5-A80130382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333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200" name="Rectangle 24">
              <a:extLst>
                <a:ext uri="{FF2B5EF4-FFF2-40B4-BE49-F238E27FC236}">
                  <a16:creationId xmlns:a16="http://schemas.microsoft.com/office/drawing/2014/main" id="{372A3218-6603-4F6E-9877-B1BD8B0E1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3046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201" name="Rectangle 25">
              <a:extLst>
                <a:ext uri="{FF2B5EF4-FFF2-40B4-BE49-F238E27FC236}">
                  <a16:creationId xmlns:a16="http://schemas.microsoft.com/office/drawing/2014/main" id="{C12E9038-C176-4AD1-948A-E0F190ED5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3190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202" name="Rectangle 26">
              <a:extLst>
                <a:ext uri="{FF2B5EF4-FFF2-40B4-BE49-F238E27FC236}">
                  <a16:creationId xmlns:a16="http://schemas.microsoft.com/office/drawing/2014/main" id="{6513681D-91C7-4BBF-9395-477AAB464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3" y="3334"/>
              <a:ext cx="393" cy="9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203" name="Rectangle 27">
              <a:extLst>
                <a:ext uri="{FF2B5EF4-FFF2-40B4-BE49-F238E27FC236}">
                  <a16:creationId xmlns:a16="http://schemas.microsoft.com/office/drawing/2014/main" id="{07463B0A-39AD-415D-B647-5577B58AF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" y="3046"/>
              <a:ext cx="393" cy="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endParaRPr lang="en-US" altLang="en-US"/>
            </a:p>
          </p:txBody>
        </p:sp>
        <p:sp>
          <p:nvSpPr>
            <p:cNvPr id="690204" name="Rectangle 28">
              <a:extLst>
                <a:ext uri="{FF2B5EF4-FFF2-40B4-BE49-F238E27FC236}">
                  <a16:creationId xmlns:a16="http://schemas.microsoft.com/office/drawing/2014/main" id="{E9C79C00-AC93-43A2-9029-B070C8BEE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847"/>
              <a:ext cx="246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r>
                <a:rPr lang="en-US" altLang="en-US" sz="2000" dirty="0">
                  <a:solidFill>
                    <a:schemeClr val="accent1"/>
                  </a:solidFill>
                </a:rPr>
                <a:t>counterexample for fewest conflicts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>
            <a:extLst>
              <a:ext uri="{FF2B5EF4-FFF2-40B4-BE49-F238E27FC236}">
                <a16:creationId xmlns:a16="http://schemas.microsoft.com/office/drawing/2014/main" id="{044A6445-E6FF-4920-B7A2-51045D338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77636"/>
            <a:ext cx="8970818" cy="5631873"/>
          </a:xfrm>
        </p:spPr>
        <p:txBody>
          <a:bodyPr>
            <a:normAutofit/>
          </a:bodyPr>
          <a:lstStyle/>
          <a:p>
            <a:r>
              <a:rPr kumimoji="0" lang="en-US" altLang="en-US" dirty="0"/>
              <a:t>Greedy algorithm.  </a:t>
            </a:r>
            <a:r>
              <a:rPr kumimoji="0" lang="en-US" altLang="en-US" dirty="0">
                <a:solidFill>
                  <a:schemeClr val="tx1"/>
                </a:solidFill>
              </a:rPr>
              <a:t>Consider jobs in increasing order of finish time. Take each job provided it's compatible with the ones already taken.</a:t>
            </a: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>
              <a:solidFill>
                <a:schemeClr val="tx1"/>
              </a:solidFill>
            </a:endParaRPr>
          </a:p>
          <a:p>
            <a:endParaRPr kumimoji="0" lang="en-US" altLang="en-US" dirty="0"/>
          </a:p>
        </p:txBody>
      </p:sp>
      <p:sp>
        <p:nvSpPr>
          <p:cNvPr id="692227" name="Text Box 3">
            <a:extLst>
              <a:ext uri="{FF2B5EF4-FFF2-40B4-BE49-F238E27FC236}">
                <a16:creationId xmlns:a16="http://schemas.microsoft.com/office/drawing/2014/main" id="{10BEADA4-06B0-41E1-ADCB-FAC62BC43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711622"/>
            <a:ext cx="7010400" cy="295465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/>
        </p:spPr>
        <p:txBody>
          <a:bodyPr lIns="182880" tIns="91440" rIns="137160" bIns="91440">
            <a:spAutoFit/>
          </a:bodyPr>
          <a:lstStyle/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Sort</a:t>
            </a:r>
            <a:r>
              <a:rPr lang="en-US" altLang="en-US" b="1" dirty="0">
                <a:latin typeface="Courier New" panose="02070309020205020404" pitchFamily="49" charset="0"/>
              </a:rPr>
              <a:t> jobs by finish times so that f</a:t>
            </a:r>
            <a:r>
              <a:rPr lang="en-US" altLang="en-US" b="1" baseline="-25000" dirty="0">
                <a:latin typeface="Courier New" panose="02070309020205020404" pitchFamily="49" charset="0"/>
              </a:rPr>
              <a:t>1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 dirty="0">
                <a:latin typeface="Courier New" panose="02070309020205020404" pitchFamily="49" charset="0"/>
              </a:rPr>
              <a:t> f</a:t>
            </a:r>
            <a:r>
              <a:rPr lang="en-US" altLang="en-US" b="1" baseline="-25000" dirty="0">
                <a:latin typeface="Courier New" panose="02070309020205020404" pitchFamily="49" charset="0"/>
              </a:rPr>
              <a:t>2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 dirty="0">
                <a:latin typeface="Courier New" panose="02070309020205020404" pitchFamily="49" charset="0"/>
              </a:rPr>
              <a:t> ...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</a:t>
            </a:r>
            <a:r>
              <a:rPr lang="en-US" altLang="en-US" b="1" dirty="0">
                <a:latin typeface="Courier New" panose="02070309020205020404" pitchFamily="49" charset="0"/>
              </a:rPr>
              <a:t> f</a:t>
            </a:r>
            <a:r>
              <a:rPr lang="en-US" altLang="en-US" b="1" baseline="-25000" dirty="0">
                <a:latin typeface="Courier New" panose="02070309020205020404" pitchFamily="49" charset="0"/>
              </a:rPr>
              <a:t>n</a:t>
            </a:r>
            <a:r>
              <a:rPr lang="en-US" altLang="en-US" b="1" dirty="0">
                <a:latin typeface="Courier New" panose="02070309020205020404" pitchFamily="49" charset="0"/>
              </a:rPr>
              <a:t>.</a:t>
            </a:r>
          </a:p>
          <a:p>
            <a:endParaRPr lang="en-US" altLang="en-US" b="1" dirty="0">
              <a:latin typeface="Courier New" panose="02070309020205020404" pitchFamily="49" charset="0"/>
            </a:endParaRPr>
          </a:p>
          <a:p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>
                <a:latin typeface="Courier New" panose="02070309020205020404" pitchFamily="49" charset="0"/>
              </a:rPr>
              <a:t>A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</a:t>
            </a:r>
            <a:endParaRPr lang="en-US" altLang="en-US" b="1" dirty="0">
              <a:latin typeface="Courier New" panose="02070309020205020404" pitchFamily="49" charset="0"/>
            </a:endParaRP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b="1" dirty="0">
                <a:latin typeface="Courier New" panose="02070309020205020404" pitchFamily="49" charset="0"/>
              </a:rPr>
              <a:t> j = 1 to n {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b="1" dirty="0">
                <a:latin typeface="Courier New" panose="02070309020205020404" pitchFamily="49" charset="0"/>
              </a:rPr>
              <a:t> (job j compatible with A)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      A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 A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  <a:sym typeface="Symbol" panose="05050102010706020507" pitchFamily="18" charset="2"/>
              </a:rPr>
              <a:t></a:t>
            </a:r>
            <a:r>
              <a:rPr lang="en-US" altLang="en-US" b="1" dirty="0">
                <a:latin typeface="Courier New" panose="02070309020205020404" pitchFamily="49" charset="0"/>
              </a:rPr>
              <a:t> {j}</a:t>
            </a:r>
          </a:p>
          <a:p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b="1" dirty="0">
                <a:solidFill>
                  <a:srgbClr val="003399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b="1" dirty="0">
                <a:latin typeface="Courier New" panose="02070309020205020404" pitchFamily="49" charset="0"/>
              </a:rPr>
              <a:t> A  </a:t>
            </a:r>
          </a:p>
        </p:txBody>
      </p:sp>
      <p:sp>
        <p:nvSpPr>
          <p:cNvPr id="692228" name="Text Box 4">
            <a:extLst>
              <a:ext uri="{FF2B5EF4-FFF2-40B4-BE49-F238E27FC236}">
                <a16:creationId xmlns:a16="http://schemas.microsoft.com/office/drawing/2014/main" id="{5A0FD2BD-CC88-442F-A1E8-CCE582B15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563" y="3570380"/>
            <a:ext cx="1498808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09588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19175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28763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38350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955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527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099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671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 dirty="0">
                <a:solidFill>
                  <a:schemeClr val="hlink"/>
                </a:solidFill>
              </a:rPr>
              <a:t>set of jobs selected </a:t>
            </a:r>
            <a:endParaRPr lang="en-US" altLang="en-US" sz="1200" dirty="0">
              <a:solidFill>
                <a:schemeClr val="hlink"/>
              </a:solidFill>
              <a:sym typeface="Symbol" panose="05050102010706020507" pitchFamily="18" charset="2"/>
            </a:endParaRPr>
          </a:p>
        </p:txBody>
      </p:sp>
      <p:sp>
        <p:nvSpPr>
          <p:cNvPr id="692229" name="Line 5">
            <a:extLst>
              <a:ext uri="{FF2B5EF4-FFF2-40B4-BE49-F238E27FC236}">
                <a16:creationId xmlns:a16="http://schemas.microsoft.com/office/drawing/2014/main" id="{37898663-9BE3-4CCE-B335-CE7EEC3523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96940" y="3765292"/>
            <a:ext cx="195263" cy="136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692230" name="Rectangle 6">
            <a:extLst>
              <a:ext uri="{FF2B5EF4-FFF2-40B4-BE49-F238E27FC236}">
                <a16:creationId xmlns:a16="http://schemas.microsoft.com/office/drawing/2014/main" id="{68F3A6E6-2CA2-449D-A68E-61A8805FCE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764" y="0"/>
            <a:ext cx="10515600" cy="1325563"/>
          </a:xfrm>
        </p:spPr>
        <p:txBody>
          <a:bodyPr/>
          <a:lstStyle/>
          <a:p>
            <a:r>
              <a:rPr kumimoji="0" lang="en-US" altLang="en-US" dirty="0"/>
              <a:t>Interval Scheduling:  Greedy Algorithm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353EFE1D-A6A7-4EFA-8B90-A69A12B85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31782" name="Line 6">
            <a:extLst>
              <a:ext uri="{FF2B5EF4-FFF2-40B4-BE49-F238E27FC236}">
                <a16:creationId xmlns:a16="http://schemas.microsoft.com/office/drawing/2014/main" id="{D7A085AA-A5A3-4B8B-BC70-A14E56CC5AC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83" name="Text Box 7">
            <a:extLst>
              <a:ext uri="{FF2B5EF4-FFF2-40B4-BE49-F238E27FC236}">
                <a16:creationId xmlns:a16="http://schemas.microsoft.com/office/drawing/2014/main" id="{935B9ED0-24F7-4078-90B3-45432E33E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84" name="Text Box 8">
            <a:extLst>
              <a:ext uri="{FF2B5EF4-FFF2-40B4-BE49-F238E27FC236}">
                <a16:creationId xmlns:a16="http://schemas.microsoft.com/office/drawing/2014/main" id="{F4BDA298-6D1B-45F8-B776-618E605E5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31785" name="Line 9">
            <a:extLst>
              <a:ext uri="{FF2B5EF4-FFF2-40B4-BE49-F238E27FC236}">
                <a16:creationId xmlns:a16="http://schemas.microsoft.com/office/drawing/2014/main" id="{B1E43363-DE34-45FD-A6AC-9B6ECCECC0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86" name="Text Box 10">
            <a:extLst>
              <a:ext uri="{FF2B5EF4-FFF2-40B4-BE49-F238E27FC236}">
                <a16:creationId xmlns:a16="http://schemas.microsoft.com/office/drawing/2014/main" id="{54138F10-AE6A-49BB-B6C8-F5BE006C3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31787" name="Rectangle 11">
            <a:extLst>
              <a:ext uri="{FF2B5EF4-FFF2-40B4-BE49-F238E27FC236}">
                <a16:creationId xmlns:a16="http://schemas.microsoft.com/office/drawing/2014/main" id="{D3E4AC40-D92A-4B57-9483-943F0E8428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31788" name="Rectangle 12">
            <a:extLst>
              <a:ext uri="{FF2B5EF4-FFF2-40B4-BE49-F238E27FC236}">
                <a16:creationId xmlns:a16="http://schemas.microsoft.com/office/drawing/2014/main" id="{71675C73-C482-43B1-9CE3-8F23234AC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31789" name="Rectangle 13">
            <a:extLst>
              <a:ext uri="{FF2B5EF4-FFF2-40B4-BE49-F238E27FC236}">
                <a16:creationId xmlns:a16="http://schemas.microsoft.com/office/drawing/2014/main" id="{31281C13-F44C-4261-B5A3-C6547DA13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31790" name="Rectangle 14">
            <a:extLst>
              <a:ext uri="{FF2B5EF4-FFF2-40B4-BE49-F238E27FC236}">
                <a16:creationId xmlns:a16="http://schemas.microsoft.com/office/drawing/2014/main" id="{6D9F75AB-1E3E-48AC-AD1D-D41254C3E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1791" name="Rectangle 15">
            <a:extLst>
              <a:ext uri="{FF2B5EF4-FFF2-40B4-BE49-F238E27FC236}">
                <a16:creationId xmlns:a16="http://schemas.microsoft.com/office/drawing/2014/main" id="{EADA4746-A1CF-4595-9C82-5BA81743A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31792" name="Rectangle 16">
            <a:extLst>
              <a:ext uri="{FF2B5EF4-FFF2-40B4-BE49-F238E27FC236}">
                <a16:creationId xmlns:a16="http://schemas.microsoft.com/office/drawing/2014/main" id="{A48C405E-81AD-494B-839D-08EAD1CB1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31793" name="Rectangle 17">
            <a:extLst>
              <a:ext uri="{FF2B5EF4-FFF2-40B4-BE49-F238E27FC236}">
                <a16:creationId xmlns:a16="http://schemas.microsoft.com/office/drawing/2014/main" id="{06B88756-0E1E-43FD-88E4-4D57FD279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31794" name="Line 18">
            <a:extLst>
              <a:ext uri="{FF2B5EF4-FFF2-40B4-BE49-F238E27FC236}">
                <a16:creationId xmlns:a16="http://schemas.microsoft.com/office/drawing/2014/main" id="{9F4197B4-19F7-4975-A955-05B6C0C56EB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95" name="Line 19">
            <a:extLst>
              <a:ext uri="{FF2B5EF4-FFF2-40B4-BE49-F238E27FC236}">
                <a16:creationId xmlns:a16="http://schemas.microsoft.com/office/drawing/2014/main" id="{DC10655D-2993-44AF-B541-5981F8FC7A4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96" name="Line 20">
            <a:extLst>
              <a:ext uri="{FF2B5EF4-FFF2-40B4-BE49-F238E27FC236}">
                <a16:creationId xmlns:a16="http://schemas.microsoft.com/office/drawing/2014/main" id="{6C7ADFF6-61DD-4EEB-A369-1EFA7E5E78C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97" name="Line 21">
            <a:extLst>
              <a:ext uri="{FF2B5EF4-FFF2-40B4-BE49-F238E27FC236}">
                <a16:creationId xmlns:a16="http://schemas.microsoft.com/office/drawing/2014/main" id="{8E740087-0F24-4EAB-8898-88B687E5E1A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98" name="Line 22">
            <a:extLst>
              <a:ext uri="{FF2B5EF4-FFF2-40B4-BE49-F238E27FC236}">
                <a16:creationId xmlns:a16="http://schemas.microsoft.com/office/drawing/2014/main" id="{8DE05CE0-2C17-41C2-B07F-E62A8A68F52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799" name="Line 23">
            <a:extLst>
              <a:ext uri="{FF2B5EF4-FFF2-40B4-BE49-F238E27FC236}">
                <a16:creationId xmlns:a16="http://schemas.microsoft.com/office/drawing/2014/main" id="{C40F5170-193D-4C54-98C8-B2D2E8F7E92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0" name="Line 24">
            <a:extLst>
              <a:ext uri="{FF2B5EF4-FFF2-40B4-BE49-F238E27FC236}">
                <a16:creationId xmlns:a16="http://schemas.microsoft.com/office/drawing/2014/main" id="{60DD8A6D-231C-41EC-80DE-3D1E43672EA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1" name="Line 25">
            <a:extLst>
              <a:ext uri="{FF2B5EF4-FFF2-40B4-BE49-F238E27FC236}">
                <a16:creationId xmlns:a16="http://schemas.microsoft.com/office/drawing/2014/main" id="{476F9C92-D0EF-4EC4-BBC8-6FF8BAFE98B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2" name="Line 26">
            <a:extLst>
              <a:ext uri="{FF2B5EF4-FFF2-40B4-BE49-F238E27FC236}">
                <a16:creationId xmlns:a16="http://schemas.microsoft.com/office/drawing/2014/main" id="{31DCB8BF-C4CF-4D5C-8096-0864056525C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3" name="Line 27">
            <a:extLst>
              <a:ext uri="{FF2B5EF4-FFF2-40B4-BE49-F238E27FC236}">
                <a16:creationId xmlns:a16="http://schemas.microsoft.com/office/drawing/2014/main" id="{02F8746A-5E1C-4544-A61D-DB0D99007C0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4" name="Line 28">
            <a:extLst>
              <a:ext uri="{FF2B5EF4-FFF2-40B4-BE49-F238E27FC236}">
                <a16:creationId xmlns:a16="http://schemas.microsoft.com/office/drawing/2014/main" id="{605F1D9A-E97C-494F-8033-96812FC6C19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5" name="Line 29">
            <a:extLst>
              <a:ext uri="{FF2B5EF4-FFF2-40B4-BE49-F238E27FC236}">
                <a16:creationId xmlns:a16="http://schemas.microsoft.com/office/drawing/2014/main" id="{3177DF5C-4F98-410C-A16F-7B29B5BC32F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06" name="Text Box 30">
            <a:extLst>
              <a:ext uri="{FF2B5EF4-FFF2-40B4-BE49-F238E27FC236}">
                <a16:creationId xmlns:a16="http://schemas.microsoft.com/office/drawing/2014/main" id="{9195A97E-8F70-45EA-A89A-AE8E5A8AC6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1807" name="Text Box 31">
            <a:extLst>
              <a:ext uri="{FF2B5EF4-FFF2-40B4-BE49-F238E27FC236}">
                <a16:creationId xmlns:a16="http://schemas.microsoft.com/office/drawing/2014/main" id="{B9FF2EAC-FEEA-46F3-99B7-6585F1508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1808" name="Text Box 32">
            <a:extLst>
              <a:ext uri="{FF2B5EF4-FFF2-40B4-BE49-F238E27FC236}">
                <a16:creationId xmlns:a16="http://schemas.microsoft.com/office/drawing/2014/main" id="{14ADAAB9-7C38-4DA4-8D4B-3E46C72FF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1809" name="Text Box 33">
            <a:extLst>
              <a:ext uri="{FF2B5EF4-FFF2-40B4-BE49-F238E27FC236}">
                <a16:creationId xmlns:a16="http://schemas.microsoft.com/office/drawing/2014/main" id="{5ADBADF9-7F35-43A2-B1B1-5D19FD1ED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1810" name="Text Box 34">
            <a:extLst>
              <a:ext uri="{FF2B5EF4-FFF2-40B4-BE49-F238E27FC236}">
                <a16:creationId xmlns:a16="http://schemas.microsoft.com/office/drawing/2014/main" id="{DB4004AE-6ABA-4069-90CE-84CD18AF81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1811" name="Text Box 35">
            <a:extLst>
              <a:ext uri="{FF2B5EF4-FFF2-40B4-BE49-F238E27FC236}">
                <a16:creationId xmlns:a16="http://schemas.microsoft.com/office/drawing/2014/main" id="{99B2EE38-7B46-4F8D-8078-C80310632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1812" name="Text Box 36">
            <a:extLst>
              <a:ext uri="{FF2B5EF4-FFF2-40B4-BE49-F238E27FC236}">
                <a16:creationId xmlns:a16="http://schemas.microsoft.com/office/drawing/2014/main" id="{64B75A89-3B0A-4176-A954-C8907F7F4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1813" name="Text Box 37">
            <a:extLst>
              <a:ext uri="{FF2B5EF4-FFF2-40B4-BE49-F238E27FC236}">
                <a16:creationId xmlns:a16="http://schemas.microsoft.com/office/drawing/2014/main" id="{7369DA32-63F3-43FE-89D4-F0C0C2211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1814" name="Text Box 38">
            <a:extLst>
              <a:ext uri="{FF2B5EF4-FFF2-40B4-BE49-F238E27FC236}">
                <a16:creationId xmlns:a16="http://schemas.microsoft.com/office/drawing/2014/main" id="{98050743-71B6-4FEE-80C5-9BBA2A8ED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1815" name="Text Box 39">
            <a:extLst>
              <a:ext uri="{FF2B5EF4-FFF2-40B4-BE49-F238E27FC236}">
                <a16:creationId xmlns:a16="http://schemas.microsoft.com/office/drawing/2014/main" id="{AAEBCEA7-2D7F-4C3D-A9DE-187B43DD5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1816" name="Text Box 40">
            <a:extLst>
              <a:ext uri="{FF2B5EF4-FFF2-40B4-BE49-F238E27FC236}">
                <a16:creationId xmlns:a16="http://schemas.microsoft.com/office/drawing/2014/main" id="{3880E43C-7703-473F-9D91-DA8E24519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1817" name="Rectangle 41">
            <a:extLst>
              <a:ext uri="{FF2B5EF4-FFF2-40B4-BE49-F238E27FC236}">
                <a16:creationId xmlns:a16="http://schemas.microsoft.com/office/drawing/2014/main" id="{1A8D4F74-CCB9-4185-BF39-E66CA08D0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31856" name="Line 80">
            <a:extLst>
              <a:ext uri="{FF2B5EF4-FFF2-40B4-BE49-F238E27FC236}">
                <a16:creationId xmlns:a16="http://schemas.microsoft.com/office/drawing/2014/main" id="{87AD9F76-A550-4733-A90E-5F43815C06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57" name="Text Box 81">
            <a:extLst>
              <a:ext uri="{FF2B5EF4-FFF2-40B4-BE49-F238E27FC236}">
                <a16:creationId xmlns:a16="http://schemas.microsoft.com/office/drawing/2014/main" id="{E3BAAFA2-F24D-4850-9B47-52AB914E7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1860" name="Text Box 84">
            <a:extLst>
              <a:ext uri="{FF2B5EF4-FFF2-40B4-BE49-F238E27FC236}">
                <a16:creationId xmlns:a16="http://schemas.microsoft.com/office/drawing/2014/main" id="{4DC33DC3-BBB8-4991-85BB-73AB640E3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31892" name="Group 116">
            <a:extLst>
              <a:ext uri="{FF2B5EF4-FFF2-40B4-BE49-F238E27FC236}">
                <a16:creationId xmlns:a16="http://schemas.microsoft.com/office/drawing/2014/main" id="{65D49167-2D56-4EC5-8E6A-5B1F125AD519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31868" name="Line 92">
              <a:extLst>
                <a:ext uri="{FF2B5EF4-FFF2-40B4-BE49-F238E27FC236}">
                  <a16:creationId xmlns:a16="http://schemas.microsoft.com/office/drawing/2014/main" id="{E684F256-86B2-4DAF-84A0-F6E9103A6A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69" name="Line 93">
              <a:extLst>
                <a:ext uri="{FF2B5EF4-FFF2-40B4-BE49-F238E27FC236}">
                  <a16:creationId xmlns:a16="http://schemas.microsoft.com/office/drawing/2014/main" id="{81E7E2C5-0737-4599-A770-29DAD73711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0" name="Line 94">
              <a:extLst>
                <a:ext uri="{FF2B5EF4-FFF2-40B4-BE49-F238E27FC236}">
                  <a16:creationId xmlns:a16="http://schemas.microsoft.com/office/drawing/2014/main" id="{A0291F33-D636-4709-8103-0A2A247992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1" name="Line 95">
              <a:extLst>
                <a:ext uri="{FF2B5EF4-FFF2-40B4-BE49-F238E27FC236}">
                  <a16:creationId xmlns:a16="http://schemas.microsoft.com/office/drawing/2014/main" id="{80E4A541-F65A-4688-BC78-28BFB08ED1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2" name="Line 96">
              <a:extLst>
                <a:ext uri="{FF2B5EF4-FFF2-40B4-BE49-F238E27FC236}">
                  <a16:creationId xmlns:a16="http://schemas.microsoft.com/office/drawing/2014/main" id="{F16E78C8-A34B-4F0E-9178-0345F2110D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3" name="Line 97">
              <a:extLst>
                <a:ext uri="{FF2B5EF4-FFF2-40B4-BE49-F238E27FC236}">
                  <a16:creationId xmlns:a16="http://schemas.microsoft.com/office/drawing/2014/main" id="{F59429B4-6256-46A5-B63B-7D78BC5F34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4" name="Line 98">
              <a:extLst>
                <a:ext uri="{FF2B5EF4-FFF2-40B4-BE49-F238E27FC236}">
                  <a16:creationId xmlns:a16="http://schemas.microsoft.com/office/drawing/2014/main" id="{81A6D44E-481F-44B0-AD94-BA883817E93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5" name="Line 99">
              <a:extLst>
                <a:ext uri="{FF2B5EF4-FFF2-40B4-BE49-F238E27FC236}">
                  <a16:creationId xmlns:a16="http://schemas.microsoft.com/office/drawing/2014/main" id="{AB9D714A-F56F-4AA6-8A2A-75176FDC89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6" name="Line 100">
              <a:extLst>
                <a:ext uri="{FF2B5EF4-FFF2-40B4-BE49-F238E27FC236}">
                  <a16:creationId xmlns:a16="http://schemas.microsoft.com/office/drawing/2014/main" id="{92224D37-DA91-4F7B-B891-BB94FD5A6B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7" name="Line 101">
              <a:extLst>
                <a:ext uri="{FF2B5EF4-FFF2-40B4-BE49-F238E27FC236}">
                  <a16:creationId xmlns:a16="http://schemas.microsoft.com/office/drawing/2014/main" id="{9ECA27D8-6531-40E7-85A1-5AFC1D16802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8" name="Line 102">
              <a:extLst>
                <a:ext uri="{FF2B5EF4-FFF2-40B4-BE49-F238E27FC236}">
                  <a16:creationId xmlns:a16="http://schemas.microsoft.com/office/drawing/2014/main" id="{3FF875F7-1780-44D6-A865-E7560B22409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1879" name="Line 103">
              <a:extLst>
                <a:ext uri="{FF2B5EF4-FFF2-40B4-BE49-F238E27FC236}">
                  <a16:creationId xmlns:a16="http://schemas.microsoft.com/office/drawing/2014/main" id="{7E59FA3B-A9E0-4546-9A6C-76E70FB52B9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31880" name="Text Box 104">
            <a:extLst>
              <a:ext uri="{FF2B5EF4-FFF2-40B4-BE49-F238E27FC236}">
                <a16:creationId xmlns:a16="http://schemas.microsoft.com/office/drawing/2014/main" id="{9F63757E-1DDD-41DD-8CFE-4D9DF5676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1881" name="Text Box 105">
            <a:extLst>
              <a:ext uri="{FF2B5EF4-FFF2-40B4-BE49-F238E27FC236}">
                <a16:creationId xmlns:a16="http://schemas.microsoft.com/office/drawing/2014/main" id="{9CE69B89-94DE-4848-94FE-57427C6F44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1882" name="Text Box 106">
            <a:extLst>
              <a:ext uri="{FF2B5EF4-FFF2-40B4-BE49-F238E27FC236}">
                <a16:creationId xmlns:a16="http://schemas.microsoft.com/office/drawing/2014/main" id="{6766285B-E386-40F5-9736-508B08D8F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1883" name="Text Box 107">
            <a:extLst>
              <a:ext uri="{FF2B5EF4-FFF2-40B4-BE49-F238E27FC236}">
                <a16:creationId xmlns:a16="http://schemas.microsoft.com/office/drawing/2014/main" id="{86B3FD01-44E9-4B02-B259-9102C468A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1884" name="Text Box 108">
            <a:extLst>
              <a:ext uri="{FF2B5EF4-FFF2-40B4-BE49-F238E27FC236}">
                <a16:creationId xmlns:a16="http://schemas.microsoft.com/office/drawing/2014/main" id="{2C6FE64B-D625-4FD7-996C-0192338B8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1885" name="Text Box 109">
            <a:extLst>
              <a:ext uri="{FF2B5EF4-FFF2-40B4-BE49-F238E27FC236}">
                <a16:creationId xmlns:a16="http://schemas.microsoft.com/office/drawing/2014/main" id="{07D4B9CB-DD1D-46F1-A9CE-EC818F108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1886" name="Text Box 110">
            <a:extLst>
              <a:ext uri="{FF2B5EF4-FFF2-40B4-BE49-F238E27FC236}">
                <a16:creationId xmlns:a16="http://schemas.microsoft.com/office/drawing/2014/main" id="{87606B9F-C6E8-41E7-9F2C-5F9D9A36E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1887" name="Text Box 111">
            <a:extLst>
              <a:ext uri="{FF2B5EF4-FFF2-40B4-BE49-F238E27FC236}">
                <a16:creationId xmlns:a16="http://schemas.microsoft.com/office/drawing/2014/main" id="{A8D1D48C-8B25-490D-9F07-035B809D7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1888" name="Text Box 112">
            <a:extLst>
              <a:ext uri="{FF2B5EF4-FFF2-40B4-BE49-F238E27FC236}">
                <a16:creationId xmlns:a16="http://schemas.microsoft.com/office/drawing/2014/main" id="{34FBA1DA-7D99-4804-8C34-B35893B4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1889" name="Text Box 113">
            <a:extLst>
              <a:ext uri="{FF2B5EF4-FFF2-40B4-BE49-F238E27FC236}">
                <a16:creationId xmlns:a16="http://schemas.microsoft.com/office/drawing/2014/main" id="{DFEEB6DB-C319-4ED9-8401-F0E74A23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1890" name="Text Box 114">
            <a:extLst>
              <a:ext uri="{FF2B5EF4-FFF2-40B4-BE49-F238E27FC236}">
                <a16:creationId xmlns:a16="http://schemas.microsoft.com/office/drawing/2014/main" id="{E444D1AE-5930-4CAF-8FE7-95E20CD22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1893" name="Line 117">
            <a:extLst>
              <a:ext uri="{FF2B5EF4-FFF2-40B4-BE49-F238E27FC236}">
                <a16:creationId xmlns:a16="http://schemas.microsoft.com/office/drawing/2014/main" id="{93CA8679-B4E9-4A8E-B052-EF286529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1687B5D5-5B57-4EEE-B088-3A544A9BA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33863" name="Line 39">
            <a:extLst>
              <a:ext uri="{FF2B5EF4-FFF2-40B4-BE49-F238E27FC236}">
                <a16:creationId xmlns:a16="http://schemas.microsoft.com/office/drawing/2014/main" id="{D229F939-5391-48ED-AD8B-D3B1B3B05F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64" name="Text Box 40">
            <a:extLst>
              <a:ext uri="{FF2B5EF4-FFF2-40B4-BE49-F238E27FC236}">
                <a16:creationId xmlns:a16="http://schemas.microsoft.com/office/drawing/2014/main" id="{81FBCBF2-2C30-4BB3-8CFA-355DEC7BF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65" name="Text Box 41">
            <a:extLst>
              <a:ext uri="{FF2B5EF4-FFF2-40B4-BE49-F238E27FC236}">
                <a16:creationId xmlns:a16="http://schemas.microsoft.com/office/drawing/2014/main" id="{B0ECADD6-A463-4738-80E6-CAE96E84D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33866" name="Group 42">
            <a:extLst>
              <a:ext uri="{FF2B5EF4-FFF2-40B4-BE49-F238E27FC236}">
                <a16:creationId xmlns:a16="http://schemas.microsoft.com/office/drawing/2014/main" id="{13733C5A-1831-4E5E-9D69-91F4215F7331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33867" name="Line 43">
              <a:extLst>
                <a:ext uri="{FF2B5EF4-FFF2-40B4-BE49-F238E27FC236}">
                  <a16:creationId xmlns:a16="http://schemas.microsoft.com/office/drawing/2014/main" id="{56E01944-62ED-43D9-9B98-919A62D9686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68" name="Line 44">
              <a:extLst>
                <a:ext uri="{FF2B5EF4-FFF2-40B4-BE49-F238E27FC236}">
                  <a16:creationId xmlns:a16="http://schemas.microsoft.com/office/drawing/2014/main" id="{92FE3157-8CDB-4F1F-90A8-54B428CED0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69" name="Line 45">
              <a:extLst>
                <a:ext uri="{FF2B5EF4-FFF2-40B4-BE49-F238E27FC236}">
                  <a16:creationId xmlns:a16="http://schemas.microsoft.com/office/drawing/2014/main" id="{6A49DD89-6171-4614-96A0-2FB27A2698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0" name="Line 46">
              <a:extLst>
                <a:ext uri="{FF2B5EF4-FFF2-40B4-BE49-F238E27FC236}">
                  <a16:creationId xmlns:a16="http://schemas.microsoft.com/office/drawing/2014/main" id="{A28FB2A7-C28A-4068-B8DF-8BE0187AB62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1" name="Line 47">
              <a:extLst>
                <a:ext uri="{FF2B5EF4-FFF2-40B4-BE49-F238E27FC236}">
                  <a16:creationId xmlns:a16="http://schemas.microsoft.com/office/drawing/2014/main" id="{D8C5D8A0-DECF-4F49-B6C3-EA2394D05F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2" name="Line 48">
              <a:extLst>
                <a:ext uri="{FF2B5EF4-FFF2-40B4-BE49-F238E27FC236}">
                  <a16:creationId xmlns:a16="http://schemas.microsoft.com/office/drawing/2014/main" id="{5C91D88B-5361-4C8E-9675-0E0ADC3BDB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3" name="Line 49">
              <a:extLst>
                <a:ext uri="{FF2B5EF4-FFF2-40B4-BE49-F238E27FC236}">
                  <a16:creationId xmlns:a16="http://schemas.microsoft.com/office/drawing/2014/main" id="{73693110-9EEE-4620-BF49-550ECD15527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4" name="Line 50">
              <a:extLst>
                <a:ext uri="{FF2B5EF4-FFF2-40B4-BE49-F238E27FC236}">
                  <a16:creationId xmlns:a16="http://schemas.microsoft.com/office/drawing/2014/main" id="{28B80BAD-DE4C-472E-B047-7FB0A0CD5E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5" name="Line 51">
              <a:extLst>
                <a:ext uri="{FF2B5EF4-FFF2-40B4-BE49-F238E27FC236}">
                  <a16:creationId xmlns:a16="http://schemas.microsoft.com/office/drawing/2014/main" id="{B64C0353-4F78-4547-84EE-8A3A489E767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6" name="Line 52">
              <a:extLst>
                <a:ext uri="{FF2B5EF4-FFF2-40B4-BE49-F238E27FC236}">
                  <a16:creationId xmlns:a16="http://schemas.microsoft.com/office/drawing/2014/main" id="{4B3EAFDF-080A-486B-B83D-FA4E958DF1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7" name="Line 53">
              <a:extLst>
                <a:ext uri="{FF2B5EF4-FFF2-40B4-BE49-F238E27FC236}">
                  <a16:creationId xmlns:a16="http://schemas.microsoft.com/office/drawing/2014/main" id="{CACB9423-4650-4764-AAC7-9CEE6A8EDF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3878" name="Line 54">
              <a:extLst>
                <a:ext uri="{FF2B5EF4-FFF2-40B4-BE49-F238E27FC236}">
                  <a16:creationId xmlns:a16="http://schemas.microsoft.com/office/drawing/2014/main" id="{EC4539CB-1856-4C35-A252-905D0A68AF6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33879" name="Text Box 55">
            <a:extLst>
              <a:ext uri="{FF2B5EF4-FFF2-40B4-BE49-F238E27FC236}">
                <a16:creationId xmlns:a16="http://schemas.microsoft.com/office/drawing/2014/main" id="{F6C466D2-4D99-491C-AC43-E4BBFA67B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3880" name="Text Box 56">
            <a:extLst>
              <a:ext uri="{FF2B5EF4-FFF2-40B4-BE49-F238E27FC236}">
                <a16:creationId xmlns:a16="http://schemas.microsoft.com/office/drawing/2014/main" id="{A6EEA90A-E929-412A-A195-3077783361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3881" name="Text Box 57">
            <a:extLst>
              <a:ext uri="{FF2B5EF4-FFF2-40B4-BE49-F238E27FC236}">
                <a16:creationId xmlns:a16="http://schemas.microsoft.com/office/drawing/2014/main" id="{9C6CB309-1217-4104-8C53-8B872C10C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3882" name="Text Box 58">
            <a:extLst>
              <a:ext uri="{FF2B5EF4-FFF2-40B4-BE49-F238E27FC236}">
                <a16:creationId xmlns:a16="http://schemas.microsoft.com/office/drawing/2014/main" id="{8AFE736F-56B6-46DE-8FF9-8AAF2585F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3883" name="Text Box 59">
            <a:extLst>
              <a:ext uri="{FF2B5EF4-FFF2-40B4-BE49-F238E27FC236}">
                <a16:creationId xmlns:a16="http://schemas.microsoft.com/office/drawing/2014/main" id="{DA050DDB-FEEE-4C74-868A-ED22D6212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3884" name="Text Box 60">
            <a:extLst>
              <a:ext uri="{FF2B5EF4-FFF2-40B4-BE49-F238E27FC236}">
                <a16:creationId xmlns:a16="http://schemas.microsoft.com/office/drawing/2014/main" id="{D4E95A2D-44BD-4101-9F1F-ADD8AD3C01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3885" name="Text Box 61">
            <a:extLst>
              <a:ext uri="{FF2B5EF4-FFF2-40B4-BE49-F238E27FC236}">
                <a16:creationId xmlns:a16="http://schemas.microsoft.com/office/drawing/2014/main" id="{FC25D029-C528-4AC3-9615-6FBC8BB54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3886" name="Text Box 62">
            <a:extLst>
              <a:ext uri="{FF2B5EF4-FFF2-40B4-BE49-F238E27FC236}">
                <a16:creationId xmlns:a16="http://schemas.microsoft.com/office/drawing/2014/main" id="{D9BD984B-42AB-42DA-BB5D-063142CA5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3887" name="Text Box 63">
            <a:extLst>
              <a:ext uri="{FF2B5EF4-FFF2-40B4-BE49-F238E27FC236}">
                <a16:creationId xmlns:a16="http://schemas.microsoft.com/office/drawing/2014/main" id="{FFC74CCE-EFBE-4ED9-BFF4-0B2522E05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3888" name="Text Box 64">
            <a:extLst>
              <a:ext uri="{FF2B5EF4-FFF2-40B4-BE49-F238E27FC236}">
                <a16:creationId xmlns:a16="http://schemas.microsoft.com/office/drawing/2014/main" id="{66E3CEC5-8E35-47BD-BD25-75FF15AD6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3889" name="Text Box 65">
            <a:extLst>
              <a:ext uri="{FF2B5EF4-FFF2-40B4-BE49-F238E27FC236}">
                <a16:creationId xmlns:a16="http://schemas.microsoft.com/office/drawing/2014/main" id="{756C5F6B-A255-42D3-8BD1-30D24AB7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3890" name="Line 66">
            <a:extLst>
              <a:ext uri="{FF2B5EF4-FFF2-40B4-BE49-F238E27FC236}">
                <a16:creationId xmlns:a16="http://schemas.microsoft.com/office/drawing/2014/main" id="{726EE084-97F1-409E-A143-D46A34CBB70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92" name="AutoShape 68">
            <a:extLst>
              <a:ext uri="{FF2B5EF4-FFF2-40B4-BE49-F238E27FC236}">
                <a16:creationId xmlns:a16="http://schemas.microsoft.com/office/drawing/2014/main" id="{653E1509-096E-4DB8-A4A4-8BB61579B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9144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93" name="Rectangle 69">
            <a:extLst>
              <a:ext uri="{FF2B5EF4-FFF2-40B4-BE49-F238E27FC236}">
                <a16:creationId xmlns:a16="http://schemas.microsoft.com/office/drawing/2014/main" id="{AA318820-A137-472D-8680-6BE804900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3894" name="Line 70">
            <a:extLst>
              <a:ext uri="{FF2B5EF4-FFF2-40B4-BE49-F238E27FC236}">
                <a16:creationId xmlns:a16="http://schemas.microsoft.com/office/drawing/2014/main" id="{6C196BFF-8044-4696-B443-BDE2DAEFA3C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95" name="Text Box 71">
            <a:extLst>
              <a:ext uri="{FF2B5EF4-FFF2-40B4-BE49-F238E27FC236}">
                <a16:creationId xmlns:a16="http://schemas.microsoft.com/office/drawing/2014/main" id="{1FA3B04D-8B3F-4683-BB99-8CA5E4E7B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96" name="Text Box 72">
            <a:extLst>
              <a:ext uri="{FF2B5EF4-FFF2-40B4-BE49-F238E27FC236}">
                <a16:creationId xmlns:a16="http://schemas.microsoft.com/office/drawing/2014/main" id="{18C8E0E4-5088-499B-B0CA-B01AFE46D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33897" name="Line 73">
            <a:extLst>
              <a:ext uri="{FF2B5EF4-FFF2-40B4-BE49-F238E27FC236}">
                <a16:creationId xmlns:a16="http://schemas.microsoft.com/office/drawing/2014/main" id="{0FCAB0D6-629F-4B14-92EB-9814CF2B2B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898" name="Text Box 74">
            <a:extLst>
              <a:ext uri="{FF2B5EF4-FFF2-40B4-BE49-F238E27FC236}">
                <a16:creationId xmlns:a16="http://schemas.microsoft.com/office/drawing/2014/main" id="{57F87ADA-8629-40E0-96D4-6E6815278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33899" name="Rectangle 75">
            <a:extLst>
              <a:ext uri="{FF2B5EF4-FFF2-40B4-BE49-F238E27FC236}">
                <a16:creationId xmlns:a16="http://schemas.microsoft.com/office/drawing/2014/main" id="{EEDFF7C1-063B-4801-9B67-FAE9D831F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33900" name="Rectangle 76">
            <a:extLst>
              <a:ext uri="{FF2B5EF4-FFF2-40B4-BE49-F238E27FC236}">
                <a16:creationId xmlns:a16="http://schemas.microsoft.com/office/drawing/2014/main" id="{4447602E-5B8E-466C-BEA8-45BC6FCCF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33901" name="Rectangle 77">
            <a:extLst>
              <a:ext uri="{FF2B5EF4-FFF2-40B4-BE49-F238E27FC236}">
                <a16:creationId xmlns:a16="http://schemas.microsoft.com/office/drawing/2014/main" id="{24781974-01D1-4FA1-8E4D-B58F82561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33902" name="Rectangle 78">
            <a:extLst>
              <a:ext uri="{FF2B5EF4-FFF2-40B4-BE49-F238E27FC236}">
                <a16:creationId xmlns:a16="http://schemas.microsoft.com/office/drawing/2014/main" id="{B0BECF1C-B4D6-4362-B744-FE2AF7D91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3903" name="Rectangle 79">
            <a:extLst>
              <a:ext uri="{FF2B5EF4-FFF2-40B4-BE49-F238E27FC236}">
                <a16:creationId xmlns:a16="http://schemas.microsoft.com/office/drawing/2014/main" id="{85740D01-D970-45B9-8054-9CE73893D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33904" name="Rectangle 80">
            <a:extLst>
              <a:ext uri="{FF2B5EF4-FFF2-40B4-BE49-F238E27FC236}">
                <a16:creationId xmlns:a16="http://schemas.microsoft.com/office/drawing/2014/main" id="{25E72889-9C0A-459F-8CB6-3952514E3B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33905" name="Rectangle 81">
            <a:extLst>
              <a:ext uri="{FF2B5EF4-FFF2-40B4-BE49-F238E27FC236}">
                <a16:creationId xmlns:a16="http://schemas.microsoft.com/office/drawing/2014/main" id="{331FB28E-836A-4645-9CA4-493924E20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33906" name="Line 82">
            <a:extLst>
              <a:ext uri="{FF2B5EF4-FFF2-40B4-BE49-F238E27FC236}">
                <a16:creationId xmlns:a16="http://schemas.microsoft.com/office/drawing/2014/main" id="{C757C226-375D-4205-A8B0-955B34B6A38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07" name="Line 83">
            <a:extLst>
              <a:ext uri="{FF2B5EF4-FFF2-40B4-BE49-F238E27FC236}">
                <a16:creationId xmlns:a16="http://schemas.microsoft.com/office/drawing/2014/main" id="{0D0CFB17-C7AD-4168-9205-ED49CCFF53F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08" name="Line 84">
            <a:extLst>
              <a:ext uri="{FF2B5EF4-FFF2-40B4-BE49-F238E27FC236}">
                <a16:creationId xmlns:a16="http://schemas.microsoft.com/office/drawing/2014/main" id="{D0B1935A-E2F9-4E51-8474-816009E4E0A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09" name="Line 85">
            <a:extLst>
              <a:ext uri="{FF2B5EF4-FFF2-40B4-BE49-F238E27FC236}">
                <a16:creationId xmlns:a16="http://schemas.microsoft.com/office/drawing/2014/main" id="{BB41CB8F-93BA-4089-B5C8-84AB62C2B21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0" name="Line 86">
            <a:extLst>
              <a:ext uri="{FF2B5EF4-FFF2-40B4-BE49-F238E27FC236}">
                <a16:creationId xmlns:a16="http://schemas.microsoft.com/office/drawing/2014/main" id="{8F498A6D-7101-4C82-9324-EFE27D1C887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1" name="Line 87">
            <a:extLst>
              <a:ext uri="{FF2B5EF4-FFF2-40B4-BE49-F238E27FC236}">
                <a16:creationId xmlns:a16="http://schemas.microsoft.com/office/drawing/2014/main" id="{9F0844A7-A253-492A-AA31-1D8CDB694F2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2" name="Line 88">
            <a:extLst>
              <a:ext uri="{FF2B5EF4-FFF2-40B4-BE49-F238E27FC236}">
                <a16:creationId xmlns:a16="http://schemas.microsoft.com/office/drawing/2014/main" id="{0FA4564E-CAC1-43BB-B04E-38507504A4B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3" name="Line 89">
            <a:extLst>
              <a:ext uri="{FF2B5EF4-FFF2-40B4-BE49-F238E27FC236}">
                <a16:creationId xmlns:a16="http://schemas.microsoft.com/office/drawing/2014/main" id="{D4692241-DC95-4D88-8B07-0B7004773C9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4" name="Line 90">
            <a:extLst>
              <a:ext uri="{FF2B5EF4-FFF2-40B4-BE49-F238E27FC236}">
                <a16:creationId xmlns:a16="http://schemas.microsoft.com/office/drawing/2014/main" id="{05E79A0B-6856-485A-B013-A39C1BA783F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5" name="Line 91">
            <a:extLst>
              <a:ext uri="{FF2B5EF4-FFF2-40B4-BE49-F238E27FC236}">
                <a16:creationId xmlns:a16="http://schemas.microsoft.com/office/drawing/2014/main" id="{605FB570-823E-4B25-AFAB-A3EC41A4EFE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6" name="Line 92">
            <a:extLst>
              <a:ext uri="{FF2B5EF4-FFF2-40B4-BE49-F238E27FC236}">
                <a16:creationId xmlns:a16="http://schemas.microsoft.com/office/drawing/2014/main" id="{0A21E1F3-D17E-4BA2-AE66-D3596852EF9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7" name="Line 93">
            <a:extLst>
              <a:ext uri="{FF2B5EF4-FFF2-40B4-BE49-F238E27FC236}">
                <a16:creationId xmlns:a16="http://schemas.microsoft.com/office/drawing/2014/main" id="{E63F3E16-869F-4922-8FDF-B3EFC1B3AA7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3918" name="Text Box 94">
            <a:extLst>
              <a:ext uri="{FF2B5EF4-FFF2-40B4-BE49-F238E27FC236}">
                <a16:creationId xmlns:a16="http://schemas.microsoft.com/office/drawing/2014/main" id="{21791957-434C-409D-95D2-6CD7FD374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3919" name="Text Box 95">
            <a:extLst>
              <a:ext uri="{FF2B5EF4-FFF2-40B4-BE49-F238E27FC236}">
                <a16:creationId xmlns:a16="http://schemas.microsoft.com/office/drawing/2014/main" id="{6328B3F1-537B-4758-B602-EF420283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3920" name="Text Box 96">
            <a:extLst>
              <a:ext uri="{FF2B5EF4-FFF2-40B4-BE49-F238E27FC236}">
                <a16:creationId xmlns:a16="http://schemas.microsoft.com/office/drawing/2014/main" id="{EE9A4CA3-FEF5-4F49-9CF8-ECCB72527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3921" name="Text Box 97">
            <a:extLst>
              <a:ext uri="{FF2B5EF4-FFF2-40B4-BE49-F238E27FC236}">
                <a16:creationId xmlns:a16="http://schemas.microsoft.com/office/drawing/2014/main" id="{59C41DD9-CC26-4190-94A6-C78BE74D8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3922" name="Text Box 98">
            <a:extLst>
              <a:ext uri="{FF2B5EF4-FFF2-40B4-BE49-F238E27FC236}">
                <a16:creationId xmlns:a16="http://schemas.microsoft.com/office/drawing/2014/main" id="{E172EC90-FA23-4189-B5A5-906F90ABE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3923" name="Text Box 99">
            <a:extLst>
              <a:ext uri="{FF2B5EF4-FFF2-40B4-BE49-F238E27FC236}">
                <a16:creationId xmlns:a16="http://schemas.microsoft.com/office/drawing/2014/main" id="{A93F766E-995F-4A84-B672-A76C6E741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3924" name="Text Box 100">
            <a:extLst>
              <a:ext uri="{FF2B5EF4-FFF2-40B4-BE49-F238E27FC236}">
                <a16:creationId xmlns:a16="http://schemas.microsoft.com/office/drawing/2014/main" id="{F97EDF75-09FD-4482-B295-9B73775F28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3925" name="Text Box 101">
            <a:extLst>
              <a:ext uri="{FF2B5EF4-FFF2-40B4-BE49-F238E27FC236}">
                <a16:creationId xmlns:a16="http://schemas.microsoft.com/office/drawing/2014/main" id="{4B3A52E7-7709-4B4C-A57C-32A5092E9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3926" name="Text Box 102">
            <a:extLst>
              <a:ext uri="{FF2B5EF4-FFF2-40B4-BE49-F238E27FC236}">
                <a16:creationId xmlns:a16="http://schemas.microsoft.com/office/drawing/2014/main" id="{5608DFD3-1D90-4E9B-AAE9-3E5BA5876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3927" name="Text Box 103">
            <a:extLst>
              <a:ext uri="{FF2B5EF4-FFF2-40B4-BE49-F238E27FC236}">
                <a16:creationId xmlns:a16="http://schemas.microsoft.com/office/drawing/2014/main" id="{922C5E3D-A5F7-455F-BA54-247129BAC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3928" name="Text Box 104">
            <a:extLst>
              <a:ext uri="{FF2B5EF4-FFF2-40B4-BE49-F238E27FC236}">
                <a16:creationId xmlns:a16="http://schemas.microsoft.com/office/drawing/2014/main" id="{B94F2E49-84B1-45E3-A6E3-530731FE5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3929" name="Rectangle 105">
            <a:extLst>
              <a:ext uri="{FF2B5EF4-FFF2-40B4-BE49-F238E27FC236}">
                <a16:creationId xmlns:a16="http://schemas.microsoft.com/office/drawing/2014/main" id="{FA58AA6A-1BF3-4AF7-B5B3-4FB8E67E0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93" grpId="0" animBg="1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AE9A2349-E2FE-4638-B84D-0B4C60F2A8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35876" name="Text Box 4">
            <a:extLst>
              <a:ext uri="{FF2B5EF4-FFF2-40B4-BE49-F238E27FC236}">
                <a16:creationId xmlns:a16="http://schemas.microsoft.com/office/drawing/2014/main" id="{A0327F1C-B6D4-4B23-BF63-68C172876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11" name="Line 39">
            <a:extLst>
              <a:ext uri="{FF2B5EF4-FFF2-40B4-BE49-F238E27FC236}">
                <a16:creationId xmlns:a16="http://schemas.microsoft.com/office/drawing/2014/main" id="{93C806D3-9174-4091-A4A0-C47C6D10ED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12" name="Text Box 40">
            <a:extLst>
              <a:ext uri="{FF2B5EF4-FFF2-40B4-BE49-F238E27FC236}">
                <a16:creationId xmlns:a16="http://schemas.microsoft.com/office/drawing/2014/main" id="{20AF3588-B5A1-40BA-9D08-FABF0C3A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13" name="Text Box 41">
            <a:extLst>
              <a:ext uri="{FF2B5EF4-FFF2-40B4-BE49-F238E27FC236}">
                <a16:creationId xmlns:a16="http://schemas.microsoft.com/office/drawing/2014/main" id="{115B41EE-BEC5-4F04-8280-0D279FD6A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35914" name="Group 42">
            <a:extLst>
              <a:ext uri="{FF2B5EF4-FFF2-40B4-BE49-F238E27FC236}">
                <a16:creationId xmlns:a16="http://schemas.microsoft.com/office/drawing/2014/main" id="{06679BF8-BF0D-4216-BCF2-B33411BA4A2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35915" name="Line 43">
              <a:extLst>
                <a:ext uri="{FF2B5EF4-FFF2-40B4-BE49-F238E27FC236}">
                  <a16:creationId xmlns:a16="http://schemas.microsoft.com/office/drawing/2014/main" id="{DE24D259-F77C-4718-9701-EAAAE1D256F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16" name="Line 44">
              <a:extLst>
                <a:ext uri="{FF2B5EF4-FFF2-40B4-BE49-F238E27FC236}">
                  <a16:creationId xmlns:a16="http://schemas.microsoft.com/office/drawing/2014/main" id="{D34102F1-0B63-402B-A672-ECDAD7F5C4D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17" name="Line 45">
              <a:extLst>
                <a:ext uri="{FF2B5EF4-FFF2-40B4-BE49-F238E27FC236}">
                  <a16:creationId xmlns:a16="http://schemas.microsoft.com/office/drawing/2014/main" id="{CF91283C-C0C7-47F5-979B-1082E0D256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18" name="Line 46">
              <a:extLst>
                <a:ext uri="{FF2B5EF4-FFF2-40B4-BE49-F238E27FC236}">
                  <a16:creationId xmlns:a16="http://schemas.microsoft.com/office/drawing/2014/main" id="{65B8AA02-8630-4719-B003-05A9BAA83C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19" name="Line 47">
              <a:extLst>
                <a:ext uri="{FF2B5EF4-FFF2-40B4-BE49-F238E27FC236}">
                  <a16:creationId xmlns:a16="http://schemas.microsoft.com/office/drawing/2014/main" id="{88683765-4793-4213-B229-9FEB213FC1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0" name="Line 48">
              <a:extLst>
                <a:ext uri="{FF2B5EF4-FFF2-40B4-BE49-F238E27FC236}">
                  <a16:creationId xmlns:a16="http://schemas.microsoft.com/office/drawing/2014/main" id="{87E1A591-AD48-4C6C-9D91-1F85A1308D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1" name="Line 49">
              <a:extLst>
                <a:ext uri="{FF2B5EF4-FFF2-40B4-BE49-F238E27FC236}">
                  <a16:creationId xmlns:a16="http://schemas.microsoft.com/office/drawing/2014/main" id="{161DCB2E-A9CD-41A5-A644-4013BCC779F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2" name="Line 50">
              <a:extLst>
                <a:ext uri="{FF2B5EF4-FFF2-40B4-BE49-F238E27FC236}">
                  <a16:creationId xmlns:a16="http://schemas.microsoft.com/office/drawing/2014/main" id="{FD48A0F1-25B4-4413-90FB-FF037683465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3" name="Line 51">
              <a:extLst>
                <a:ext uri="{FF2B5EF4-FFF2-40B4-BE49-F238E27FC236}">
                  <a16:creationId xmlns:a16="http://schemas.microsoft.com/office/drawing/2014/main" id="{AC820E96-5637-440A-B1C8-40BC36E2771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4" name="Line 52">
              <a:extLst>
                <a:ext uri="{FF2B5EF4-FFF2-40B4-BE49-F238E27FC236}">
                  <a16:creationId xmlns:a16="http://schemas.microsoft.com/office/drawing/2014/main" id="{7428046D-A47F-4989-BC03-167D236D9E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5" name="Line 53">
              <a:extLst>
                <a:ext uri="{FF2B5EF4-FFF2-40B4-BE49-F238E27FC236}">
                  <a16:creationId xmlns:a16="http://schemas.microsoft.com/office/drawing/2014/main" id="{0A1606AB-70E7-4624-B5C4-6B344BD182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5926" name="Line 54">
              <a:extLst>
                <a:ext uri="{FF2B5EF4-FFF2-40B4-BE49-F238E27FC236}">
                  <a16:creationId xmlns:a16="http://schemas.microsoft.com/office/drawing/2014/main" id="{3ADAD40B-9ECD-4D94-B030-589C7BC2C7C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35927" name="Text Box 55">
            <a:extLst>
              <a:ext uri="{FF2B5EF4-FFF2-40B4-BE49-F238E27FC236}">
                <a16:creationId xmlns:a16="http://schemas.microsoft.com/office/drawing/2014/main" id="{8D10EB86-ADFE-4F49-BEED-01E036E03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5928" name="Text Box 56">
            <a:extLst>
              <a:ext uri="{FF2B5EF4-FFF2-40B4-BE49-F238E27FC236}">
                <a16:creationId xmlns:a16="http://schemas.microsoft.com/office/drawing/2014/main" id="{E3DE131D-6721-41F2-8366-252F0B085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5929" name="Text Box 57">
            <a:extLst>
              <a:ext uri="{FF2B5EF4-FFF2-40B4-BE49-F238E27FC236}">
                <a16:creationId xmlns:a16="http://schemas.microsoft.com/office/drawing/2014/main" id="{6C636E54-20A3-49A1-B0B0-EEEE3C4B9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5930" name="Text Box 58">
            <a:extLst>
              <a:ext uri="{FF2B5EF4-FFF2-40B4-BE49-F238E27FC236}">
                <a16:creationId xmlns:a16="http://schemas.microsoft.com/office/drawing/2014/main" id="{7B353C2A-D31F-4F3F-BDD5-640B463A4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5931" name="Text Box 59">
            <a:extLst>
              <a:ext uri="{FF2B5EF4-FFF2-40B4-BE49-F238E27FC236}">
                <a16:creationId xmlns:a16="http://schemas.microsoft.com/office/drawing/2014/main" id="{DC87DEBE-EC61-4FA0-A1EA-48BF16DDD9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5932" name="Text Box 60">
            <a:extLst>
              <a:ext uri="{FF2B5EF4-FFF2-40B4-BE49-F238E27FC236}">
                <a16:creationId xmlns:a16="http://schemas.microsoft.com/office/drawing/2014/main" id="{2C9E6038-40C2-46E9-B721-201424C54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5933" name="Text Box 61">
            <a:extLst>
              <a:ext uri="{FF2B5EF4-FFF2-40B4-BE49-F238E27FC236}">
                <a16:creationId xmlns:a16="http://schemas.microsoft.com/office/drawing/2014/main" id="{4B15AEBE-E3D2-406F-AE9B-681AFAA5A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5934" name="Text Box 62">
            <a:extLst>
              <a:ext uri="{FF2B5EF4-FFF2-40B4-BE49-F238E27FC236}">
                <a16:creationId xmlns:a16="http://schemas.microsoft.com/office/drawing/2014/main" id="{151EB4CB-1507-453A-A08F-F6002DAFD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5935" name="Text Box 63">
            <a:extLst>
              <a:ext uri="{FF2B5EF4-FFF2-40B4-BE49-F238E27FC236}">
                <a16:creationId xmlns:a16="http://schemas.microsoft.com/office/drawing/2014/main" id="{76050909-DC22-4648-B198-3C2E9EBB8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5936" name="Text Box 64">
            <a:extLst>
              <a:ext uri="{FF2B5EF4-FFF2-40B4-BE49-F238E27FC236}">
                <a16:creationId xmlns:a16="http://schemas.microsoft.com/office/drawing/2014/main" id="{0380F08C-F1CF-4201-979A-9A0712370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5937" name="Text Box 65">
            <a:extLst>
              <a:ext uri="{FF2B5EF4-FFF2-40B4-BE49-F238E27FC236}">
                <a16:creationId xmlns:a16="http://schemas.microsoft.com/office/drawing/2014/main" id="{1D9B6672-F099-4AE8-B9AF-832D51798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5938" name="Line 66">
            <a:extLst>
              <a:ext uri="{FF2B5EF4-FFF2-40B4-BE49-F238E27FC236}">
                <a16:creationId xmlns:a16="http://schemas.microsoft.com/office/drawing/2014/main" id="{4B252005-F169-425C-A9ED-FEB5678FDA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39" name="AutoShape 67">
            <a:extLst>
              <a:ext uri="{FF2B5EF4-FFF2-40B4-BE49-F238E27FC236}">
                <a16:creationId xmlns:a16="http://schemas.microsoft.com/office/drawing/2014/main" id="{5E9ADBC6-077E-4A33-B60A-6CBCD9F12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3716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40" name="Rectangle 68">
            <a:extLst>
              <a:ext uri="{FF2B5EF4-FFF2-40B4-BE49-F238E27FC236}">
                <a16:creationId xmlns:a16="http://schemas.microsoft.com/office/drawing/2014/main" id="{85EDD3AA-D3D8-47B6-9F9B-143F45713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5942" name="Rectangle 70">
            <a:extLst>
              <a:ext uri="{FF2B5EF4-FFF2-40B4-BE49-F238E27FC236}">
                <a16:creationId xmlns:a16="http://schemas.microsoft.com/office/drawing/2014/main" id="{C6D1168D-EBF4-4B8A-A30E-F53EDC1D14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867400"/>
            <a:ext cx="1066800" cy="304800"/>
          </a:xfrm>
          <a:prstGeom prst="rect">
            <a:avLst/>
          </a:prstGeom>
          <a:solidFill>
            <a:srgbClr val="003399">
              <a:alpha val="50000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35943" name="Line 71">
            <a:extLst>
              <a:ext uri="{FF2B5EF4-FFF2-40B4-BE49-F238E27FC236}">
                <a16:creationId xmlns:a16="http://schemas.microsoft.com/office/drawing/2014/main" id="{EAB9C91C-3F98-4091-9826-B8B7189C1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44" name="Text Box 72">
            <a:extLst>
              <a:ext uri="{FF2B5EF4-FFF2-40B4-BE49-F238E27FC236}">
                <a16:creationId xmlns:a16="http://schemas.microsoft.com/office/drawing/2014/main" id="{CE9F050D-EA94-4FF9-B47B-B2B3F21F5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45" name="Text Box 73">
            <a:extLst>
              <a:ext uri="{FF2B5EF4-FFF2-40B4-BE49-F238E27FC236}">
                <a16:creationId xmlns:a16="http://schemas.microsoft.com/office/drawing/2014/main" id="{D4AA2C45-F299-4A40-85E3-87D811730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35946" name="Line 74">
            <a:extLst>
              <a:ext uri="{FF2B5EF4-FFF2-40B4-BE49-F238E27FC236}">
                <a16:creationId xmlns:a16="http://schemas.microsoft.com/office/drawing/2014/main" id="{FBB7B1BF-5BAF-44EF-BF62-DE9414AC63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47" name="Text Box 75">
            <a:extLst>
              <a:ext uri="{FF2B5EF4-FFF2-40B4-BE49-F238E27FC236}">
                <a16:creationId xmlns:a16="http://schemas.microsoft.com/office/drawing/2014/main" id="{F5B30838-156C-4DCF-8E12-8C13820F7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35948" name="Rectangle 76">
            <a:extLst>
              <a:ext uri="{FF2B5EF4-FFF2-40B4-BE49-F238E27FC236}">
                <a16:creationId xmlns:a16="http://schemas.microsoft.com/office/drawing/2014/main" id="{012CDEF3-37FE-40F7-8A06-83C9DF784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35949" name="Rectangle 77">
            <a:extLst>
              <a:ext uri="{FF2B5EF4-FFF2-40B4-BE49-F238E27FC236}">
                <a16:creationId xmlns:a16="http://schemas.microsoft.com/office/drawing/2014/main" id="{AE077E13-DB9D-40FE-9E31-ADEA6C47CE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35950" name="Rectangle 78">
            <a:extLst>
              <a:ext uri="{FF2B5EF4-FFF2-40B4-BE49-F238E27FC236}">
                <a16:creationId xmlns:a16="http://schemas.microsoft.com/office/drawing/2014/main" id="{4BE29C4D-BF0B-4A4D-B4A9-C3D63696A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35951" name="Rectangle 79">
            <a:extLst>
              <a:ext uri="{FF2B5EF4-FFF2-40B4-BE49-F238E27FC236}">
                <a16:creationId xmlns:a16="http://schemas.microsoft.com/office/drawing/2014/main" id="{25A5B8E1-6C7F-4588-9C59-E4FCDB50B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5952" name="Rectangle 80">
            <a:extLst>
              <a:ext uri="{FF2B5EF4-FFF2-40B4-BE49-F238E27FC236}">
                <a16:creationId xmlns:a16="http://schemas.microsoft.com/office/drawing/2014/main" id="{D816EDB5-302F-4650-9402-D4165DB32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35953" name="Rectangle 81">
            <a:extLst>
              <a:ext uri="{FF2B5EF4-FFF2-40B4-BE49-F238E27FC236}">
                <a16:creationId xmlns:a16="http://schemas.microsoft.com/office/drawing/2014/main" id="{16E343C5-AE66-4F9A-A6F7-EF4515CDA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35954" name="Rectangle 82">
            <a:extLst>
              <a:ext uri="{FF2B5EF4-FFF2-40B4-BE49-F238E27FC236}">
                <a16:creationId xmlns:a16="http://schemas.microsoft.com/office/drawing/2014/main" id="{8AF59D3E-7A5B-414C-ADD4-AF643575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35955" name="Line 83">
            <a:extLst>
              <a:ext uri="{FF2B5EF4-FFF2-40B4-BE49-F238E27FC236}">
                <a16:creationId xmlns:a16="http://schemas.microsoft.com/office/drawing/2014/main" id="{1BE09351-47F7-4EA7-9686-823872D3C2A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56" name="Line 84">
            <a:extLst>
              <a:ext uri="{FF2B5EF4-FFF2-40B4-BE49-F238E27FC236}">
                <a16:creationId xmlns:a16="http://schemas.microsoft.com/office/drawing/2014/main" id="{C02EA66A-ABD1-484B-97B1-7C1D842D25C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57" name="Line 85">
            <a:extLst>
              <a:ext uri="{FF2B5EF4-FFF2-40B4-BE49-F238E27FC236}">
                <a16:creationId xmlns:a16="http://schemas.microsoft.com/office/drawing/2014/main" id="{96538C2C-E238-45B9-A6CF-234DF62C48B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58" name="Line 86">
            <a:extLst>
              <a:ext uri="{FF2B5EF4-FFF2-40B4-BE49-F238E27FC236}">
                <a16:creationId xmlns:a16="http://schemas.microsoft.com/office/drawing/2014/main" id="{8B793B21-3610-4CE1-99A4-A51752BAF26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59" name="Line 87">
            <a:extLst>
              <a:ext uri="{FF2B5EF4-FFF2-40B4-BE49-F238E27FC236}">
                <a16:creationId xmlns:a16="http://schemas.microsoft.com/office/drawing/2014/main" id="{5B8E2F0C-7160-4787-8783-ACEC42CCAF1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0" name="Line 88">
            <a:extLst>
              <a:ext uri="{FF2B5EF4-FFF2-40B4-BE49-F238E27FC236}">
                <a16:creationId xmlns:a16="http://schemas.microsoft.com/office/drawing/2014/main" id="{37855795-2E2C-4C10-B854-2D71E871958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1" name="Line 89">
            <a:extLst>
              <a:ext uri="{FF2B5EF4-FFF2-40B4-BE49-F238E27FC236}">
                <a16:creationId xmlns:a16="http://schemas.microsoft.com/office/drawing/2014/main" id="{0131167D-34FD-4C5A-BDF0-F533AED4743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2" name="Line 90">
            <a:extLst>
              <a:ext uri="{FF2B5EF4-FFF2-40B4-BE49-F238E27FC236}">
                <a16:creationId xmlns:a16="http://schemas.microsoft.com/office/drawing/2014/main" id="{C4F0653B-CC87-41DE-BC0D-892C77D11F2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3" name="Line 91">
            <a:extLst>
              <a:ext uri="{FF2B5EF4-FFF2-40B4-BE49-F238E27FC236}">
                <a16:creationId xmlns:a16="http://schemas.microsoft.com/office/drawing/2014/main" id="{2B14FE1D-A60B-4162-AB20-8C22A00E26F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4" name="Line 92">
            <a:extLst>
              <a:ext uri="{FF2B5EF4-FFF2-40B4-BE49-F238E27FC236}">
                <a16:creationId xmlns:a16="http://schemas.microsoft.com/office/drawing/2014/main" id="{AFFDBECC-18CC-4C60-A17C-36FF7BD6641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5" name="Line 93">
            <a:extLst>
              <a:ext uri="{FF2B5EF4-FFF2-40B4-BE49-F238E27FC236}">
                <a16:creationId xmlns:a16="http://schemas.microsoft.com/office/drawing/2014/main" id="{3A5BF441-A497-4840-A0BA-EDAEE28B425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6" name="Line 94">
            <a:extLst>
              <a:ext uri="{FF2B5EF4-FFF2-40B4-BE49-F238E27FC236}">
                <a16:creationId xmlns:a16="http://schemas.microsoft.com/office/drawing/2014/main" id="{C95CAD7A-1BFD-495F-8106-15403BE8359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5967" name="Text Box 95">
            <a:extLst>
              <a:ext uri="{FF2B5EF4-FFF2-40B4-BE49-F238E27FC236}">
                <a16:creationId xmlns:a16="http://schemas.microsoft.com/office/drawing/2014/main" id="{236ECE11-7E36-477C-8802-DCE174A55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5968" name="Text Box 96">
            <a:extLst>
              <a:ext uri="{FF2B5EF4-FFF2-40B4-BE49-F238E27FC236}">
                <a16:creationId xmlns:a16="http://schemas.microsoft.com/office/drawing/2014/main" id="{66A62C99-7050-4A60-9521-22B02BADF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5969" name="Text Box 97">
            <a:extLst>
              <a:ext uri="{FF2B5EF4-FFF2-40B4-BE49-F238E27FC236}">
                <a16:creationId xmlns:a16="http://schemas.microsoft.com/office/drawing/2014/main" id="{E983AEBD-BCFD-43A7-B021-681A66FC2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5970" name="Text Box 98">
            <a:extLst>
              <a:ext uri="{FF2B5EF4-FFF2-40B4-BE49-F238E27FC236}">
                <a16:creationId xmlns:a16="http://schemas.microsoft.com/office/drawing/2014/main" id="{E0CD74C4-2970-4DEC-837A-C13AD6DD5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5971" name="Text Box 99">
            <a:extLst>
              <a:ext uri="{FF2B5EF4-FFF2-40B4-BE49-F238E27FC236}">
                <a16:creationId xmlns:a16="http://schemas.microsoft.com/office/drawing/2014/main" id="{96DAC4C8-B54C-4ABA-B690-2B62BA998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5972" name="Text Box 100">
            <a:extLst>
              <a:ext uri="{FF2B5EF4-FFF2-40B4-BE49-F238E27FC236}">
                <a16:creationId xmlns:a16="http://schemas.microsoft.com/office/drawing/2014/main" id="{5D2F464D-8538-4C2E-A9E3-AEABEAF1F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5973" name="Text Box 101">
            <a:extLst>
              <a:ext uri="{FF2B5EF4-FFF2-40B4-BE49-F238E27FC236}">
                <a16:creationId xmlns:a16="http://schemas.microsoft.com/office/drawing/2014/main" id="{455EE4AF-0E7A-40D5-BF0F-EF815C0D3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5974" name="Text Box 102">
            <a:extLst>
              <a:ext uri="{FF2B5EF4-FFF2-40B4-BE49-F238E27FC236}">
                <a16:creationId xmlns:a16="http://schemas.microsoft.com/office/drawing/2014/main" id="{B98BA01B-0903-4D01-8131-5C1A2906E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5975" name="Text Box 103">
            <a:extLst>
              <a:ext uri="{FF2B5EF4-FFF2-40B4-BE49-F238E27FC236}">
                <a16:creationId xmlns:a16="http://schemas.microsoft.com/office/drawing/2014/main" id="{2E185C4A-AFA4-49DC-A953-7650E53984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5976" name="Text Box 104">
            <a:extLst>
              <a:ext uri="{FF2B5EF4-FFF2-40B4-BE49-F238E27FC236}">
                <a16:creationId xmlns:a16="http://schemas.microsoft.com/office/drawing/2014/main" id="{6511F6AC-37A0-405E-8E46-48B80F7EC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5977" name="Text Box 105">
            <a:extLst>
              <a:ext uri="{FF2B5EF4-FFF2-40B4-BE49-F238E27FC236}">
                <a16:creationId xmlns:a16="http://schemas.microsoft.com/office/drawing/2014/main" id="{78138946-31F3-49F6-969C-671A7A10F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5978" name="Rectangle 106">
            <a:extLst>
              <a:ext uri="{FF2B5EF4-FFF2-40B4-BE49-F238E27FC236}">
                <a16:creationId xmlns:a16="http://schemas.microsoft.com/office/drawing/2014/main" id="{4DFB4690-4286-4C3A-B107-C9CF5AD2E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94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E4769328-A504-4FBB-8529-42AF9C4E1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37959" name="Line 39">
            <a:extLst>
              <a:ext uri="{FF2B5EF4-FFF2-40B4-BE49-F238E27FC236}">
                <a16:creationId xmlns:a16="http://schemas.microsoft.com/office/drawing/2014/main" id="{2785FC4A-E00A-49FA-928A-FEC96BF748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60" name="Text Box 40">
            <a:extLst>
              <a:ext uri="{FF2B5EF4-FFF2-40B4-BE49-F238E27FC236}">
                <a16:creationId xmlns:a16="http://schemas.microsoft.com/office/drawing/2014/main" id="{F9EB9225-9159-46E9-87DA-F0D05E88E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61" name="Text Box 41">
            <a:extLst>
              <a:ext uri="{FF2B5EF4-FFF2-40B4-BE49-F238E27FC236}">
                <a16:creationId xmlns:a16="http://schemas.microsoft.com/office/drawing/2014/main" id="{F8953E51-5BBA-410B-8234-5E5437D0F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37962" name="Group 42">
            <a:extLst>
              <a:ext uri="{FF2B5EF4-FFF2-40B4-BE49-F238E27FC236}">
                <a16:creationId xmlns:a16="http://schemas.microsoft.com/office/drawing/2014/main" id="{D2B7359B-A612-4B51-9524-6032AA05F62F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37963" name="Line 43">
              <a:extLst>
                <a:ext uri="{FF2B5EF4-FFF2-40B4-BE49-F238E27FC236}">
                  <a16:creationId xmlns:a16="http://schemas.microsoft.com/office/drawing/2014/main" id="{144EB825-C1CF-456C-B36D-3D8A6764A22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4" name="Line 44">
              <a:extLst>
                <a:ext uri="{FF2B5EF4-FFF2-40B4-BE49-F238E27FC236}">
                  <a16:creationId xmlns:a16="http://schemas.microsoft.com/office/drawing/2014/main" id="{D0973F10-DF9B-4BAD-8F3A-98100FF96A5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5" name="Line 45">
              <a:extLst>
                <a:ext uri="{FF2B5EF4-FFF2-40B4-BE49-F238E27FC236}">
                  <a16:creationId xmlns:a16="http://schemas.microsoft.com/office/drawing/2014/main" id="{3CA351DD-177F-4462-8E21-9EC4749B10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6" name="Line 46">
              <a:extLst>
                <a:ext uri="{FF2B5EF4-FFF2-40B4-BE49-F238E27FC236}">
                  <a16:creationId xmlns:a16="http://schemas.microsoft.com/office/drawing/2014/main" id="{06E786B1-4994-42C2-924F-5F0C651B4E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7" name="Line 47">
              <a:extLst>
                <a:ext uri="{FF2B5EF4-FFF2-40B4-BE49-F238E27FC236}">
                  <a16:creationId xmlns:a16="http://schemas.microsoft.com/office/drawing/2014/main" id="{8F0F21E7-7116-4C98-A186-0BF52801D0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8" name="Line 48">
              <a:extLst>
                <a:ext uri="{FF2B5EF4-FFF2-40B4-BE49-F238E27FC236}">
                  <a16:creationId xmlns:a16="http://schemas.microsoft.com/office/drawing/2014/main" id="{A1DB914A-A880-4A32-890B-AB76CB7F817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69" name="Line 49">
              <a:extLst>
                <a:ext uri="{FF2B5EF4-FFF2-40B4-BE49-F238E27FC236}">
                  <a16:creationId xmlns:a16="http://schemas.microsoft.com/office/drawing/2014/main" id="{75A6A495-CD1D-46C6-976A-681B44BFF8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70" name="Line 50">
              <a:extLst>
                <a:ext uri="{FF2B5EF4-FFF2-40B4-BE49-F238E27FC236}">
                  <a16:creationId xmlns:a16="http://schemas.microsoft.com/office/drawing/2014/main" id="{D7A855C7-E307-45BE-8367-09B3BC1E92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71" name="Line 51">
              <a:extLst>
                <a:ext uri="{FF2B5EF4-FFF2-40B4-BE49-F238E27FC236}">
                  <a16:creationId xmlns:a16="http://schemas.microsoft.com/office/drawing/2014/main" id="{027ABCFC-6FAE-4210-8AAF-3DC625B14B8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72" name="Line 52">
              <a:extLst>
                <a:ext uri="{FF2B5EF4-FFF2-40B4-BE49-F238E27FC236}">
                  <a16:creationId xmlns:a16="http://schemas.microsoft.com/office/drawing/2014/main" id="{0D034C58-3840-487B-A923-A77442AD837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73" name="Line 53">
              <a:extLst>
                <a:ext uri="{FF2B5EF4-FFF2-40B4-BE49-F238E27FC236}">
                  <a16:creationId xmlns:a16="http://schemas.microsoft.com/office/drawing/2014/main" id="{F01C30E8-4B24-4A80-965F-A9E384694C1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37974" name="Line 54">
              <a:extLst>
                <a:ext uri="{FF2B5EF4-FFF2-40B4-BE49-F238E27FC236}">
                  <a16:creationId xmlns:a16="http://schemas.microsoft.com/office/drawing/2014/main" id="{34CF38B4-E3BD-4B3B-96CD-A623E451000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37975" name="Text Box 55">
            <a:extLst>
              <a:ext uri="{FF2B5EF4-FFF2-40B4-BE49-F238E27FC236}">
                <a16:creationId xmlns:a16="http://schemas.microsoft.com/office/drawing/2014/main" id="{B7B1B8E7-DF3E-4107-B6D2-73CECDA69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7976" name="Text Box 56">
            <a:extLst>
              <a:ext uri="{FF2B5EF4-FFF2-40B4-BE49-F238E27FC236}">
                <a16:creationId xmlns:a16="http://schemas.microsoft.com/office/drawing/2014/main" id="{A8D53C2D-A453-446F-9523-AA4906B5D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7977" name="Text Box 57">
            <a:extLst>
              <a:ext uri="{FF2B5EF4-FFF2-40B4-BE49-F238E27FC236}">
                <a16:creationId xmlns:a16="http://schemas.microsoft.com/office/drawing/2014/main" id="{908BF9FA-F93A-4075-9D2C-23D662494B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7978" name="Text Box 58">
            <a:extLst>
              <a:ext uri="{FF2B5EF4-FFF2-40B4-BE49-F238E27FC236}">
                <a16:creationId xmlns:a16="http://schemas.microsoft.com/office/drawing/2014/main" id="{C9578F86-7D29-48E5-B765-8713DB1C8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7979" name="Text Box 59">
            <a:extLst>
              <a:ext uri="{FF2B5EF4-FFF2-40B4-BE49-F238E27FC236}">
                <a16:creationId xmlns:a16="http://schemas.microsoft.com/office/drawing/2014/main" id="{F444A662-72A7-4DE7-BE05-90D1283B7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7980" name="Text Box 60">
            <a:extLst>
              <a:ext uri="{FF2B5EF4-FFF2-40B4-BE49-F238E27FC236}">
                <a16:creationId xmlns:a16="http://schemas.microsoft.com/office/drawing/2014/main" id="{B566429D-F61D-4D03-B569-24156F74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7981" name="Text Box 61">
            <a:extLst>
              <a:ext uri="{FF2B5EF4-FFF2-40B4-BE49-F238E27FC236}">
                <a16:creationId xmlns:a16="http://schemas.microsoft.com/office/drawing/2014/main" id="{222B01B3-A4C1-41B5-94AB-90A8461DF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7982" name="Text Box 62">
            <a:extLst>
              <a:ext uri="{FF2B5EF4-FFF2-40B4-BE49-F238E27FC236}">
                <a16:creationId xmlns:a16="http://schemas.microsoft.com/office/drawing/2014/main" id="{F6B2F759-17B8-464A-B0A3-A9CCA1477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7983" name="Text Box 63">
            <a:extLst>
              <a:ext uri="{FF2B5EF4-FFF2-40B4-BE49-F238E27FC236}">
                <a16:creationId xmlns:a16="http://schemas.microsoft.com/office/drawing/2014/main" id="{52D1F108-DB0A-4A85-BDE9-AEF81CF66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7984" name="Text Box 64">
            <a:extLst>
              <a:ext uri="{FF2B5EF4-FFF2-40B4-BE49-F238E27FC236}">
                <a16:creationId xmlns:a16="http://schemas.microsoft.com/office/drawing/2014/main" id="{1B0B5FB7-8255-41BD-86AD-47884E9FC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7985" name="Text Box 65">
            <a:extLst>
              <a:ext uri="{FF2B5EF4-FFF2-40B4-BE49-F238E27FC236}">
                <a16:creationId xmlns:a16="http://schemas.microsoft.com/office/drawing/2014/main" id="{889CBB51-43C5-46D5-BC63-1928CA879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7986" name="Line 66">
            <a:extLst>
              <a:ext uri="{FF2B5EF4-FFF2-40B4-BE49-F238E27FC236}">
                <a16:creationId xmlns:a16="http://schemas.microsoft.com/office/drawing/2014/main" id="{D9AF299E-18EB-460F-93A2-3203BDB1FF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87" name="AutoShape 67">
            <a:extLst>
              <a:ext uri="{FF2B5EF4-FFF2-40B4-BE49-F238E27FC236}">
                <a16:creationId xmlns:a16="http://schemas.microsoft.com/office/drawing/2014/main" id="{995D7E62-ED02-4F66-9040-58F599C3D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8288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88" name="Rectangle 68">
            <a:extLst>
              <a:ext uri="{FF2B5EF4-FFF2-40B4-BE49-F238E27FC236}">
                <a16:creationId xmlns:a16="http://schemas.microsoft.com/office/drawing/2014/main" id="{63BEE7E1-AF21-4EEB-A220-859E5564D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7990" name="Rectangle 70">
            <a:extLst>
              <a:ext uri="{FF2B5EF4-FFF2-40B4-BE49-F238E27FC236}">
                <a16:creationId xmlns:a16="http://schemas.microsoft.com/office/drawing/2014/main" id="{5533AD52-2448-47F3-B195-3C51086B9E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5867400"/>
            <a:ext cx="3200400" cy="30480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</a:t>
            </a:r>
          </a:p>
        </p:txBody>
      </p:sp>
      <p:sp>
        <p:nvSpPr>
          <p:cNvPr id="337991" name="Line 71">
            <a:extLst>
              <a:ext uri="{FF2B5EF4-FFF2-40B4-BE49-F238E27FC236}">
                <a16:creationId xmlns:a16="http://schemas.microsoft.com/office/drawing/2014/main" id="{239FB08C-B3E3-4262-8065-EFE1408734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92" name="Text Box 72">
            <a:extLst>
              <a:ext uri="{FF2B5EF4-FFF2-40B4-BE49-F238E27FC236}">
                <a16:creationId xmlns:a16="http://schemas.microsoft.com/office/drawing/2014/main" id="{DBF3A388-83C2-445C-9E9A-551F6F84B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93" name="Text Box 73">
            <a:extLst>
              <a:ext uri="{FF2B5EF4-FFF2-40B4-BE49-F238E27FC236}">
                <a16:creationId xmlns:a16="http://schemas.microsoft.com/office/drawing/2014/main" id="{66437C02-FB20-4043-B92F-90652F93ED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37994" name="Line 74">
            <a:extLst>
              <a:ext uri="{FF2B5EF4-FFF2-40B4-BE49-F238E27FC236}">
                <a16:creationId xmlns:a16="http://schemas.microsoft.com/office/drawing/2014/main" id="{58732E54-93F9-4784-96FF-871FDE9D9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7995" name="Text Box 75">
            <a:extLst>
              <a:ext uri="{FF2B5EF4-FFF2-40B4-BE49-F238E27FC236}">
                <a16:creationId xmlns:a16="http://schemas.microsoft.com/office/drawing/2014/main" id="{1646A56B-3270-49F8-B97E-E3058D762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37996" name="Rectangle 76">
            <a:extLst>
              <a:ext uri="{FF2B5EF4-FFF2-40B4-BE49-F238E27FC236}">
                <a16:creationId xmlns:a16="http://schemas.microsoft.com/office/drawing/2014/main" id="{F659F6A4-5855-4B49-9ED2-07CF763AB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37997" name="Rectangle 77">
            <a:extLst>
              <a:ext uri="{FF2B5EF4-FFF2-40B4-BE49-F238E27FC236}">
                <a16:creationId xmlns:a16="http://schemas.microsoft.com/office/drawing/2014/main" id="{7BAD9D39-6104-4B97-876A-E0C3BC332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37998" name="Rectangle 78">
            <a:extLst>
              <a:ext uri="{FF2B5EF4-FFF2-40B4-BE49-F238E27FC236}">
                <a16:creationId xmlns:a16="http://schemas.microsoft.com/office/drawing/2014/main" id="{FC282B1A-285D-46FD-BCC7-8B9F6CBF6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37999" name="Rectangle 79">
            <a:extLst>
              <a:ext uri="{FF2B5EF4-FFF2-40B4-BE49-F238E27FC236}">
                <a16:creationId xmlns:a16="http://schemas.microsoft.com/office/drawing/2014/main" id="{CD5AEE5E-74DF-4579-8CF9-77E28AC4E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38000" name="Rectangle 80">
            <a:extLst>
              <a:ext uri="{FF2B5EF4-FFF2-40B4-BE49-F238E27FC236}">
                <a16:creationId xmlns:a16="http://schemas.microsoft.com/office/drawing/2014/main" id="{E0253142-83ED-4F06-8F01-A7D21EE0D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38001" name="Rectangle 81">
            <a:extLst>
              <a:ext uri="{FF2B5EF4-FFF2-40B4-BE49-F238E27FC236}">
                <a16:creationId xmlns:a16="http://schemas.microsoft.com/office/drawing/2014/main" id="{5130BECC-CE80-4997-9A46-7CD8E18BE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38002" name="Rectangle 82">
            <a:extLst>
              <a:ext uri="{FF2B5EF4-FFF2-40B4-BE49-F238E27FC236}">
                <a16:creationId xmlns:a16="http://schemas.microsoft.com/office/drawing/2014/main" id="{9A646497-C580-42E2-83A7-3C3F73877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38003" name="Line 83">
            <a:extLst>
              <a:ext uri="{FF2B5EF4-FFF2-40B4-BE49-F238E27FC236}">
                <a16:creationId xmlns:a16="http://schemas.microsoft.com/office/drawing/2014/main" id="{89D2F4F3-F846-424D-A7F6-8B088443E6E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4" name="Line 84">
            <a:extLst>
              <a:ext uri="{FF2B5EF4-FFF2-40B4-BE49-F238E27FC236}">
                <a16:creationId xmlns:a16="http://schemas.microsoft.com/office/drawing/2014/main" id="{AE15B6F1-474D-435F-884C-77D1D18145E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5" name="Line 85">
            <a:extLst>
              <a:ext uri="{FF2B5EF4-FFF2-40B4-BE49-F238E27FC236}">
                <a16:creationId xmlns:a16="http://schemas.microsoft.com/office/drawing/2014/main" id="{7D375745-9C63-461E-9CD5-9D16A43543E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6" name="Line 86">
            <a:extLst>
              <a:ext uri="{FF2B5EF4-FFF2-40B4-BE49-F238E27FC236}">
                <a16:creationId xmlns:a16="http://schemas.microsoft.com/office/drawing/2014/main" id="{6D38A206-16FE-4E5B-B315-9B04A5D7689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7" name="Line 87">
            <a:extLst>
              <a:ext uri="{FF2B5EF4-FFF2-40B4-BE49-F238E27FC236}">
                <a16:creationId xmlns:a16="http://schemas.microsoft.com/office/drawing/2014/main" id="{AE843DF5-F0A5-4164-A80B-6AE8ADA82D3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8" name="Line 88">
            <a:extLst>
              <a:ext uri="{FF2B5EF4-FFF2-40B4-BE49-F238E27FC236}">
                <a16:creationId xmlns:a16="http://schemas.microsoft.com/office/drawing/2014/main" id="{67B2E3B4-96B5-44D7-80D6-10E53826726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09" name="Line 89">
            <a:extLst>
              <a:ext uri="{FF2B5EF4-FFF2-40B4-BE49-F238E27FC236}">
                <a16:creationId xmlns:a16="http://schemas.microsoft.com/office/drawing/2014/main" id="{00EDBCB5-10D9-49D4-B10B-0C0EF739B3D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0" name="Line 90">
            <a:extLst>
              <a:ext uri="{FF2B5EF4-FFF2-40B4-BE49-F238E27FC236}">
                <a16:creationId xmlns:a16="http://schemas.microsoft.com/office/drawing/2014/main" id="{03CEF146-69CC-4188-9100-8764BE1F6A8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1" name="Line 91">
            <a:extLst>
              <a:ext uri="{FF2B5EF4-FFF2-40B4-BE49-F238E27FC236}">
                <a16:creationId xmlns:a16="http://schemas.microsoft.com/office/drawing/2014/main" id="{B29C4B57-6B6C-4AAC-8161-D961694918D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2" name="Line 92">
            <a:extLst>
              <a:ext uri="{FF2B5EF4-FFF2-40B4-BE49-F238E27FC236}">
                <a16:creationId xmlns:a16="http://schemas.microsoft.com/office/drawing/2014/main" id="{5DF1C189-9663-4AA3-88F3-8F602A703FB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3" name="Line 93">
            <a:extLst>
              <a:ext uri="{FF2B5EF4-FFF2-40B4-BE49-F238E27FC236}">
                <a16:creationId xmlns:a16="http://schemas.microsoft.com/office/drawing/2014/main" id="{CC7E18C1-B1FC-4B9B-9A52-6BABCFB2761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4" name="Line 94">
            <a:extLst>
              <a:ext uri="{FF2B5EF4-FFF2-40B4-BE49-F238E27FC236}">
                <a16:creationId xmlns:a16="http://schemas.microsoft.com/office/drawing/2014/main" id="{C94580D0-93CA-4145-A99A-B642AB09663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38015" name="Text Box 95">
            <a:extLst>
              <a:ext uri="{FF2B5EF4-FFF2-40B4-BE49-F238E27FC236}">
                <a16:creationId xmlns:a16="http://schemas.microsoft.com/office/drawing/2014/main" id="{929C9C16-ADA6-4C75-B9AA-461099236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38016" name="Text Box 96">
            <a:extLst>
              <a:ext uri="{FF2B5EF4-FFF2-40B4-BE49-F238E27FC236}">
                <a16:creationId xmlns:a16="http://schemas.microsoft.com/office/drawing/2014/main" id="{B87AF022-C967-4646-BC56-CFA3AB6AC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38017" name="Text Box 97">
            <a:extLst>
              <a:ext uri="{FF2B5EF4-FFF2-40B4-BE49-F238E27FC236}">
                <a16:creationId xmlns:a16="http://schemas.microsoft.com/office/drawing/2014/main" id="{FBE3B6D3-FE5E-413C-A1FF-3F66F59AFF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38018" name="Text Box 98">
            <a:extLst>
              <a:ext uri="{FF2B5EF4-FFF2-40B4-BE49-F238E27FC236}">
                <a16:creationId xmlns:a16="http://schemas.microsoft.com/office/drawing/2014/main" id="{6D4A7F89-4821-430B-B3F5-4A725829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38019" name="Text Box 99">
            <a:extLst>
              <a:ext uri="{FF2B5EF4-FFF2-40B4-BE49-F238E27FC236}">
                <a16:creationId xmlns:a16="http://schemas.microsoft.com/office/drawing/2014/main" id="{5E79ABBB-F343-4BCA-8C4F-FADD2225C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38020" name="Text Box 100">
            <a:extLst>
              <a:ext uri="{FF2B5EF4-FFF2-40B4-BE49-F238E27FC236}">
                <a16:creationId xmlns:a16="http://schemas.microsoft.com/office/drawing/2014/main" id="{5C0CEC49-8ED2-4E47-B7EC-682A8E562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38021" name="Text Box 101">
            <a:extLst>
              <a:ext uri="{FF2B5EF4-FFF2-40B4-BE49-F238E27FC236}">
                <a16:creationId xmlns:a16="http://schemas.microsoft.com/office/drawing/2014/main" id="{A3F03758-376E-4866-AEBC-71325AF79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38022" name="Text Box 102">
            <a:extLst>
              <a:ext uri="{FF2B5EF4-FFF2-40B4-BE49-F238E27FC236}">
                <a16:creationId xmlns:a16="http://schemas.microsoft.com/office/drawing/2014/main" id="{679403F9-4C93-4415-96D1-E94139C27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38023" name="Text Box 103">
            <a:extLst>
              <a:ext uri="{FF2B5EF4-FFF2-40B4-BE49-F238E27FC236}">
                <a16:creationId xmlns:a16="http://schemas.microsoft.com/office/drawing/2014/main" id="{FE4FE255-F28A-4F33-9668-18A80DC98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38024" name="Text Box 104">
            <a:extLst>
              <a:ext uri="{FF2B5EF4-FFF2-40B4-BE49-F238E27FC236}">
                <a16:creationId xmlns:a16="http://schemas.microsoft.com/office/drawing/2014/main" id="{25CDF4D3-4C07-4080-B7D0-153F55F3B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38025" name="Text Box 105">
            <a:extLst>
              <a:ext uri="{FF2B5EF4-FFF2-40B4-BE49-F238E27FC236}">
                <a16:creationId xmlns:a16="http://schemas.microsoft.com/office/drawing/2014/main" id="{CCB274EF-46A4-4F12-8BDD-77E2CBF27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38026" name="Rectangle 106">
            <a:extLst>
              <a:ext uri="{FF2B5EF4-FFF2-40B4-BE49-F238E27FC236}">
                <a16:creationId xmlns:a16="http://schemas.microsoft.com/office/drawing/2014/main" id="{BC937F92-164C-43F4-83A3-7D47BFAC5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90" grpId="0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EF9AB9B7-42A8-4701-A3B8-0753D81E99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40007" name="Line 39">
            <a:extLst>
              <a:ext uri="{FF2B5EF4-FFF2-40B4-BE49-F238E27FC236}">
                <a16:creationId xmlns:a16="http://schemas.microsoft.com/office/drawing/2014/main" id="{CDD87A42-7E8F-48CB-9E93-07C236EF67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08" name="Text Box 40">
            <a:extLst>
              <a:ext uri="{FF2B5EF4-FFF2-40B4-BE49-F238E27FC236}">
                <a16:creationId xmlns:a16="http://schemas.microsoft.com/office/drawing/2014/main" id="{82B405F7-9E79-46E1-90A7-CC9B25324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09" name="Text Box 41">
            <a:extLst>
              <a:ext uri="{FF2B5EF4-FFF2-40B4-BE49-F238E27FC236}">
                <a16:creationId xmlns:a16="http://schemas.microsoft.com/office/drawing/2014/main" id="{A4B42A7D-C766-412C-AE71-F7D6AC95EB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40010" name="Group 42">
            <a:extLst>
              <a:ext uri="{FF2B5EF4-FFF2-40B4-BE49-F238E27FC236}">
                <a16:creationId xmlns:a16="http://schemas.microsoft.com/office/drawing/2014/main" id="{024A6170-F8EC-4D40-8337-4FB58A675474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40011" name="Line 43">
              <a:extLst>
                <a:ext uri="{FF2B5EF4-FFF2-40B4-BE49-F238E27FC236}">
                  <a16:creationId xmlns:a16="http://schemas.microsoft.com/office/drawing/2014/main" id="{D8426F27-CCCB-4DB9-BD49-718D25EEF4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2" name="Line 44">
              <a:extLst>
                <a:ext uri="{FF2B5EF4-FFF2-40B4-BE49-F238E27FC236}">
                  <a16:creationId xmlns:a16="http://schemas.microsoft.com/office/drawing/2014/main" id="{F5C21711-543C-4436-8577-DA74E7D34F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3" name="Line 45">
              <a:extLst>
                <a:ext uri="{FF2B5EF4-FFF2-40B4-BE49-F238E27FC236}">
                  <a16:creationId xmlns:a16="http://schemas.microsoft.com/office/drawing/2014/main" id="{D2776C8E-B3BC-48BF-A0A4-922C977B1C7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4" name="Line 46">
              <a:extLst>
                <a:ext uri="{FF2B5EF4-FFF2-40B4-BE49-F238E27FC236}">
                  <a16:creationId xmlns:a16="http://schemas.microsoft.com/office/drawing/2014/main" id="{7BB64319-3CEC-487B-BBB4-CF2FEAA9CDD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5" name="Line 47">
              <a:extLst>
                <a:ext uri="{FF2B5EF4-FFF2-40B4-BE49-F238E27FC236}">
                  <a16:creationId xmlns:a16="http://schemas.microsoft.com/office/drawing/2014/main" id="{E7BEFC2B-9FAA-43AF-848C-532F9031E5B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6" name="Line 48">
              <a:extLst>
                <a:ext uri="{FF2B5EF4-FFF2-40B4-BE49-F238E27FC236}">
                  <a16:creationId xmlns:a16="http://schemas.microsoft.com/office/drawing/2014/main" id="{0E126B65-4C13-4EE6-A593-3CB286D948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7" name="Line 49">
              <a:extLst>
                <a:ext uri="{FF2B5EF4-FFF2-40B4-BE49-F238E27FC236}">
                  <a16:creationId xmlns:a16="http://schemas.microsoft.com/office/drawing/2014/main" id="{5CD89433-EF09-4359-BB86-16E99E3307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8" name="Line 50">
              <a:extLst>
                <a:ext uri="{FF2B5EF4-FFF2-40B4-BE49-F238E27FC236}">
                  <a16:creationId xmlns:a16="http://schemas.microsoft.com/office/drawing/2014/main" id="{CE5AB9B7-D31D-45B1-8ADA-1D2E95BE9C2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19" name="Line 51">
              <a:extLst>
                <a:ext uri="{FF2B5EF4-FFF2-40B4-BE49-F238E27FC236}">
                  <a16:creationId xmlns:a16="http://schemas.microsoft.com/office/drawing/2014/main" id="{49B23E8B-6625-4FC2-8A9C-EDFEB15E512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20" name="Line 52">
              <a:extLst>
                <a:ext uri="{FF2B5EF4-FFF2-40B4-BE49-F238E27FC236}">
                  <a16:creationId xmlns:a16="http://schemas.microsoft.com/office/drawing/2014/main" id="{7E217CF8-1F56-45C3-948F-11C4430CFC7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21" name="Line 53">
              <a:extLst>
                <a:ext uri="{FF2B5EF4-FFF2-40B4-BE49-F238E27FC236}">
                  <a16:creationId xmlns:a16="http://schemas.microsoft.com/office/drawing/2014/main" id="{AAFF7CFE-B69D-4D3E-A33C-696099BC361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0022" name="Line 54">
              <a:extLst>
                <a:ext uri="{FF2B5EF4-FFF2-40B4-BE49-F238E27FC236}">
                  <a16:creationId xmlns:a16="http://schemas.microsoft.com/office/drawing/2014/main" id="{A8AFBDAF-5D11-40EF-AC14-16958242B7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0023" name="Text Box 55">
            <a:extLst>
              <a:ext uri="{FF2B5EF4-FFF2-40B4-BE49-F238E27FC236}">
                <a16:creationId xmlns:a16="http://schemas.microsoft.com/office/drawing/2014/main" id="{7C31D1D8-A252-4F8C-A756-1680F62ED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0024" name="Text Box 56">
            <a:extLst>
              <a:ext uri="{FF2B5EF4-FFF2-40B4-BE49-F238E27FC236}">
                <a16:creationId xmlns:a16="http://schemas.microsoft.com/office/drawing/2014/main" id="{BD514099-7CE9-4D3F-9785-AC511C608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0025" name="Text Box 57">
            <a:extLst>
              <a:ext uri="{FF2B5EF4-FFF2-40B4-BE49-F238E27FC236}">
                <a16:creationId xmlns:a16="http://schemas.microsoft.com/office/drawing/2014/main" id="{C471FA3E-99AF-45FF-9205-569D15643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0026" name="Text Box 58">
            <a:extLst>
              <a:ext uri="{FF2B5EF4-FFF2-40B4-BE49-F238E27FC236}">
                <a16:creationId xmlns:a16="http://schemas.microsoft.com/office/drawing/2014/main" id="{B047D59C-9F65-4302-AB7A-E75FDB7D3C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0027" name="Text Box 59">
            <a:extLst>
              <a:ext uri="{FF2B5EF4-FFF2-40B4-BE49-F238E27FC236}">
                <a16:creationId xmlns:a16="http://schemas.microsoft.com/office/drawing/2014/main" id="{CC7878A4-4DDA-4C2B-909F-73F265633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0028" name="Text Box 60">
            <a:extLst>
              <a:ext uri="{FF2B5EF4-FFF2-40B4-BE49-F238E27FC236}">
                <a16:creationId xmlns:a16="http://schemas.microsoft.com/office/drawing/2014/main" id="{4EB322AC-2074-4E39-B0ED-78721C870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0029" name="Text Box 61">
            <a:extLst>
              <a:ext uri="{FF2B5EF4-FFF2-40B4-BE49-F238E27FC236}">
                <a16:creationId xmlns:a16="http://schemas.microsoft.com/office/drawing/2014/main" id="{8B74C5FC-EE5A-4DF6-A28A-994A8F251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0030" name="Text Box 62">
            <a:extLst>
              <a:ext uri="{FF2B5EF4-FFF2-40B4-BE49-F238E27FC236}">
                <a16:creationId xmlns:a16="http://schemas.microsoft.com/office/drawing/2014/main" id="{9F852650-E0EB-43CB-A427-35F28C030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0031" name="Text Box 63">
            <a:extLst>
              <a:ext uri="{FF2B5EF4-FFF2-40B4-BE49-F238E27FC236}">
                <a16:creationId xmlns:a16="http://schemas.microsoft.com/office/drawing/2014/main" id="{BBA57814-7640-4210-82AB-ED64F4D1F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0032" name="Text Box 64">
            <a:extLst>
              <a:ext uri="{FF2B5EF4-FFF2-40B4-BE49-F238E27FC236}">
                <a16:creationId xmlns:a16="http://schemas.microsoft.com/office/drawing/2014/main" id="{8393E932-219F-4EEC-B669-D5C6682C0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0033" name="Text Box 65">
            <a:extLst>
              <a:ext uri="{FF2B5EF4-FFF2-40B4-BE49-F238E27FC236}">
                <a16:creationId xmlns:a16="http://schemas.microsoft.com/office/drawing/2014/main" id="{05A9FA12-0913-4A51-A3E3-60687E2D7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0034" name="Line 66">
            <a:extLst>
              <a:ext uri="{FF2B5EF4-FFF2-40B4-BE49-F238E27FC236}">
                <a16:creationId xmlns:a16="http://schemas.microsoft.com/office/drawing/2014/main" id="{6D79BC2B-B6F3-4346-9945-33310607A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35" name="AutoShape 67">
            <a:extLst>
              <a:ext uri="{FF2B5EF4-FFF2-40B4-BE49-F238E27FC236}">
                <a16:creationId xmlns:a16="http://schemas.microsoft.com/office/drawing/2014/main" id="{6111FE8C-23BE-4508-990F-6E3F0F13E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2860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36" name="Rectangle 68">
            <a:extLst>
              <a:ext uri="{FF2B5EF4-FFF2-40B4-BE49-F238E27FC236}">
                <a16:creationId xmlns:a16="http://schemas.microsoft.com/office/drawing/2014/main" id="{3AA7B6E7-FA86-4F45-A4E6-FE0342FCD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0038" name="Rectangle 70">
            <a:extLst>
              <a:ext uri="{FF2B5EF4-FFF2-40B4-BE49-F238E27FC236}">
                <a16:creationId xmlns:a16="http://schemas.microsoft.com/office/drawing/2014/main" id="{45FA9045-D009-44F0-8A5F-EC1238129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0039" name="Line 71">
            <a:extLst>
              <a:ext uri="{FF2B5EF4-FFF2-40B4-BE49-F238E27FC236}">
                <a16:creationId xmlns:a16="http://schemas.microsoft.com/office/drawing/2014/main" id="{DE1BBD31-8AC9-4B60-9A12-4CB08D5BAF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40" name="Text Box 72">
            <a:extLst>
              <a:ext uri="{FF2B5EF4-FFF2-40B4-BE49-F238E27FC236}">
                <a16:creationId xmlns:a16="http://schemas.microsoft.com/office/drawing/2014/main" id="{E6412551-4CD6-4912-B7E0-EEA738319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41" name="Text Box 73">
            <a:extLst>
              <a:ext uri="{FF2B5EF4-FFF2-40B4-BE49-F238E27FC236}">
                <a16:creationId xmlns:a16="http://schemas.microsoft.com/office/drawing/2014/main" id="{D8F2277E-4C6D-4098-B8A6-AEFB87BA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40042" name="Line 74">
            <a:extLst>
              <a:ext uri="{FF2B5EF4-FFF2-40B4-BE49-F238E27FC236}">
                <a16:creationId xmlns:a16="http://schemas.microsoft.com/office/drawing/2014/main" id="{6DA4C8EA-32DE-46D5-84AF-ABEADAA25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43" name="Text Box 75">
            <a:extLst>
              <a:ext uri="{FF2B5EF4-FFF2-40B4-BE49-F238E27FC236}">
                <a16:creationId xmlns:a16="http://schemas.microsoft.com/office/drawing/2014/main" id="{683670F2-B654-4BB1-9E17-D6F5BA343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40044" name="Rectangle 76">
            <a:extLst>
              <a:ext uri="{FF2B5EF4-FFF2-40B4-BE49-F238E27FC236}">
                <a16:creationId xmlns:a16="http://schemas.microsoft.com/office/drawing/2014/main" id="{22301ECB-828F-472F-9F97-F06697A9E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40045" name="Rectangle 77">
            <a:extLst>
              <a:ext uri="{FF2B5EF4-FFF2-40B4-BE49-F238E27FC236}">
                <a16:creationId xmlns:a16="http://schemas.microsoft.com/office/drawing/2014/main" id="{D73D36C2-B891-4B7A-BC35-3453218FAD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40046" name="Rectangle 78">
            <a:extLst>
              <a:ext uri="{FF2B5EF4-FFF2-40B4-BE49-F238E27FC236}">
                <a16:creationId xmlns:a16="http://schemas.microsoft.com/office/drawing/2014/main" id="{D90F6D9E-1963-4E62-8F22-7810CA8200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40047" name="Rectangle 79">
            <a:extLst>
              <a:ext uri="{FF2B5EF4-FFF2-40B4-BE49-F238E27FC236}">
                <a16:creationId xmlns:a16="http://schemas.microsoft.com/office/drawing/2014/main" id="{B0564B02-7E09-4161-B14A-AEF4FD54C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0048" name="Rectangle 80">
            <a:extLst>
              <a:ext uri="{FF2B5EF4-FFF2-40B4-BE49-F238E27FC236}">
                <a16:creationId xmlns:a16="http://schemas.microsoft.com/office/drawing/2014/main" id="{6D8A4B3D-AC2C-4392-A195-B0E0E5088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40049" name="Rectangle 81">
            <a:extLst>
              <a:ext uri="{FF2B5EF4-FFF2-40B4-BE49-F238E27FC236}">
                <a16:creationId xmlns:a16="http://schemas.microsoft.com/office/drawing/2014/main" id="{1DBE54CC-4BB9-48F3-81C8-325349520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40050" name="Rectangle 82">
            <a:extLst>
              <a:ext uri="{FF2B5EF4-FFF2-40B4-BE49-F238E27FC236}">
                <a16:creationId xmlns:a16="http://schemas.microsoft.com/office/drawing/2014/main" id="{E469E43F-2887-4025-8CC0-6CD5EF1B9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0051" name="Line 83">
            <a:extLst>
              <a:ext uri="{FF2B5EF4-FFF2-40B4-BE49-F238E27FC236}">
                <a16:creationId xmlns:a16="http://schemas.microsoft.com/office/drawing/2014/main" id="{F5DE463C-A368-4E6C-B519-D2B064B8653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2" name="Line 84">
            <a:extLst>
              <a:ext uri="{FF2B5EF4-FFF2-40B4-BE49-F238E27FC236}">
                <a16:creationId xmlns:a16="http://schemas.microsoft.com/office/drawing/2014/main" id="{7438ED84-0884-4EFB-9F74-5BA3AB83641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3" name="Line 85">
            <a:extLst>
              <a:ext uri="{FF2B5EF4-FFF2-40B4-BE49-F238E27FC236}">
                <a16:creationId xmlns:a16="http://schemas.microsoft.com/office/drawing/2014/main" id="{AACFBE5F-03B2-45BD-BCC2-DF78841B31B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4" name="Line 86">
            <a:extLst>
              <a:ext uri="{FF2B5EF4-FFF2-40B4-BE49-F238E27FC236}">
                <a16:creationId xmlns:a16="http://schemas.microsoft.com/office/drawing/2014/main" id="{26178AD1-C423-4126-AAAA-64B07C866E8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5" name="Line 87">
            <a:extLst>
              <a:ext uri="{FF2B5EF4-FFF2-40B4-BE49-F238E27FC236}">
                <a16:creationId xmlns:a16="http://schemas.microsoft.com/office/drawing/2014/main" id="{678F4990-B763-416E-8C9E-472BECA8078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6" name="Line 88">
            <a:extLst>
              <a:ext uri="{FF2B5EF4-FFF2-40B4-BE49-F238E27FC236}">
                <a16:creationId xmlns:a16="http://schemas.microsoft.com/office/drawing/2014/main" id="{A685E61B-BC58-481E-9345-0A87B6388A6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7" name="Line 89">
            <a:extLst>
              <a:ext uri="{FF2B5EF4-FFF2-40B4-BE49-F238E27FC236}">
                <a16:creationId xmlns:a16="http://schemas.microsoft.com/office/drawing/2014/main" id="{B3E0B241-D8ED-463E-A87C-512E1A196ED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8" name="Line 90">
            <a:extLst>
              <a:ext uri="{FF2B5EF4-FFF2-40B4-BE49-F238E27FC236}">
                <a16:creationId xmlns:a16="http://schemas.microsoft.com/office/drawing/2014/main" id="{64CFD8B6-E5B2-4EDD-A376-584366C0B2B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59" name="Line 91">
            <a:extLst>
              <a:ext uri="{FF2B5EF4-FFF2-40B4-BE49-F238E27FC236}">
                <a16:creationId xmlns:a16="http://schemas.microsoft.com/office/drawing/2014/main" id="{DBCD86A4-CC13-4BEA-AED2-4FA198BBB0F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60" name="Line 92">
            <a:extLst>
              <a:ext uri="{FF2B5EF4-FFF2-40B4-BE49-F238E27FC236}">
                <a16:creationId xmlns:a16="http://schemas.microsoft.com/office/drawing/2014/main" id="{BFE7CABC-D787-4A61-B55A-8D29561D292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61" name="Line 93">
            <a:extLst>
              <a:ext uri="{FF2B5EF4-FFF2-40B4-BE49-F238E27FC236}">
                <a16:creationId xmlns:a16="http://schemas.microsoft.com/office/drawing/2014/main" id="{A5DFB497-6B8C-4130-AAF2-35ECD18AD17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62" name="Line 94">
            <a:extLst>
              <a:ext uri="{FF2B5EF4-FFF2-40B4-BE49-F238E27FC236}">
                <a16:creationId xmlns:a16="http://schemas.microsoft.com/office/drawing/2014/main" id="{6ED6AFE3-C571-4870-A155-05A10D39824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0063" name="Text Box 95">
            <a:extLst>
              <a:ext uri="{FF2B5EF4-FFF2-40B4-BE49-F238E27FC236}">
                <a16:creationId xmlns:a16="http://schemas.microsoft.com/office/drawing/2014/main" id="{E50FBF07-312F-4443-903A-118F57742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0064" name="Text Box 96">
            <a:extLst>
              <a:ext uri="{FF2B5EF4-FFF2-40B4-BE49-F238E27FC236}">
                <a16:creationId xmlns:a16="http://schemas.microsoft.com/office/drawing/2014/main" id="{CE798334-DE7E-44BC-AE7B-284711129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0065" name="Text Box 97">
            <a:extLst>
              <a:ext uri="{FF2B5EF4-FFF2-40B4-BE49-F238E27FC236}">
                <a16:creationId xmlns:a16="http://schemas.microsoft.com/office/drawing/2014/main" id="{E51A1FB3-061C-4C79-B3EA-55C350C42B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0066" name="Text Box 98">
            <a:extLst>
              <a:ext uri="{FF2B5EF4-FFF2-40B4-BE49-F238E27FC236}">
                <a16:creationId xmlns:a16="http://schemas.microsoft.com/office/drawing/2014/main" id="{FDC8F0ED-EB2E-4AF6-8AA0-12636A7FF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0067" name="Text Box 99">
            <a:extLst>
              <a:ext uri="{FF2B5EF4-FFF2-40B4-BE49-F238E27FC236}">
                <a16:creationId xmlns:a16="http://schemas.microsoft.com/office/drawing/2014/main" id="{1F466D98-9513-4BF1-8588-A2BBD91F56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0068" name="Text Box 100">
            <a:extLst>
              <a:ext uri="{FF2B5EF4-FFF2-40B4-BE49-F238E27FC236}">
                <a16:creationId xmlns:a16="http://schemas.microsoft.com/office/drawing/2014/main" id="{FEB13BAE-39D1-4623-90DD-C21AAE4DA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0069" name="Text Box 101">
            <a:extLst>
              <a:ext uri="{FF2B5EF4-FFF2-40B4-BE49-F238E27FC236}">
                <a16:creationId xmlns:a16="http://schemas.microsoft.com/office/drawing/2014/main" id="{6E5E758E-BDDA-433C-81F4-73BA771BA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0070" name="Text Box 102">
            <a:extLst>
              <a:ext uri="{FF2B5EF4-FFF2-40B4-BE49-F238E27FC236}">
                <a16:creationId xmlns:a16="http://schemas.microsoft.com/office/drawing/2014/main" id="{1F4C0B85-1882-4BDE-B609-B0829A836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0071" name="Text Box 103">
            <a:extLst>
              <a:ext uri="{FF2B5EF4-FFF2-40B4-BE49-F238E27FC236}">
                <a16:creationId xmlns:a16="http://schemas.microsoft.com/office/drawing/2014/main" id="{09F69507-4FE3-4EC7-BDDF-74CD88967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0072" name="Text Box 104">
            <a:extLst>
              <a:ext uri="{FF2B5EF4-FFF2-40B4-BE49-F238E27FC236}">
                <a16:creationId xmlns:a16="http://schemas.microsoft.com/office/drawing/2014/main" id="{EEBC7751-2F31-4BFD-8ED0-9F8583993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0073" name="Text Box 105">
            <a:extLst>
              <a:ext uri="{FF2B5EF4-FFF2-40B4-BE49-F238E27FC236}">
                <a16:creationId xmlns:a16="http://schemas.microsoft.com/office/drawing/2014/main" id="{1EE67426-2850-4D77-A38C-EE5E86928A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0074" name="Rectangle 106">
            <a:extLst>
              <a:ext uri="{FF2B5EF4-FFF2-40B4-BE49-F238E27FC236}">
                <a16:creationId xmlns:a16="http://schemas.microsoft.com/office/drawing/2014/main" id="{1F3B86D0-DCDD-4984-BC61-E7A3DBF15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0038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DEC5B9BA-AD5A-4BBD-A81C-BFCC7E263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44103" name="Line 39">
            <a:extLst>
              <a:ext uri="{FF2B5EF4-FFF2-40B4-BE49-F238E27FC236}">
                <a16:creationId xmlns:a16="http://schemas.microsoft.com/office/drawing/2014/main" id="{5BA1E02A-346C-47A2-ABAE-294BB8A5B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04" name="Text Box 40">
            <a:extLst>
              <a:ext uri="{FF2B5EF4-FFF2-40B4-BE49-F238E27FC236}">
                <a16:creationId xmlns:a16="http://schemas.microsoft.com/office/drawing/2014/main" id="{3F416ED0-881C-4582-910C-F2CDDF77F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05" name="Text Box 41">
            <a:extLst>
              <a:ext uri="{FF2B5EF4-FFF2-40B4-BE49-F238E27FC236}">
                <a16:creationId xmlns:a16="http://schemas.microsoft.com/office/drawing/2014/main" id="{3F60CCD1-28A7-47A3-8CC7-2B9E840B8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44106" name="Group 42">
            <a:extLst>
              <a:ext uri="{FF2B5EF4-FFF2-40B4-BE49-F238E27FC236}">
                <a16:creationId xmlns:a16="http://schemas.microsoft.com/office/drawing/2014/main" id="{9D9134CA-4E10-4E90-A8FE-1B541B872CAC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44107" name="Line 43">
              <a:extLst>
                <a:ext uri="{FF2B5EF4-FFF2-40B4-BE49-F238E27FC236}">
                  <a16:creationId xmlns:a16="http://schemas.microsoft.com/office/drawing/2014/main" id="{E1CC1B02-8C58-4E01-898D-D497F2EEB0F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08" name="Line 44">
              <a:extLst>
                <a:ext uri="{FF2B5EF4-FFF2-40B4-BE49-F238E27FC236}">
                  <a16:creationId xmlns:a16="http://schemas.microsoft.com/office/drawing/2014/main" id="{11E5E660-8FEA-4E82-ACA7-B0C4AF3424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09" name="Line 45">
              <a:extLst>
                <a:ext uri="{FF2B5EF4-FFF2-40B4-BE49-F238E27FC236}">
                  <a16:creationId xmlns:a16="http://schemas.microsoft.com/office/drawing/2014/main" id="{FF72DE15-5CA0-48C7-9E58-32A7E1EBE25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0" name="Line 46">
              <a:extLst>
                <a:ext uri="{FF2B5EF4-FFF2-40B4-BE49-F238E27FC236}">
                  <a16:creationId xmlns:a16="http://schemas.microsoft.com/office/drawing/2014/main" id="{3E05646E-9810-4658-AB1B-7AD09B36C5F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1" name="Line 47">
              <a:extLst>
                <a:ext uri="{FF2B5EF4-FFF2-40B4-BE49-F238E27FC236}">
                  <a16:creationId xmlns:a16="http://schemas.microsoft.com/office/drawing/2014/main" id="{F80E207E-517F-4387-A086-C32923EF884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2" name="Line 48">
              <a:extLst>
                <a:ext uri="{FF2B5EF4-FFF2-40B4-BE49-F238E27FC236}">
                  <a16:creationId xmlns:a16="http://schemas.microsoft.com/office/drawing/2014/main" id="{EFFE9153-3931-4E5D-A8F7-D64E9BDFB39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3" name="Line 49">
              <a:extLst>
                <a:ext uri="{FF2B5EF4-FFF2-40B4-BE49-F238E27FC236}">
                  <a16:creationId xmlns:a16="http://schemas.microsoft.com/office/drawing/2014/main" id="{ED303894-247B-48BB-A1BB-895FC3CCEEB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4" name="Line 50">
              <a:extLst>
                <a:ext uri="{FF2B5EF4-FFF2-40B4-BE49-F238E27FC236}">
                  <a16:creationId xmlns:a16="http://schemas.microsoft.com/office/drawing/2014/main" id="{449C1D60-E52C-459C-9573-530867B1955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5" name="Line 51">
              <a:extLst>
                <a:ext uri="{FF2B5EF4-FFF2-40B4-BE49-F238E27FC236}">
                  <a16:creationId xmlns:a16="http://schemas.microsoft.com/office/drawing/2014/main" id="{5D97F0C2-C083-4396-9533-126F5EC9D26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6" name="Line 52">
              <a:extLst>
                <a:ext uri="{FF2B5EF4-FFF2-40B4-BE49-F238E27FC236}">
                  <a16:creationId xmlns:a16="http://schemas.microsoft.com/office/drawing/2014/main" id="{53469058-EEC1-451A-985A-2BE0A39080D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7" name="Line 53">
              <a:extLst>
                <a:ext uri="{FF2B5EF4-FFF2-40B4-BE49-F238E27FC236}">
                  <a16:creationId xmlns:a16="http://schemas.microsoft.com/office/drawing/2014/main" id="{4B5E5275-F9EE-48B7-BF91-CBEB346D597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4118" name="Line 54">
              <a:extLst>
                <a:ext uri="{FF2B5EF4-FFF2-40B4-BE49-F238E27FC236}">
                  <a16:creationId xmlns:a16="http://schemas.microsoft.com/office/drawing/2014/main" id="{3D0CE8B4-01FA-46C2-9ABC-11451FAA7EB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4119" name="Text Box 55">
            <a:extLst>
              <a:ext uri="{FF2B5EF4-FFF2-40B4-BE49-F238E27FC236}">
                <a16:creationId xmlns:a16="http://schemas.microsoft.com/office/drawing/2014/main" id="{A42E4E45-0088-47CB-B022-2DD87A496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4120" name="Text Box 56">
            <a:extLst>
              <a:ext uri="{FF2B5EF4-FFF2-40B4-BE49-F238E27FC236}">
                <a16:creationId xmlns:a16="http://schemas.microsoft.com/office/drawing/2014/main" id="{8C821478-B658-4CE7-8C2B-F0D06C9FA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4121" name="Text Box 57">
            <a:extLst>
              <a:ext uri="{FF2B5EF4-FFF2-40B4-BE49-F238E27FC236}">
                <a16:creationId xmlns:a16="http://schemas.microsoft.com/office/drawing/2014/main" id="{D83A34D5-8036-4319-99F9-D84CA65DD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4122" name="Text Box 58">
            <a:extLst>
              <a:ext uri="{FF2B5EF4-FFF2-40B4-BE49-F238E27FC236}">
                <a16:creationId xmlns:a16="http://schemas.microsoft.com/office/drawing/2014/main" id="{D3823FA1-34A6-43AC-BA94-58AC04DD6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4123" name="Text Box 59">
            <a:extLst>
              <a:ext uri="{FF2B5EF4-FFF2-40B4-BE49-F238E27FC236}">
                <a16:creationId xmlns:a16="http://schemas.microsoft.com/office/drawing/2014/main" id="{F9398767-2648-499D-A23E-0278298CF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4124" name="Text Box 60">
            <a:extLst>
              <a:ext uri="{FF2B5EF4-FFF2-40B4-BE49-F238E27FC236}">
                <a16:creationId xmlns:a16="http://schemas.microsoft.com/office/drawing/2014/main" id="{6C04A7CC-BC2D-4A84-A603-9AF12072F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4125" name="Text Box 61">
            <a:extLst>
              <a:ext uri="{FF2B5EF4-FFF2-40B4-BE49-F238E27FC236}">
                <a16:creationId xmlns:a16="http://schemas.microsoft.com/office/drawing/2014/main" id="{A2DEF4DD-8436-4C71-9103-4573C86EF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4126" name="Text Box 62">
            <a:extLst>
              <a:ext uri="{FF2B5EF4-FFF2-40B4-BE49-F238E27FC236}">
                <a16:creationId xmlns:a16="http://schemas.microsoft.com/office/drawing/2014/main" id="{48744512-834A-4557-9E02-1B0B589A18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4127" name="Text Box 63">
            <a:extLst>
              <a:ext uri="{FF2B5EF4-FFF2-40B4-BE49-F238E27FC236}">
                <a16:creationId xmlns:a16="http://schemas.microsoft.com/office/drawing/2014/main" id="{932F10BD-C120-4F9D-A364-1B295A201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4128" name="Text Box 64">
            <a:extLst>
              <a:ext uri="{FF2B5EF4-FFF2-40B4-BE49-F238E27FC236}">
                <a16:creationId xmlns:a16="http://schemas.microsoft.com/office/drawing/2014/main" id="{B79ADA0F-305E-4CD9-A17C-1258493DE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4129" name="Text Box 65">
            <a:extLst>
              <a:ext uri="{FF2B5EF4-FFF2-40B4-BE49-F238E27FC236}">
                <a16:creationId xmlns:a16="http://schemas.microsoft.com/office/drawing/2014/main" id="{4CAA37A5-0822-4E94-AE72-90B7F864F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4130" name="Line 66">
            <a:extLst>
              <a:ext uri="{FF2B5EF4-FFF2-40B4-BE49-F238E27FC236}">
                <a16:creationId xmlns:a16="http://schemas.microsoft.com/office/drawing/2014/main" id="{48F32091-2BEA-4E3D-91B3-B6E88F1F8B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31" name="AutoShape 67">
            <a:extLst>
              <a:ext uri="{FF2B5EF4-FFF2-40B4-BE49-F238E27FC236}">
                <a16:creationId xmlns:a16="http://schemas.microsoft.com/office/drawing/2014/main" id="{DA942446-F7AD-413F-A912-DCEDE4FCE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7432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32" name="Rectangle 68">
            <a:extLst>
              <a:ext uri="{FF2B5EF4-FFF2-40B4-BE49-F238E27FC236}">
                <a16:creationId xmlns:a16="http://schemas.microsoft.com/office/drawing/2014/main" id="{8B2B23DE-F1DC-48F8-9F15-9BA505870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4134" name="Rectangle 70">
            <a:extLst>
              <a:ext uri="{FF2B5EF4-FFF2-40B4-BE49-F238E27FC236}">
                <a16:creationId xmlns:a16="http://schemas.microsoft.com/office/drawing/2014/main" id="{77311B05-E922-422C-B929-45EC7E7B0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4135" name="Rectangle 71">
            <a:extLst>
              <a:ext uri="{FF2B5EF4-FFF2-40B4-BE49-F238E27FC236}">
                <a16:creationId xmlns:a16="http://schemas.microsoft.com/office/drawing/2014/main" id="{20D60846-7119-4367-BB3F-897A87C95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867400"/>
            <a:ext cx="2667000" cy="304800"/>
          </a:xfrm>
          <a:prstGeom prst="rect">
            <a:avLst/>
          </a:prstGeom>
          <a:solidFill>
            <a:srgbClr val="006600">
              <a:alpha val="50000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44136" name="Line 72">
            <a:extLst>
              <a:ext uri="{FF2B5EF4-FFF2-40B4-BE49-F238E27FC236}">
                <a16:creationId xmlns:a16="http://schemas.microsoft.com/office/drawing/2014/main" id="{82D1D807-254A-4F4C-866D-0EEE5543D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37" name="Text Box 73">
            <a:extLst>
              <a:ext uri="{FF2B5EF4-FFF2-40B4-BE49-F238E27FC236}">
                <a16:creationId xmlns:a16="http://schemas.microsoft.com/office/drawing/2014/main" id="{45F2FD8C-F3C1-42C2-9255-4AFF8F9FA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38" name="Text Box 74">
            <a:extLst>
              <a:ext uri="{FF2B5EF4-FFF2-40B4-BE49-F238E27FC236}">
                <a16:creationId xmlns:a16="http://schemas.microsoft.com/office/drawing/2014/main" id="{82D72CD0-C90A-4A26-9003-77E6A6B2D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44139" name="Line 75">
            <a:extLst>
              <a:ext uri="{FF2B5EF4-FFF2-40B4-BE49-F238E27FC236}">
                <a16:creationId xmlns:a16="http://schemas.microsoft.com/office/drawing/2014/main" id="{11749E10-084A-44DF-8FFD-0C8071235F7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40" name="Text Box 76">
            <a:extLst>
              <a:ext uri="{FF2B5EF4-FFF2-40B4-BE49-F238E27FC236}">
                <a16:creationId xmlns:a16="http://schemas.microsoft.com/office/drawing/2014/main" id="{AFF6A1F7-CEA5-4077-BFC4-1C29E2AFAD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44141" name="Rectangle 77">
            <a:extLst>
              <a:ext uri="{FF2B5EF4-FFF2-40B4-BE49-F238E27FC236}">
                <a16:creationId xmlns:a16="http://schemas.microsoft.com/office/drawing/2014/main" id="{D6DB1AC7-72C3-425F-B735-A2F38321B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44142" name="Rectangle 78">
            <a:extLst>
              <a:ext uri="{FF2B5EF4-FFF2-40B4-BE49-F238E27FC236}">
                <a16:creationId xmlns:a16="http://schemas.microsoft.com/office/drawing/2014/main" id="{EFEE4487-2162-4579-B012-3EB16058A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44143" name="Rectangle 79">
            <a:extLst>
              <a:ext uri="{FF2B5EF4-FFF2-40B4-BE49-F238E27FC236}">
                <a16:creationId xmlns:a16="http://schemas.microsoft.com/office/drawing/2014/main" id="{F1180B69-FAF4-49F0-B696-DC4D00D6F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44144" name="Rectangle 80">
            <a:extLst>
              <a:ext uri="{FF2B5EF4-FFF2-40B4-BE49-F238E27FC236}">
                <a16:creationId xmlns:a16="http://schemas.microsoft.com/office/drawing/2014/main" id="{0479C936-50A4-42E1-8228-0D187CB52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4145" name="Rectangle 81">
            <a:extLst>
              <a:ext uri="{FF2B5EF4-FFF2-40B4-BE49-F238E27FC236}">
                <a16:creationId xmlns:a16="http://schemas.microsoft.com/office/drawing/2014/main" id="{010C3D59-B0F9-4AF0-86E2-D5EBE0389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44146" name="Rectangle 82">
            <a:extLst>
              <a:ext uri="{FF2B5EF4-FFF2-40B4-BE49-F238E27FC236}">
                <a16:creationId xmlns:a16="http://schemas.microsoft.com/office/drawing/2014/main" id="{031B24D7-4E3F-4696-9A59-68053E1D7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44147" name="Rectangle 83">
            <a:extLst>
              <a:ext uri="{FF2B5EF4-FFF2-40B4-BE49-F238E27FC236}">
                <a16:creationId xmlns:a16="http://schemas.microsoft.com/office/drawing/2014/main" id="{E63C5981-C9BE-4292-85A2-A64D77210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4148" name="Line 84">
            <a:extLst>
              <a:ext uri="{FF2B5EF4-FFF2-40B4-BE49-F238E27FC236}">
                <a16:creationId xmlns:a16="http://schemas.microsoft.com/office/drawing/2014/main" id="{A7B4B015-B309-49AB-955E-A67B9DF4E49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49" name="Line 85">
            <a:extLst>
              <a:ext uri="{FF2B5EF4-FFF2-40B4-BE49-F238E27FC236}">
                <a16:creationId xmlns:a16="http://schemas.microsoft.com/office/drawing/2014/main" id="{18994E0E-56E0-4000-93C4-236E81ADFB7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0" name="Line 86">
            <a:extLst>
              <a:ext uri="{FF2B5EF4-FFF2-40B4-BE49-F238E27FC236}">
                <a16:creationId xmlns:a16="http://schemas.microsoft.com/office/drawing/2014/main" id="{E0A4006F-8760-454C-85D2-BF8C895C173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1" name="Line 87">
            <a:extLst>
              <a:ext uri="{FF2B5EF4-FFF2-40B4-BE49-F238E27FC236}">
                <a16:creationId xmlns:a16="http://schemas.microsoft.com/office/drawing/2014/main" id="{862946C9-1E0E-4F23-AACA-BEB8EA92EA2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2" name="Line 88">
            <a:extLst>
              <a:ext uri="{FF2B5EF4-FFF2-40B4-BE49-F238E27FC236}">
                <a16:creationId xmlns:a16="http://schemas.microsoft.com/office/drawing/2014/main" id="{64F1AFBB-8C37-446C-921A-8307493363B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3" name="Line 89">
            <a:extLst>
              <a:ext uri="{FF2B5EF4-FFF2-40B4-BE49-F238E27FC236}">
                <a16:creationId xmlns:a16="http://schemas.microsoft.com/office/drawing/2014/main" id="{B0289C32-1154-4253-83B9-BBE0B1E644BA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4" name="Line 90">
            <a:extLst>
              <a:ext uri="{FF2B5EF4-FFF2-40B4-BE49-F238E27FC236}">
                <a16:creationId xmlns:a16="http://schemas.microsoft.com/office/drawing/2014/main" id="{ACD79703-4496-4596-8086-334F9DDB0E7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5" name="Line 91">
            <a:extLst>
              <a:ext uri="{FF2B5EF4-FFF2-40B4-BE49-F238E27FC236}">
                <a16:creationId xmlns:a16="http://schemas.microsoft.com/office/drawing/2014/main" id="{96DA8497-B2E1-49B1-AE6B-82B302D94BB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6" name="Line 92">
            <a:extLst>
              <a:ext uri="{FF2B5EF4-FFF2-40B4-BE49-F238E27FC236}">
                <a16:creationId xmlns:a16="http://schemas.microsoft.com/office/drawing/2014/main" id="{7E1EBE98-079A-49F2-AC64-4023C339170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7" name="Line 93">
            <a:extLst>
              <a:ext uri="{FF2B5EF4-FFF2-40B4-BE49-F238E27FC236}">
                <a16:creationId xmlns:a16="http://schemas.microsoft.com/office/drawing/2014/main" id="{51F9D63C-29D3-48A8-B3E9-24FCFA19F58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8" name="Line 94">
            <a:extLst>
              <a:ext uri="{FF2B5EF4-FFF2-40B4-BE49-F238E27FC236}">
                <a16:creationId xmlns:a16="http://schemas.microsoft.com/office/drawing/2014/main" id="{F60CCF89-3814-421E-9870-3D217F46DEC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59" name="Line 95">
            <a:extLst>
              <a:ext uri="{FF2B5EF4-FFF2-40B4-BE49-F238E27FC236}">
                <a16:creationId xmlns:a16="http://schemas.microsoft.com/office/drawing/2014/main" id="{648DB1DB-FABB-4B5B-97B4-20BB1299F31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4160" name="Text Box 96">
            <a:extLst>
              <a:ext uri="{FF2B5EF4-FFF2-40B4-BE49-F238E27FC236}">
                <a16:creationId xmlns:a16="http://schemas.microsoft.com/office/drawing/2014/main" id="{4D38A147-A1BC-4740-B93F-4795D7FE3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4161" name="Text Box 97">
            <a:extLst>
              <a:ext uri="{FF2B5EF4-FFF2-40B4-BE49-F238E27FC236}">
                <a16:creationId xmlns:a16="http://schemas.microsoft.com/office/drawing/2014/main" id="{63358DDA-4543-4F12-8693-325831779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4162" name="Text Box 98">
            <a:extLst>
              <a:ext uri="{FF2B5EF4-FFF2-40B4-BE49-F238E27FC236}">
                <a16:creationId xmlns:a16="http://schemas.microsoft.com/office/drawing/2014/main" id="{AE2B1B02-F902-419B-BEF6-0AD1427804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4163" name="Text Box 99">
            <a:extLst>
              <a:ext uri="{FF2B5EF4-FFF2-40B4-BE49-F238E27FC236}">
                <a16:creationId xmlns:a16="http://schemas.microsoft.com/office/drawing/2014/main" id="{06272066-83C8-4632-AC8B-9A6968D58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4164" name="Text Box 100">
            <a:extLst>
              <a:ext uri="{FF2B5EF4-FFF2-40B4-BE49-F238E27FC236}">
                <a16:creationId xmlns:a16="http://schemas.microsoft.com/office/drawing/2014/main" id="{5C82090C-C883-4833-8D0A-72B51DF34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4165" name="Text Box 101">
            <a:extLst>
              <a:ext uri="{FF2B5EF4-FFF2-40B4-BE49-F238E27FC236}">
                <a16:creationId xmlns:a16="http://schemas.microsoft.com/office/drawing/2014/main" id="{F9516DD1-08B4-4FD3-8052-1DF7BF35B6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4166" name="Text Box 102">
            <a:extLst>
              <a:ext uri="{FF2B5EF4-FFF2-40B4-BE49-F238E27FC236}">
                <a16:creationId xmlns:a16="http://schemas.microsoft.com/office/drawing/2014/main" id="{A0B7DC11-3AC7-46BF-B123-5F9ECD208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4167" name="Text Box 103">
            <a:extLst>
              <a:ext uri="{FF2B5EF4-FFF2-40B4-BE49-F238E27FC236}">
                <a16:creationId xmlns:a16="http://schemas.microsoft.com/office/drawing/2014/main" id="{A1694081-4206-4853-A0DF-760BB61D0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4168" name="Text Box 104">
            <a:extLst>
              <a:ext uri="{FF2B5EF4-FFF2-40B4-BE49-F238E27FC236}">
                <a16:creationId xmlns:a16="http://schemas.microsoft.com/office/drawing/2014/main" id="{8F3E9390-7C9D-4F49-A496-52BC856FA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4169" name="Text Box 105">
            <a:extLst>
              <a:ext uri="{FF2B5EF4-FFF2-40B4-BE49-F238E27FC236}">
                <a16:creationId xmlns:a16="http://schemas.microsoft.com/office/drawing/2014/main" id="{813E6195-08FC-4A50-A89E-780305ABCE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4170" name="Text Box 106">
            <a:extLst>
              <a:ext uri="{FF2B5EF4-FFF2-40B4-BE49-F238E27FC236}">
                <a16:creationId xmlns:a16="http://schemas.microsoft.com/office/drawing/2014/main" id="{B71EA45C-4EDD-4821-B600-7C8BE9E34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4171" name="Rectangle 107">
            <a:extLst>
              <a:ext uri="{FF2B5EF4-FFF2-40B4-BE49-F238E27FC236}">
                <a16:creationId xmlns:a16="http://schemas.microsoft.com/office/drawing/2014/main" id="{2626CEA0-4CB2-4596-A72F-9FEE109E7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4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135" grpId="0" animBg="1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>
            <a:extLst>
              <a:ext uri="{FF2B5EF4-FFF2-40B4-BE49-F238E27FC236}">
                <a16:creationId xmlns:a16="http://schemas.microsoft.com/office/drawing/2014/main" id="{2AEFD225-5449-4A45-9503-13ED3A796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46151" name="Line 39">
            <a:extLst>
              <a:ext uri="{FF2B5EF4-FFF2-40B4-BE49-F238E27FC236}">
                <a16:creationId xmlns:a16="http://schemas.microsoft.com/office/drawing/2014/main" id="{EF955C9E-7148-4D0C-AAA0-1C1C3CB63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52" name="Text Box 40">
            <a:extLst>
              <a:ext uri="{FF2B5EF4-FFF2-40B4-BE49-F238E27FC236}">
                <a16:creationId xmlns:a16="http://schemas.microsoft.com/office/drawing/2014/main" id="{ADA6CEE6-1130-4A17-B79D-818451FE0F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53" name="Text Box 41">
            <a:extLst>
              <a:ext uri="{FF2B5EF4-FFF2-40B4-BE49-F238E27FC236}">
                <a16:creationId xmlns:a16="http://schemas.microsoft.com/office/drawing/2014/main" id="{69E41F7B-0BC0-498A-B5D7-9F38F549C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46154" name="Group 42">
            <a:extLst>
              <a:ext uri="{FF2B5EF4-FFF2-40B4-BE49-F238E27FC236}">
                <a16:creationId xmlns:a16="http://schemas.microsoft.com/office/drawing/2014/main" id="{CCBD4E60-45B2-409A-AF43-D9B461AE8A94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46155" name="Line 43">
              <a:extLst>
                <a:ext uri="{FF2B5EF4-FFF2-40B4-BE49-F238E27FC236}">
                  <a16:creationId xmlns:a16="http://schemas.microsoft.com/office/drawing/2014/main" id="{219DCE72-6091-4FAC-8E8C-184B25FAE0A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56" name="Line 44">
              <a:extLst>
                <a:ext uri="{FF2B5EF4-FFF2-40B4-BE49-F238E27FC236}">
                  <a16:creationId xmlns:a16="http://schemas.microsoft.com/office/drawing/2014/main" id="{C2E33F0D-A2AF-4133-B13C-CA330F8F547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57" name="Line 45">
              <a:extLst>
                <a:ext uri="{FF2B5EF4-FFF2-40B4-BE49-F238E27FC236}">
                  <a16:creationId xmlns:a16="http://schemas.microsoft.com/office/drawing/2014/main" id="{35412D94-361F-4366-AE8C-4CB652B398F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58" name="Line 46">
              <a:extLst>
                <a:ext uri="{FF2B5EF4-FFF2-40B4-BE49-F238E27FC236}">
                  <a16:creationId xmlns:a16="http://schemas.microsoft.com/office/drawing/2014/main" id="{83E11425-ADC2-44EF-B968-AFF397A86AB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59" name="Line 47">
              <a:extLst>
                <a:ext uri="{FF2B5EF4-FFF2-40B4-BE49-F238E27FC236}">
                  <a16:creationId xmlns:a16="http://schemas.microsoft.com/office/drawing/2014/main" id="{620ED0E1-AF54-4068-AA01-D1F72365D19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0" name="Line 48">
              <a:extLst>
                <a:ext uri="{FF2B5EF4-FFF2-40B4-BE49-F238E27FC236}">
                  <a16:creationId xmlns:a16="http://schemas.microsoft.com/office/drawing/2014/main" id="{DB46FFC0-A48A-4C38-9242-882B297174A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1" name="Line 49">
              <a:extLst>
                <a:ext uri="{FF2B5EF4-FFF2-40B4-BE49-F238E27FC236}">
                  <a16:creationId xmlns:a16="http://schemas.microsoft.com/office/drawing/2014/main" id="{120DB15F-DF4D-4943-8F6B-8E1EC4820FD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2" name="Line 50">
              <a:extLst>
                <a:ext uri="{FF2B5EF4-FFF2-40B4-BE49-F238E27FC236}">
                  <a16:creationId xmlns:a16="http://schemas.microsoft.com/office/drawing/2014/main" id="{281678BF-D240-49DF-AFDD-712930DF6A0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3" name="Line 51">
              <a:extLst>
                <a:ext uri="{FF2B5EF4-FFF2-40B4-BE49-F238E27FC236}">
                  <a16:creationId xmlns:a16="http://schemas.microsoft.com/office/drawing/2014/main" id="{D9A0EC07-800D-4B79-9C75-EDDA6CC1D5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4" name="Line 52">
              <a:extLst>
                <a:ext uri="{FF2B5EF4-FFF2-40B4-BE49-F238E27FC236}">
                  <a16:creationId xmlns:a16="http://schemas.microsoft.com/office/drawing/2014/main" id="{1F9D84D3-22C2-4FFD-9CBC-BBF0E9474CC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5" name="Line 53">
              <a:extLst>
                <a:ext uri="{FF2B5EF4-FFF2-40B4-BE49-F238E27FC236}">
                  <a16:creationId xmlns:a16="http://schemas.microsoft.com/office/drawing/2014/main" id="{0EB0A13E-999E-44FE-9AE7-400966C23F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6166" name="Line 54">
              <a:extLst>
                <a:ext uri="{FF2B5EF4-FFF2-40B4-BE49-F238E27FC236}">
                  <a16:creationId xmlns:a16="http://schemas.microsoft.com/office/drawing/2014/main" id="{9FAA56C0-1A03-44BA-908D-4E1179B9B9D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6167" name="Text Box 55">
            <a:extLst>
              <a:ext uri="{FF2B5EF4-FFF2-40B4-BE49-F238E27FC236}">
                <a16:creationId xmlns:a16="http://schemas.microsoft.com/office/drawing/2014/main" id="{369254B6-BBD0-4B4F-A32F-0F2D515A2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6168" name="Text Box 56">
            <a:extLst>
              <a:ext uri="{FF2B5EF4-FFF2-40B4-BE49-F238E27FC236}">
                <a16:creationId xmlns:a16="http://schemas.microsoft.com/office/drawing/2014/main" id="{71D1913B-9AA0-4F29-8C22-E61085773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6169" name="Text Box 57">
            <a:extLst>
              <a:ext uri="{FF2B5EF4-FFF2-40B4-BE49-F238E27FC236}">
                <a16:creationId xmlns:a16="http://schemas.microsoft.com/office/drawing/2014/main" id="{8D2FE871-C347-415D-A10B-1E284D41F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6170" name="Text Box 58">
            <a:extLst>
              <a:ext uri="{FF2B5EF4-FFF2-40B4-BE49-F238E27FC236}">
                <a16:creationId xmlns:a16="http://schemas.microsoft.com/office/drawing/2014/main" id="{FD882658-6901-478B-BF99-575275DD2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6171" name="Text Box 59">
            <a:extLst>
              <a:ext uri="{FF2B5EF4-FFF2-40B4-BE49-F238E27FC236}">
                <a16:creationId xmlns:a16="http://schemas.microsoft.com/office/drawing/2014/main" id="{BF89F687-92F1-434C-A876-97F4F3268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6172" name="Text Box 60">
            <a:extLst>
              <a:ext uri="{FF2B5EF4-FFF2-40B4-BE49-F238E27FC236}">
                <a16:creationId xmlns:a16="http://schemas.microsoft.com/office/drawing/2014/main" id="{6A9C1CCD-246C-4689-A468-F83E0CD1F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6173" name="Text Box 61">
            <a:extLst>
              <a:ext uri="{FF2B5EF4-FFF2-40B4-BE49-F238E27FC236}">
                <a16:creationId xmlns:a16="http://schemas.microsoft.com/office/drawing/2014/main" id="{4788EDCE-1D37-4554-A333-91CBA1E04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6174" name="Text Box 62">
            <a:extLst>
              <a:ext uri="{FF2B5EF4-FFF2-40B4-BE49-F238E27FC236}">
                <a16:creationId xmlns:a16="http://schemas.microsoft.com/office/drawing/2014/main" id="{22609CB7-9B4D-45C3-8095-06C3FB749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6175" name="Text Box 63">
            <a:extLst>
              <a:ext uri="{FF2B5EF4-FFF2-40B4-BE49-F238E27FC236}">
                <a16:creationId xmlns:a16="http://schemas.microsoft.com/office/drawing/2014/main" id="{DA990A8F-24BF-47A1-9E47-FA5942DD0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6176" name="Text Box 64">
            <a:extLst>
              <a:ext uri="{FF2B5EF4-FFF2-40B4-BE49-F238E27FC236}">
                <a16:creationId xmlns:a16="http://schemas.microsoft.com/office/drawing/2014/main" id="{BB58567D-26C9-456B-B621-B87D4CC83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6177" name="Text Box 65">
            <a:extLst>
              <a:ext uri="{FF2B5EF4-FFF2-40B4-BE49-F238E27FC236}">
                <a16:creationId xmlns:a16="http://schemas.microsoft.com/office/drawing/2014/main" id="{C83AD753-06E3-4047-B869-E5A2AECC7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6178" name="Line 66">
            <a:extLst>
              <a:ext uri="{FF2B5EF4-FFF2-40B4-BE49-F238E27FC236}">
                <a16:creationId xmlns:a16="http://schemas.microsoft.com/office/drawing/2014/main" id="{3DA98BDD-BC23-43CF-B8B0-938A8EF7D6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79" name="AutoShape 67">
            <a:extLst>
              <a:ext uri="{FF2B5EF4-FFF2-40B4-BE49-F238E27FC236}">
                <a16:creationId xmlns:a16="http://schemas.microsoft.com/office/drawing/2014/main" id="{3EBC3BD5-7764-4250-8C12-DD7A14A0E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004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80" name="Rectangle 68">
            <a:extLst>
              <a:ext uri="{FF2B5EF4-FFF2-40B4-BE49-F238E27FC236}">
                <a16:creationId xmlns:a16="http://schemas.microsoft.com/office/drawing/2014/main" id="{6F0EB093-9B55-4D69-B983-A0F641CD7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6182" name="Rectangle 70">
            <a:extLst>
              <a:ext uri="{FF2B5EF4-FFF2-40B4-BE49-F238E27FC236}">
                <a16:creationId xmlns:a16="http://schemas.microsoft.com/office/drawing/2014/main" id="{ABAD035E-9320-4E7F-8A12-174894849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6183" name="Rectangle 71">
            <a:extLst>
              <a:ext uri="{FF2B5EF4-FFF2-40B4-BE49-F238E27FC236}">
                <a16:creationId xmlns:a16="http://schemas.microsoft.com/office/drawing/2014/main" id="{4AA78942-2513-4B3B-A25A-94D1C15E2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867400"/>
            <a:ext cx="2133600" cy="304800"/>
          </a:xfrm>
          <a:prstGeom prst="rect">
            <a:avLst/>
          </a:prstGeom>
          <a:solidFill>
            <a:srgbClr val="FF00FF">
              <a:alpha val="50000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46184" name="Line 72">
            <a:extLst>
              <a:ext uri="{FF2B5EF4-FFF2-40B4-BE49-F238E27FC236}">
                <a16:creationId xmlns:a16="http://schemas.microsoft.com/office/drawing/2014/main" id="{9473D397-D37B-42A5-8AC7-25C447A22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85" name="Text Box 73">
            <a:extLst>
              <a:ext uri="{FF2B5EF4-FFF2-40B4-BE49-F238E27FC236}">
                <a16:creationId xmlns:a16="http://schemas.microsoft.com/office/drawing/2014/main" id="{FE56B6F1-7D3D-42D0-805F-8A3B0376B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86" name="Text Box 74">
            <a:extLst>
              <a:ext uri="{FF2B5EF4-FFF2-40B4-BE49-F238E27FC236}">
                <a16:creationId xmlns:a16="http://schemas.microsoft.com/office/drawing/2014/main" id="{5A475C07-16B6-4380-A933-2F0DAB68E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46187" name="Line 75">
            <a:extLst>
              <a:ext uri="{FF2B5EF4-FFF2-40B4-BE49-F238E27FC236}">
                <a16:creationId xmlns:a16="http://schemas.microsoft.com/office/drawing/2014/main" id="{1D831F93-7C71-400F-8414-B15D2088A8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88" name="Text Box 76">
            <a:extLst>
              <a:ext uri="{FF2B5EF4-FFF2-40B4-BE49-F238E27FC236}">
                <a16:creationId xmlns:a16="http://schemas.microsoft.com/office/drawing/2014/main" id="{F4AD7EF6-DAE0-4418-8BF6-4DD165642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46189" name="Rectangle 77">
            <a:extLst>
              <a:ext uri="{FF2B5EF4-FFF2-40B4-BE49-F238E27FC236}">
                <a16:creationId xmlns:a16="http://schemas.microsoft.com/office/drawing/2014/main" id="{5FC40855-B372-49FD-AE8B-473E5EC26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46190" name="Rectangle 78">
            <a:extLst>
              <a:ext uri="{FF2B5EF4-FFF2-40B4-BE49-F238E27FC236}">
                <a16:creationId xmlns:a16="http://schemas.microsoft.com/office/drawing/2014/main" id="{46AFF21E-C395-4C87-9D8A-34E0849C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46191" name="Rectangle 79">
            <a:extLst>
              <a:ext uri="{FF2B5EF4-FFF2-40B4-BE49-F238E27FC236}">
                <a16:creationId xmlns:a16="http://schemas.microsoft.com/office/drawing/2014/main" id="{A0CC3823-D50F-45AA-B172-87AED4DC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46192" name="Rectangle 80">
            <a:extLst>
              <a:ext uri="{FF2B5EF4-FFF2-40B4-BE49-F238E27FC236}">
                <a16:creationId xmlns:a16="http://schemas.microsoft.com/office/drawing/2014/main" id="{82DFAEBB-7AED-42DF-B741-9C83E828F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6193" name="Rectangle 81">
            <a:extLst>
              <a:ext uri="{FF2B5EF4-FFF2-40B4-BE49-F238E27FC236}">
                <a16:creationId xmlns:a16="http://schemas.microsoft.com/office/drawing/2014/main" id="{58AEA757-40ED-49D3-A33E-7202F1463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46194" name="Rectangle 82">
            <a:extLst>
              <a:ext uri="{FF2B5EF4-FFF2-40B4-BE49-F238E27FC236}">
                <a16:creationId xmlns:a16="http://schemas.microsoft.com/office/drawing/2014/main" id="{0BB68AB0-9E87-4B3C-BCE9-E3B887BBC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46195" name="Rectangle 83">
            <a:extLst>
              <a:ext uri="{FF2B5EF4-FFF2-40B4-BE49-F238E27FC236}">
                <a16:creationId xmlns:a16="http://schemas.microsoft.com/office/drawing/2014/main" id="{D032169C-8E07-4370-8F82-6346F486A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6196" name="Line 84">
            <a:extLst>
              <a:ext uri="{FF2B5EF4-FFF2-40B4-BE49-F238E27FC236}">
                <a16:creationId xmlns:a16="http://schemas.microsoft.com/office/drawing/2014/main" id="{70039C17-2066-4393-A95C-DAD98B2F801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97" name="Line 85">
            <a:extLst>
              <a:ext uri="{FF2B5EF4-FFF2-40B4-BE49-F238E27FC236}">
                <a16:creationId xmlns:a16="http://schemas.microsoft.com/office/drawing/2014/main" id="{6585614C-D471-43F8-A782-0241C0EB26E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98" name="Line 86">
            <a:extLst>
              <a:ext uri="{FF2B5EF4-FFF2-40B4-BE49-F238E27FC236}">
                <a16:creationId xmlns:a16="http://schemas.microsoft.com/office/drawing/2014/main" id="{F3B60533-3D6B-4EDC-BE63-1B0D053CEBD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199" name="Line 87">
            <a:extLst>
              <a:ext uri="{FF2B5EF4-FFF2-40B4-BE49-F238E27FC236}">
                <a16:creationId xmlns:a16="http://schemas.microsoft.com/office/drawing/2014/main" id="{D9960229-A786-43BB-9CCD-C31FD4FAA0E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0" name="Line 88">
            <a:extLst>
              <a:ext uri="{FF2B5EF4-FFF2-40B4-BE49-F238E27FC236}">
                <a16:creationId xmlns:a16="http://schemas.microsoft.com/office/drawing/2014/main" id="{53AAF0BD-8FE5-4CAF-BEC1-0C5DFD2ACD2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1" name="Line 89">
            <a:extLst>
              <a:ext uri="{FF2B5EF4-FFF2-40B4-BE49-F238E27FC236}">
                <a16:creationId xmlns:a16="http://schemas.microsoft.com/office/drawing/2014/main" id="{CB44AF49-ECAB-4B2D-B042-DC7FAC0A6999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2" name="Line 90">
            <a:extLst>
              <a:ext uri="{FF2B5EF4-FFF2-40B4-BE49-F238E27FC236}">
                <a16:creationId xmlns:a16="http://schemas.microsoft.com/office/drawing/2014/main" id="{687BC7C7-FD5B-461F-BB13-72658E044834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3" name="Line 91">
            <a:extLst>
              <a:ext uri="{FF2B5EF4-FFF2-40B4-BE49-F238E27FC236}">
                <a16:creationId xmlns:a16="http://schemas.microsoft.com/office/drawing/2014/main" id="{93BE20A0-01DF-409D-8FEA-968AE07AB0A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4" name="Line 92">
            <a:extLst>
              <a:ext uri="{FF2B5EF4-FFF2-40B4-BE49-F238E27FC236}">
                <a16:creationId xmlns:a16="http://schemas.microsoft.com/office/drawing/2014/main" id="{3B809A9F-69CA-4E9D-8045-F1DCB01E92E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5" name="Line 93">
            <a:extLst>
              <a:ext uri="{FF2B5EF4-FFF2-40B4-BE49-F238E27FC236}">
                <a16:creationId xmlns:a16="http://schemas.microsoft.com/office/drawing/2014/main" id="{BB8D8DC2-0F80-4C17-B1B7-BB87730BFA0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6" name="Line 94">
            <a:extLst>
              <a:ext uri="{FF2B5EF4-FFF2-40B4-BE49-F238E27FC236}">
                <a16:creationId xmlns:a16="http://schemas.microsoft.com/office/drawing/2014/main" id="{541320BC-2F11-4AB3-A0D5-013973C9CB5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7" name="Line 95">
            <a:extLst>
              <a:ext uri="{FF2B5EF4-FFF2-40B4-BE49-F238E27FC236}">
                <a16:creationId xmlns:a16="http://schemas.microsoft.com/office/drawing/2014/main" id="{C89BA956-5A21-41EA-82FA-10E2F3BB95EC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6208" name="Text Box 96">
            <a:extLst>
              <a:ext uri="{FF2B5EF4-FFF2-40B4-BE49-F238E27FC236}">
                <a16:creationId xmlns:a16="http://schemas.microsoft.com/office/drawing/2014/main" id="{F0C5D3AE-4B83-450C-B5CE-22D8CED69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6209" name="Text Box 97">
            <a:extLst>
              <a:ext uri="{FF2B5EF4-FFF2-40B4-BE49-F238E27FC236}">
                <a16:creationId xmlns:a16="http://schemas.microsoft.com/office/drawing/2014/main" id="{F8ED9C89-85E7-49C2-850D-62A7956BD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6210" name="Text Box 98">
            <a:extLst>
              <a:ext uri="{FF2B5EF4-FFF2-40B4-BE49-F238E27FC236}">
                <a16:creationId xmlns:a16="http://schemas.microsoft.com/office/drawing/2014/main" id="{B6DB7CF4-775C-4C71-B0A8-EC8070037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6211" name="Text Box 99">
            <a:extLst>
              <a:ext uri="{FF2B5EF4-FFF2-40B4-BE49-F238E27FC236}">
                <a16:creationId xmlns:a16="http://schemas.microsoft.com/office/drawing/2014/main" id="{BA3DB910-C6B6-4A34-83B5-ABD71B3BC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6212" name="Text Box 100">
            <a:extLst>
              <a:ext uri="{FF2B5EF4-FFF2-40B4-BE49-F238E27FC236}">
                <a16:creationId xmlns:a16="http://schemas.microsoft.com/office/drawing/2014/main" id="{5FDDB8B2-89A2-4455-BC02-BE407BDC8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6213" name="Text Box 101">
            <a:extLst>
              <a:ext uri="{FF2B5EF4-FFF2-40B4-BE49-F238E27FC236}">
                <a16:creationId xmlns:a16="http://schemas.microsoft.com/office/drawing/2014/main" id="{FC82F4F3-16D7-4E99-952F-80132FCB0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6214" name="Text Box 102">
            <a:extLst>
              <a:ext uri="{FF2B5EF4-FFF2-40B4-BE49-F238E27FC236}">
                <a16:creationId xmlns:a16="http://schemas.microsoft.com/office/drawing/2014/main" id="{AA97CFCA-48E9-4673-BC90-EEA29B1E2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6215" name="Text Box 103">
            <a:extLst>
              <a:ext uri="{FF2B5EF4-FFF2-40B4-BE49-F238E27FC236}">
                <a16:creationId xmlns:a16="http://schemas.microsoft.com/office/drawing/2014/main" id="{B64094A0-686B-492F-AE79-8B44DD758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6216" name="Text Box 104">
            <a:extLst>
              <a:ext uri="{FF2B5EF4-FFF2-40B4-BE49-F238E27FC236}">
                <a16:creationId xmlns:a16="http://schemas.microsoft.com/office/drawing/2014/main" id="{82692484-A3DF-4E91-89FE-FCE33B168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6217" name="Text Box 105">
            <a:extLst>
              <a:ext uri="{FF2B5EF4-FFF2-40B4-BE49-F238E27FC236}">
                <a16:creationId xmlns:a16="http://schemas.microsoft.com/office/drawing/2014/main" id="{C6F2CB9C-F188-4AE3-884E-2819DAB35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6218" name="Text Box 106">
            <a:extLst>
              <a:ext uri="{FF2B5EF4-FFF2-40B4-BE49-F238E27FC236}">
                <a16:creationId xmlns:a16="http://schemas.microsoft.com/office/drawing/2014/main" id="{6809D8AF-383F-43ED-9520-D844DAAB2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6219" name="Rectangle 107">
            <a:extLst>
              <a:ext uri="{FF2B5EF4-FFF2-40B4-BE49-F238E27FC236}">
                <a16:creationId xmlns:a16="http://schemas.microsoft.com/office/drawing/2014/main" id="{49F11AD8-75DA-467F-BE1C-56A4F7777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618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id="{743F7C2B-8119-44A7-976A-C1CDD2691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48199" name="Line 39">
            <a:extLst>
              <a:ext uri="{FF2B5EF4-FFF2-40B4-BE49-F238E27FC236}">
                <a16:creationId xmlns:a16="http://schemas.microsoft.com/office/drawing/2014/main" id="{1A85E2BF-5BC4-4714-BCBE-B6AA76BC41A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00" name="Text Box 40">
            <a:extLst>
              <a:ext uri="{FF2B5EF4-FFF2-40B4-BE49-F238E27FC236}">
                <a16:creationId xmlns:a16="http://schemas.microsoft.com/office/drawing/2014/main" id="{C76CB075-905E-4F3D-A27A-A19B9494A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01" name="Text Box 41">
            <a:extLst>
              <a:ext uri="{FF2B5EF4-FFF2-40B4-BE49-F238E27FC236}">
                <a16:creationId xmlns:a16="http://schemas.microsoft.com/office/drawing/2014/main" id="{67F1D7E9-25C1-43C2-B678-61A2166674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48202" name="Group 42">
            <a:extLst>
              <a:ext uri="{FF2B5EF4-FFF2-40B4-BE49-F238E27FC236}">
                <a16:creationId xmlns:a16="http://schemas.microsoft.com/office/drawing/2014/main" id="{8676ECD7-B5D3-46E8-BBDD-9FD72EE267D2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48203" name="Line 43">
              <a:extLst>
                <a:ext uri="{FF2B5EF4-FFF2-40B4-BE49-F238E27FC236}">
                  <a16:creationId xmlns:a16="http://schemas.microsoft.com/office/drawing/2014/main" id="{845321A9-EE62-407E-B7AB-81934DA3854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4" name="Line 44">
              <a:extLst>
                <a:ext uri="{FF2B5EF4-FFF2-40B4-BE49-F238E27FC236}">
                  <a16:creationId xmlns:a16="http://schemas.microsoft.com/office/drawing/2014/main" id="{413EE3C4-12B9-48E2-A582-BD6BCE3D196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5" name="Line 45">
              <a:extLst>
                <a:ext uri="{FF2B5EF4-FFF2-40B4-BE49-F238E27FC236}">
                  <a16:creationId xmlns:a16="http://schemas.microsoft.com/office/drawing/2014/main" id="{151C5B26-CA03-48FD-9D23-C90BDE483C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6" name="Line 46">
              <a:extLst>
                <a:ext uri="{FF2B5EF4-FFF2-40B4-BE49-F238E27FC236}">
                  <a16:creationId xmlns:a16="http://schemas.microsoft.com/office/drawing/2014/main" id="{525A7DB4-3352-40D9-A587-F7B32267822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7" name="Line 47">
              <a:extLst>
                <a:ext uri="{FF2B5EF4-FFF2-40B4-BE49-F238E27FC236}">
                  <a16:creationId xmlns:a16="http://schemas.microsoft.com/office/drawing/2014/main" id="{D208A9B1-B75F-4CEC-8626-9820F3DAAD5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8" name="Line 48">
              <a:extLst>
                <a:ext uri="{FF2B5EF4-FFF2-40B4-BE49-F238E27FC236}">
                  <a16:creationId xmlns:a16="http://schemas.microsoft.com/office/drawing/2014/main" id="{EA490BFB-CC26-48C2-B3BB-50148DC40C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09" name="Line 49">
              <a:extLst>
                <a:ext uri="{FF2B5EF4-FFF2-40B4-BE49-F238E27FC236}">
                  <a16:creationId xmlns:a16="http://schemas.microsoft.com/office/drawing/2014/main" id="{541AC774-4CA2-497B-BFB3-0CB7A8F3731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10" name="Line 50">
              <a:extLst>
                <a:ext uri="{FF2B5EF4-FFF2-40B4-BE49-F238E27FC236}">
                  <a16:creationId xmlns:a16="http://schemas.microsoft.com/office/drawing/2014/main" id="{017A08FA-97D2-48D8-AF17-F3FA30BF308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11" name="Line 51">
              <a:extLst>
                <a:ext uri="{FF2B5EF4-FFF2-40B4-BE49-F238E27FC236}">
                  <a16:creationId xmlns:a16="http://schemas.microsoft.com/office/drawing/2014/main" id="{F22D18BD-9CF4-4EAB-8145-7797E00F7D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12" name="Line 52">
              <a:extLst>
                <a:ext uri="{FF2B5EF4-FFF2-40B4-BE49-F238E27FC236}">
                  <a16:creationId xmlns:a16="http://schemas.microsoft.com/office/drawing/2014/main" id="{E697B52A-27E2-4F29-90B9-AA53D069229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13" name="Line 53">
              <a:extLst>
                <a:ext uri="{FF2B5EF4-FFF2-40B4-BE49-F238E27FC236}">
                  <a16:creationId xmlns:a16="http://schemas.microsoft.com/office/drawing/2014/main" id="{DD3F9D80-9508-43A1-8A29-CD07DC6C71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48214" name="Line 54">
              <a:extLst>
                <a:ext uri="{FF2B5EF4-FFF2-40B4-BE49-F238E27FC236}">
                  <a16:creationId xmlns:a16="http://schemas.microsoft.com/office/drawing/2014/main" id="{471FAC36-D6A7-4493-88BA-45CE1D6A89A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8215" name="Text Box 55">
            <a:extLst>
              <a:ext uri="{FF2B5EF4-FFF2-40B4-BE49-F238E27FC236}">
                <a16:creationId xmlns:a16="http://schemas.microsoft.com/office/drawing/2014/main" id="{257E1835-9DCC-43EE-8476-25F02C087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8216" name="Text Box 56">
            <a:extLst>
              <a:ext uri="{FF2B5EF4-FFF2-40B4-BE49-F238E27FC236}">
                <a16:creationId xmlns:a16="http://schemas.microsoft.com/office/drawing/2014/main" id="{4A04FE7F-09DB-46A0-9E2D-DCC80DCEF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8217" name="Text Box 57">
            <a:extLst>
              <a:ext uri="{FF2B5EF4-FFF2-40B4-BE49-F238E27FC236}">
                <a16:creationId xmlns:a16="http://schemas.microsoft.com/office/drawing/2014/main" id="{F798637E-D6A0-40B2-82FF-50A3395F0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8218" name="Text Box 58">
            <a:extLst>
              <a:ext uri="{FF2B5EF4-FFF2-40B4-BE49-F238E27FC236}">
                <a16:creationId xmlns:a16="http://schemas.microsoft.com/office/drawing/2014/main" id="{39BFA37C-492B-4E04-AF38-AAB0F1B78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8219" name="Text Box 59">
            <a:extLst>
              <a:ext uri="{FF2B5EF4-FFF2-40B4-BE49-F238E27FC236}">
                <a16:creationId xmlns:a16="http://schemas.microsoft.com/office/drawing/2014/main" id="{2D6CA74E-B0B1-454A-A540-FD3BEC4B5F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8220" name="Text Box 60">
            <a:extLst>
              <a:ext uri="{FF2B5EF4-FFF2-40B4-BE49-F238E27FC236}">
                <a16:creationId xmlns:a16="http://schemas.microsoft.com/office/drawing/2014/main" id="{B679FBC7-A44D-49C1-8CAF-EF2D380A5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8221" name="Text Box 61">
            <a:extLst>
              <a:ext uri="{FF2B5EF4-FFF2-40B4-BE49-F238E27FC236}">
                <a16:creationId xmlns:a16="http://schemas.microsoft.com/office/drawing/2014/main" id="{3E1C05FA-61BD-4201-B069-2D7381E95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8222" name="Text Box 62">
            <a:extLst>
              <a:ext uri="{FF2B5EF4-FFF2-40B4-BE49-F238E27FC236}">
                <a16:creationId xmlns:a16="http://schemas.microsoft.com/office/drawing/2014/main" id="{9724AE91-B877-44D4-988F-E094F4A5D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8223" name="Text Box 63">
            <a:extLst>
              <a:ext uri="{FF2B5EF4-FFF2-40B4-BE49-F238E27FC236}">
                <a16:creationId xmlns:a16="http://schemas.microsoft.com/office/drawing/2014/main" id="{8E65E07C-4D5F-4E40-9DF5-B0E918FE6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8224" name="Text Box 64">
            <a:extLst>
              <a:ext uri="{FF2B5EF4-FFF2-40B4-BE49-F238E27FC236}">
                <a16:creationId xmlns:a16="http://schemas.microsoft.com/office/drawing/2014/main" id="{A2F3B68E-D2A2-4BAE-9D1C-6ADF9F8D6F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8225" name="Text Box 65">
            <a:extLst>
              <a:ext uri="{FF2B5EF4-FFF2-40B4-BE49-F238E27FC236}">
                <a16:creationId xmlns:a16="http://schemas.microsoft.com/office/drawing/2014/main" id="{EF50CE18-4A97-4DB3-B9AE-08E9FF222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8226" name="Line 66">
            <a:extLst>
              <a:ext uri="{FF2B5EF4-FFF2-40B4-BE49-F238E27FC236}">
                <a16:creationId xmlns:a16="http://schemas.microsoft.com/office/drawing/2014/main" id="{61E6E131-9AA1-4703-A8A6-625BCB788B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27" name="AutoShape 67">
            <a:extLst>
              <a:ext uri="{FF2B5EF4-FFF2-40B4-BE49-F238E27FC236}">
                <a16:creationId xmlns:a16="http://schemas.microsoft.com/office/drawing/2014/main" id="{9B452D45-4964-4B91-AAB3-63BC17C06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6576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28" name="Rectangle 68">
            <a:extLst>
              <a:ext uri="{FF2B5EF4-FFF2-40B4-BE49-F238E27FC236}">
                <a16:creationId xmlns:a16="http://schemas.microsoft.com/office/drawing/2014/main" id="{92D17FEC-C138-40F7-8245-1C31C8793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8230" name="Rectangle 70">
            <a:extLst>
              <a:ext uri="{FF2B5EF4-FFF2-40B4-BE49-F238E27FC236}">
                <a16:creationId xmlns:a16="http://schemas.microsoft.com/office/drawing/2014/main" id="{DCCD663F-24EB-4AA8-9CE9-B47024A35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8232" name="Rectangle 72">
            <a:extLst>
              <a:ext uri="{FF2B5EF4-FFF2-40B4-BE49-F238E27FC236}">
                <a16:creationId xmlns:a16="http://schemas.microsoft.com/office/drawing/2014/main" id="{9B8DCCE5-9D5C-47A3-AA2A-10C51D1B8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5867400"/>
            <a:ext cx="2133600" cy="304800"/>
          </a:xfrm>
          <a:prstGeom prst="rect">
            <a:avLst/>
          </a:prstGeom>
          <a:solidFill>
            <a:srgbClr val="99CCFF">
              <a:alpha val="50000"/>
            </a:srgbClr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48233" name="Line 73">
            <a:extLst>
              <a:ext uri="{FF2B5EF4-FFF2-40B4-BE49-F238E27FC236}">
                <a16:creationId xmlns:a16="http://schemas.microsoft.com/office/drawing/2014/main" id="{D0247174-4123-4220-8E4F-8FBF380428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34" name="Text Box 74">
            <a:extLst>
              <a:ext uri="{FF2B5EF4-FFF2-40B4-BE49-F238E27FC236}">
                <a16:creationId xmlns:a16="http://schemas.microsoft.com/office/drawing/2014/main" id="{C4BCD438-A3CD-4BB7-B09E-E30AB3894F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35" name="Text Box 75">
            <a:extLst>
              <a:ext uri="{FF2B5EF4-FFF2-40B4-BE49-F238E27FC236}">
                <a16:creationId xmlns:a16="http://schemas.microsoft.com/office/drawing/2014/main" id="{25D9340B-815F-4842-BBF9-052D82A92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48236" name="Line 76">
            <a:extLst>
              <a:ext uri="{FF2B5EF4-FFF2-40B4-BE49-F238E27FC236}">
                <a16:creationId xmlns:a16="http://schemas.microsoft.com/office/drawing/2014/main" id="{2339F7DD-D94A-4D6C-AB00-A099419678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37" name="Text Box 77">
            <a:extLst>
              <a:ext uri="{FF2B5EF4-FFF2-40B4-BE49-F238E27FC236}">
                <a16:creationId xmlns:a16="http://schemas.microsoft.com/office/drawing/2014/main" id="{7669D1BA-8CB4-4D7C-8595-A4E885A74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48238" name="Rectangle 78">
            <a:extLst>
              <a:ext uri="{FF2B5EF4-FFF2-40B4-BE49-F238E27FC236}">
                <a16:creationId xmlns:a16="http://schemas.microsoft.com/office/drawing/2014/main" id="{AAACC0B9-1DD1-4341-977A-CE606D36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48239" name="Rectangle 79">
            <a:extLst>
              <a:ext uri="{FF2B5EF4-FFF2-40B4-BE49-F238E27FC236}">
                <a16:creationId xmlns:a16="http://schemas.microsoft.com/office/drawing/2014/main" id="{76652BBA-39BF-4151-B42A-42CAC0F56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48240" name="Rectangle 80">
            <a:extLst>
              <a:ext uri="{FF2B5EF4-FFF2-40B4-BE49-F238E27FC236}">
                <a16:creationId xmlns:a16="http://schemas.microsoft.com/office/drawing/2014/main" id="{7FDFA0D2-D2F3-4EA3-85DC-DB7E7CB9E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48241" name="Rectangle 81">
            <a:extLst>
              <a:ext uri="{FF2B5EF4-FFF2-40B4-BE49-F238E27FC236}">
                <a16:creationId xmlns:a16="http://schemas.microsoft.com/office/drawing/2014/main" id="{887F6905-56BA-471B-AAD7-A0EFCC1CF5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48242" name="Rectangle 82">
            <a:extLst>
              <a:ext uri="{FF2B5EF4-FFF2-40B4-BE49-F238E27FC236}">
                <a16:creationId xmlns:a16="http://schemas.microsoft.com/office/drawing/2014/main" id="{9FF84FBF-70FB-41F1-BF35-BC6096735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48243" name="Rectangle 83">
            <a:extLst>
              <a:ext uri="{FF2B5EF4-FFF2-40B4-BE49-F238E27FC236}">
                <a16:creationId xmlns:a16="http://schemas.microsoft.com/office/drawing/2014/main" id="{07297F47-7795-4110-8BBD-BCEBB85FA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48244" name="Rectangle 84">
            <a:extLst>
              <a:ext uri="{FF2B5EF4-FFF2-40B4-BE49-F238E27FC236}">
                <a16:creationId xmlns:a16="http://schemas.microsoft.com/office/drawing/2014/main" id="{3850C461-4157-4A25-A9D4-459885A50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48245" name="Line 85">
            <a:extLst>
              <a:ext uri="{FF2B5EF4-FFF2-40B4-BE49-F238E27FC236}">
                <a16:creationId xmlns:a16="http://schemas.microsoft.com/office/drawing/2014/main" id="{B4987746-D255-4580-B491-69275717572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46" name="Line 86">
            <a:extLst>
              <a:ext uri="{FF2B5EF4-FFF2-40B4-BE49-F238E27FC236}">
                <a16:creationId xmlns:a16="http://schemas.microsoft.com/office/drawing/2014/main" id="{162E5D15-997E-4BE6-B4AA-4D2E059F534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47" name="Line 87">
            <a:extLst>
              <a:ext uri="{FF2B5EF4-FFF2-40B4-BE49-F238E27FC236}">
                <a16:creationId xmlns:a16="http://schemas.microsoft.com/office/drawing/2014/main" id="{782E13A0-5402-4761-90DB-A5C544D5F08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48" name="Line 88">
            <a:extLst>
              <a:ext uri="{FF2B5EF4-FFF2-40B4-BE49-F238E27FC236}">
                <a16:creationId xmlns:a16="http://schemas.microsoft.com/office/drawing/2014/main" id="{98F44533-BEE0-4490-AEE1-FED11D6D180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49" name="Line 89">
            <a:extLst>
              <a:ext uri="{FF2B5EF4-FFF2-40B4-BE49-F238E27FC236}">
                <a16:creationId xmlns:a16="http://schemas.microsoft.com/office/drawing/2014/main" id="{4B1BFE0F-08DB-4F59-AFA3-9F278967D68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0" name="Line 90">
            <a:extLst>
              <a:ext uri="{FF2B5EF4-FFF2-40B4-BE49-F238E27FC236}">
                <a16:creationId xmlns:a16="http://schemas.microsoft.com/office/drawing/2014/main" id="{5A4B93A4-F6EE-4CF3-AEB8-2C75A0618D0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1" name="Line 91">
            <a:extLst>
              <a:ext uri="{FF2B5EF4-FFF2-40B4-BE49-F238E27FC236}">
                <a16:creationId xmlns:a16="http://schemas.microsoft.com/office/drawing/2014/main" id="{8F1FB76E-73C9-457F-9BDF-B525329AE67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2" name="Line 92">
            <a:extLst>
              <a:ext uri="{FF2B5EF4-FFF2-40B4-BE49-F238E27FC236}">
                <a16:creationId xmlns:a16="http://schemas.microsoft.com/office/drawing/2014/main" id="{D1E14C4C-35A7-4BA1-BBC8-989C455EDBB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3" name="Line 93">
            <a:extLst>
              <a:ext uri="{FF2B5EF4-FFF2-40B4-BE49-F238E27FC236}">
                <a16:creationId xmlns:a16="http://schemas.microsoft.com/office/drawing/2014/main" id="{862EADB6-A47F-46A1-BE3A-8A68A9CD6DB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4" name="Line 94">
            <a:extLst>
              <a:ext uri="{FF2B5EF4-FFF2-40B4-BE49-F238E27FC236}">
                <a16:creationId xmlns:a16="http://schemas.microsoft.com/office/drawing/2014/main" id="{AB6A67A0-91CA-4E1C-AD65-2BDBD7B5F305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5" name="Line 95">
            <a:extLst>
              <a:ext uri="{FF2B5EF4-FFF2-40B4-BE49-F238E27FC236}">
                <a16:creationId xmlns:a16="http://schemas.microsoft.com/office/drawing/2014/main" id="{4F07D61E-C4C4-433F-A96D-0094D442D620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6" name="Line 96">
            <a:extLst>
              <a:ext uri="{FF2B5EF4-FFF2-40B4-BE49-F238E27FC236}">
                <a16:creationId xmlns:a16="http://schemas.microsoft.com/office/drawing/2014/main" id="{97A9DF5B-B0EC-4D4C-86CC-B4B17ED5B4B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48257" name="Text Box 97">
            <a:extLst>
              <a:ext uri="{FF2B5EF4-FFF2-40B4-BE49-F238E27FC236}">
                <a16:creationId xmlns:a16="http://schemas.microsoft.com/office/drawing/2014/main" id="{98656E54-754E-443B-AECC-3357D3FAD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48258" name="Text Box 98">
            <a:extLst>
              <a:ext uri="{FF2B5EF4-FFF2-40B4-BE49-F238E27FC236}">
                <a16:creationId xmlns:a16="http://schemas.microsoft.com/office/drawing/2014/main" id="{F77C9D09-002D-46A0-970C-8D9F7C666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48259" name="Text Box 99">
            <a:extLst>
              <a:ext uri="{FF2B5EF4-FFF2-40B4-BE49-F238E27FC236}">
                <a16:creationId xmlns:a16="http://schemas.microsoft.com/office/drawing/2014/main" id="{963F4D91-2933-4277-AEFE-32D53F21C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48260" name="Text Box 100">
            <a:extLst>
              <a:ext uri="{FF2B5EF4-FFF2-40B4-BE49-F238E27FC236}">
                <a16:creationId xmlns:a16="http://schemas.microsoft.com/office/drawing/2014/main" id="{9950200C-7CB4-420C-8435-C7BA0BB80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48261" name="Text Box 101">
            <a:extLst>
              <a:ext uri="{FF2B5EF4-FFF2-40B4-BE49-F238E27FC236}">
                <a16:creationId xmlns:a16="http://schemas.microsoft.com/office/drawing/2014/main" id="{BE130BF6-80A9-4A33-B19A-5367564AA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48262" name="Text Box 102">
            <a:extLst>
              <a:ext uri="{FF2B5EF4-FFF2-40B4-BE49-F238E27FC236}">
                <a16:creationId xmlns:a16="http://schemas.microsoft.com/office/drawing/2014/main" id="{A5CD800E-0AEE-4944-80D3-76323137E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48263" name="Text Box 103">
            <a:extLst>
              <a:ext uri="{FF2B5EF4-FFF2-40B4-BE49-F238E27FC236}">
                <a16:creationId xmlns:a16="http://schemas.microsoft.com/office/drawing/2014/main" id="{1F9C7DD8-07DE-4ED8-84A3-DC1FE34F0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48264" name="Text Box 104">
            <a:extLst>
              <a:ext uri="{FF2B5EF4-FFF2-40B4-BE49-F238E27FC236}">
                <a16:creationId xmlns:a16="http://schemas.microsoft.com/office/drawing/2014/main" id="{82695AAF-362C-4577-A3FF-33D2B89F5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48265" name="Text Box 105">
            <a:extLst>
              <a:ext uri="{FF2B5EF4-FFF2-40B4-BE49-F238E27FC236}">
                <a16:creationId xmlns:a16="http://schemas.microsoft.com/office/drawing/2014/main" id="{29E38580-5724-4498-8858-720A11C827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48266" name="Text Box 106">
            <a:extLst>
              <a:ext uri="{FF2B5EF4-FFF2-40B4-BE49-F238E27FC236}">
                <a16:creationId xmlns:a16="http://schemas.microsoft.com/office/drawing/2014/main" id="{AA496CC0-1320-4E12-B13D-0509F3BA5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48267" name="Text Box 107">
            <a:extLst>
              <a:ext uri="{FF2B5EF4-FFF2-40B4-BE49-F238E27FC236}">
                <a16:creationId xmlns:a16="http://schemas.microsoft.com/office/drawing/2014/main" id="{2E9838D1-6F24-4064-A510-E9402D4CB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48268" name="Rectangle 108">
            <a:extLst>
              <a:ext uri="{FF2B5EF4-FFF2-40B4-BE49-F238E27FC236}">
                <a16:creationId xmlns:a16="http://schemas.microsoft.com/office/drawing/2014/main" id="{9C32548C-90E0-4773-ABE0-E933FF100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32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>
            <a:extLst>
              <a:ext uri="{FF2B5EF4-FFF2-40B4-BE49-F238E27FC236}">
                <a16:creationId xmlns:a16="http://schemas.microsoft.com/office/drawing/2014/main" id="{E2929CBA-796B-4999-8C72-FADC8A623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Interval Scheduling</a:t>
            </a:r>
          </a:p>
        </p:txBody>
      </p:sp>
      <p:sp>
        <p:nvSpPr>
          <p:cNvPr id="350247" name="Line 39">
            <a:extLst>
              <a:ext uri="{FF2B5EF4-FFF2-40B4-BE49-F238E27FC236}">
                <a16:creationId xmlns:a16="http://schemas.microsoft.com/office/drawing/2014/main" id="{6363531B-ED5A-4BBD-93D8-278D8B478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61722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48" name="Text Box 40">
            <a:extLst>
              <a:ext uri="{FF2B5EF4-FFF2-40B4-BE49-F238E27FC236}">
                <a16:creationId xmlns:a16="http://schemas.microsoft.com/office/drawing/2014/main" id="{D441511E-5C46-4108-8EC6-01B9F65423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62626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49" name="Text Box 41">
            <a:extLst>
              <a:ext uri="{FF2B5EF4-FFF2-40B4-BE49-F238E27FC236}">
                <a16:creationId xmlns:a16="http://schemas.microsoft.com/office/drawing/2014/main" id="{795F7551-24A6-42F4-A857-A3EC84C08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grpSp>
        <p:nvGrpSpPr>
          <p:cNvPr id="350250" name="Group 42">
            <a:extLst>
              <a:ext uri="{FF2B5EF4-FFF2-40B4-BE49-F238E27FC236}">
                <a16:creationId xmlns:a16="http://schemas.microsoft.com/office/drawing/2014/main" id="{BAD43EB8-CB81-4FA6-A035-1A2A04793341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867400"/>
            <a:ext cx="5867400" cy="304800"/>
            <a:chOff x="912" y="1776"/>
            <a:chExt cx="3696" cy="2208"/>
          </a:xfrm>
        </p:grpSpPr>
        <p:sp>
          <p:nvSpPr>
            <p:cNvPr id="350251" name="Line 43">
              <a:extLst>
                <a:ext uri="{FF2B5EF4-FFF2-40B4-BE49-F238E27FC236}">
                  <a16:creationId xmlns:a16="http://schemas.microsoft.com/office/drawing/2014/main" id="{34BFE901-46D6-477B-A0F8-EF38CEE0C3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2" name="Line 44">
              <a:extLst>
                <a:ext uri="{FF2B5EF4-FFF2-40B4-BE49-F238E27FC236}">
                  <a16:creationId xmlns:a16="http://schemas.microsoft.com/office/drawing/2014/main" id="{E55BA91B-78D4-4730-B60E-CE22627E31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-19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3" name="Line 45">
              <a:extLst>
                <a:ext uri="{FF2B5EF4-FFF2-40B4-BE49-F238E27FC236}">
                  <a16:creationId xmlns:a16="http://schemas.microsoft.com/office/drawing/2014/main" id="{B43F2F76-0A79-4C90-9D18-D283A590AC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81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4" name="Line 46">
              <a:extLst>
                <a:ext uri="{FF2B5EF4-FFF2-40B4-BE49-F238E27FC236}">
                  <a16:creationId xmlns:a16="http://schemas.microsoft.com/office/drawing/2014/main" id="{32D2D4A0-6CF1-414E-9AE2-56AF06CA865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8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5" name="Line 47">
              <a:extLst>
                <a:ext uri="{FF2B5EF4-FFF2-40B4-BE49-F238E27FC236}">
                  <a16:creationId xmlns:a16="http://schemas.microsoft.com/office/drawing/2014/main" id="{0062B26A-3B57-4DAE-AD98-7343C68CA70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48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6" name="Line 48">
              <a:extLst>
                <a:ext uri="{FF2B5EF4-FFF2-40B4-BE49-F238E27FC236}">
                  <a16:creationId xmlns:a16="http://schemas.microsoft.com/office/drawing/2014/main" id="{965F36D6-C605-4D0A-BD51-EBA113D1294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15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7" name="Line 49">
              <a:extLst>
                <a:ext uri="{FF2B5EF4-FFF2-40B4-BE49-F238E27FC236}">
                  <a16:creationId xmlns:a16="http://schemas.microsoft.com/office/drawing/2014/main" id="{4D220D34-D5C9-431D-822F-AE91F1D6677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160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8" name="Line 50">
              <a:extLst>
                <a:ext uri="{FF2B5EF4-FFF2-40B4-BE49-F238E27FC236}">
                  <a16:creationId xmlns:a16="http://schemas.microsoft.com/office/drawing/2014/main" id="{67FEFA19-8664-42FD-8DBE-EC61DFC7D9A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182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59" name="Line 51">
              <a:extLst>
                <a:ext uri="{FF2B5EF4-FFF2-40B4-BE49-F238E27FC236}">
                  <a16:creationId xmlns:a16="http://schemas.microsoft.com/office/drawing/2014/main" id="{8F066767-EB97-46C0-8D6B-DDA2E6EED2A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832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60" name="Line 52">
              <a:extLst>
                <a:ext uri="{FF2B5EF4-FFF2-40B4-BE49-F238E27FC236}">
                  <a16:creationId xmlns:a16="http://schemas.microsoft.com/office/drawing/2014/main" id="{870BECCD-ED93-4F45-8252-B315B996EC3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496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61" name="Line 53">
              <a:extLst>
                <a:ext uri="{FF2B5EF4-FFF2-40B4-BE49-F238E27FC236}">
                  <a16:creationId xmlns:a16="http://schemas.microsoft.com/office/drawing/2014/main" id="{E9EC8470-35BB-41CE-A68E-86CE9DFB09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504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350262" name="Line 54">
              <a:extLst>
                <a:ext uri="{FF2B5EF4-FFF2-40B4-BE49-F238E27FC236}">
                  <a16:creationId xmlns:a16="http://schemas.microsoft.com/office/drawing/2014/main" id="{965476CE-CAC6-4454-93E1-4F79454C071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3168" y="2880"/>
              <a:ext cx="2208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en-US" b="1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50263" name="Text Box 55">
            <a:extLst>
              <a:ext uri="{FF2B5EF4-FFF2-40B4-BE49-F238E27FC236}">
                <a16:creationId xmlns:a16="http://schemas.microsoft.com/office/drawing/2014/main" id="{163245E6-B2BC-4ADB-AC45-F5D426E47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50264" name="Text Box 56">
            <a:extLst>
              <a:ext uri="{FF2B5EF4-FFF2-40B4-BE49-F238E27FC236}">
                <a16:creationId xmlns:a16="http://schemas.microsoft.com/office/drawing/2014/main" id="{4315B3B0-87EE-4E6D-BAF9-090116C05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50265" name="Text Box 57">
            <a:extLst>
              <a:ext uri="{FF2B5EF4-FFF2-40B4-BE49-F238E27FC236}">
                <a16:creationId xmlns:a16="http://schemas.microsoft.com/office/drawing/2014/main" id="{7D1FBA2B-A5B3-499E-AF88-57F6995BF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50266" name="Text Box 58">
            <a:extLst>
              <a:ext uri="{FF2B5EF4-FFF2-40B4-BE49-F238E27FC236}">
                <a16:creationId xmlns:a16="http://schemas.microsoft.com/office/drawing/2014/main" id="{673CA8B5-FA02-4291-B752-045B8813F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50267" name="Text Box 59">
            <a:extLst>
              <a:ext uri="{FF2B5EF4-FFF2-40B4-BE49-F238E27FC236}">
                <a16:creationId xmlns:a16="http://schemas.microsoft.com/office/drawing/2014/main" id="{94C983A0-361F-447E-81BC-66B4DD8DD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50268" name="Text Box 60">
            <a:extLst>
              <a:ext uri="{FF2B5EF4-FFF2-40B4-BE49-F238E27FC236}">
                <a16:creationId xmlns:a16="http://schemas.microsoft.com/office/drawing/2014/main" id="{B4F9F0B9-4110-4411-8797-24E98457A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50269" name="Text Box 61">
            <a:extLst>
              <a:ext uri="{FF2B5EF4-FFF2-40B4-BE49-F238E27FC236}">
                <a16:creationId xmlns:a16="http://schemas.microsoft.com/office/drawing/2014/main" id="{795697C6-9D1B-4CAC-99C5-0FB3F449B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50270" name="Text Box 62">
            <a:extLst>
              <a:ext uri="{FF2B5EF4-FFF2-40B4-BE49-F238E27FC236}">
                <a16:creationId xmlns:a16="http://schemas.microsoft.com/office/drawing/2014/main" id="{E81C89F7-1D11-4F48-A412-5DE0A08C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50271" name="Text Box 63">
            <a:extLst>
              <a:ext uri="{FF2B5EF4-FFF2-40B4-BE49-F238E27FC236}">
                <a16:creationId xmlns:a16="http://schemas.microsoft.com/office/drawing/2014/main" id="{949E9376-349A-4A1F-8452-892A4D363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50272" name="Text Box 64">
            <a:extLst>
              <a:ext uri="{FF2B5EF4-FFF2-40B4-BE49-F238E27FC236}">
                <a16:creationId xmlns:a16="http://schemas.microsoft.com/office/drawing/2014/main" id="{E31C703B-8EBC-419D-A566-5E4293A9D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50273" name="Text Box 65">
            <a:extLst>
              <a:ext uri="{FF2B5EF4-FFF2-40B4-BE49-F238E27FC236}">
                <a16:creationId xmlns:a16="http://schemas.microsoft.com/office/drawing/2014/main" id="{4D379A41-A311-431C-A5FE-5E336318B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1722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50274" name="Line 66">
            <a:extLst>
              <a:ext uri="{FF2B5EF4-FFF2-40B4-BE49-F238E27FC236}">
                <a16:creationId xmlns:a16="http://schemas.microsoft.com/office/drawing/2014/main" id="{2713A810-980C-44D1-9F07-C78566C785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867400"/>
            <a:ext cx="58674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75" name="AutoShape 67">
            <a:extLst>
              <a:ext uri="{FF2B5EF4-FFF2-40B4-BE49-F238E27FC236}">
                <a16:creationId xmlns:a16="http://schemas.microsoft.com/office/drawing/2014/main" id="{B8080216-4B74-4D38-8CF6-36EC6E8F3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4114800"/>
            <a:ext cx="685800" cy="381000"/>
          </a:xfrm>
          <a:prstGeom prst="rightArrow">
            <a:avLst>
              <a:gd name="adj1" fmla="val 50000"/>
              <a:gd name="adj2" fmla="val 45000"/>
            </a:avLst>
          </a:prstGeom>
          <a:solidFill>
            <a:schemeClr val="bg2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76" name="Rectangle 68">
            <a:extLst>
              <a:ext uri="{FF2B5EF4-FFF2-40B4-BE49-F238E27FC236}">
                <a16:creationId xmlns:a16="http://schemas.microsoft.com/office/drawing/2014/main" id="{94A8C26C-2C0B-4243-8F36-FEDAF2790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58674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50278" name="Rectangle 70">
            <a:extLst>
              <a:ext uri="{FF2B5EF4-FFF2-40B4-BE49-F238E27FC236}">
                <a16:creationId xmlns:a16="http://schemas.microsoft.com/office/drawing/2014/main" id="{A81ED7B9-9755-4440-911F-8000A3EBF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58674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50279" name="Rectangle 71">
            <a:extLst>
              <a:ext uri="{FF2B5EF4-FFF2-40B4-BE49-F238E27FC236}">
                <a16:creationId xmlns:a16="http://schemas.microsoft.com/office/drawing/2014/main" id="{0BA69433-4AE3-4B0D-ADBD-66626A1EA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58674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  <p:sp>
        <p:nvSpPr>
          <p:cNvPr id="350280" name="Line 72">
            <a:extLst>
              <a:ext uri="{FF2B5EF4-FFF2-40B4-BE49-F238E27FC236}">
                <a16:creationId xmlns:a16="http://schemas.microsoft.com/office/drawing/2014/main" id="{BB80B2AD-BAA1-4245-9297-216920D134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495800"/>
            <a:ext cx="64770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81" name="Text Box 73">
            <a:extLst>
              <a:ext uri="{FF2B5EF4-FFF2-40B4-BE49-F238E27FC236}">
                <a16:creationId xmlns:a16="http://schemas.microsoft.com/office/drawing/2014/main" id="{22C52B01-E545-4852-858D-0CF8F206D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586288"/>
            <a:ext cx="17526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endParaRPr kumimoji="1" lang="en-US" altLang="en-US" sz="160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82" name="Text Box 74">
            <a:extLst>
              <a:ext uri="{FF2B5EF4-FFF2-40B4-BE49-F238E27FC236}">
                <a16:creationId xmlns:a16="http://schemas.microsoft.com/office/drawing/2014/main" id="{CE95B64C-F5B7-418A-B1D4-4C844468D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8800" y="4267200"/>
            <a:ext cx="838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Time</a:t>
            </a:r>
          </a:p>
        </p:txBody>
      </p:sp>
      <p:sp>
        <p:nvSpPr>
          <p:cNvPr id="350283" name="Line 75">
            <a:extLst>
              <a:ext uri="{FF2B5EF4-FFF2-40B4-BE49-F238E27FC236}">
                <a16:creationId xmlns:a16="http://schemas.microsoft.com/office/drawing/2014/main" id="{487C214C-2F9E-48BB-9D38-62888D5CC32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10600" y="4495800"/>
            <a:ext cx="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84" name="Text Box 76">
            <a:extLst>
              <a:ext uri="{FF2B5EF4-FFF2-40B4-BE49-F238E27FC236}">
                <a16:creationId xmlns:a16="http://schemas.microsoft.com/office/drawing/2014/main" id="{980641D6-DBA7-4C28-8BB2-A7C3D8E63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0</a:t>
            </a:r>
          </a:p>
        </p:txBody>
      </p:sp>
      <p:sp>
        <p:nvSpPr>
          <p:cNvPr id="350285" name="Rectangle 77">
            <a:extLst>
              <a:ext uri="{FF2B5EF4-FFF2-40B4-BE49-F238E27FC236}">
                <a16:creationId xmlns:a16="http://schemas.microsoft.com/office/drawing/2014/main" id="{A8D7C83B-4E8C-42D0-BE62-9302E5896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905000"/>
            <a:ext cx="3200400" cy="304800"/>
          </a:xfrm>
          <a:prstGeom prst="rect">
            <a:avLst/>
          </a:prstGeom>
          <a:solidFill>
            <a:schemeClr val="accent1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A </a:t>
            </a:r>
          </a:p>
        </p:txBody>
      </p:sp>
      <p:sp>
        <p:nvSpPr>
          <p:cNvPr id="350286" name="Rectangle 78">
            <a:extLst>
              <a:ext uri="{FF2B5EF4-FFF2-40B4-BE49-F238E27FC236}">
                <a16:creationId xmlns:a16="http://schemas.microsoft.com/office/drawing/2014/main" id="{843B5DDC-1B55-416B-9272-C9F959FE7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447800"/>
            <a:ext cx="1066800" cy="304800"/>
          </a:xfrm>
          <a:prstGeom prst="rect">
            <a:avLst/>
          </a:prstGeom>
          <a:solidFill>
            <a:srgbClr val="0033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C</a:t>
            </a:r>
          </a:p>
        </p:txBody>
      </p:sp>
      <p:sp>
        <p:nvSpPr>
          <p:cNvPr id="350287" name="Rectangle 79">
            <a:extLst>
              <a:ext uri="{FF2B5EF4-FFF2-40B4-BE49-F238E27FC236}">
                <a16:creationId xmlns:a16="http://schemas.microsoft.com/office/drawing/2014/main" id="{813B7926-DDB4-4A8F-8BC2-451638889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3276600"/>
            <a:ext cx="2133600" cy="304800"/>
          </a:xfrm>
          <a:prstGeom prst="rect">
            <a:avLst/>
          </a:prstGeom>
          <a:solidFill>
            <a:srgbClr val="FF00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F</a:t>
            </a:r>
          </a:p>
        </p:txBody>
      </p:sp>
      <p:sp>
        <p:nvSpPr>
          <p:cNvPr id="350288" name="Rectangle 80">
            <a:extLst>
              <a:ext uri="{FF2B5EF4-FFF2-40B4-BE49-F238E27FC236}">
                <a16:creationId xmlns:a16="http://schemas.microsoft.com/office/drawing/2014/main" id="{BC7DC2A2-7E47-46ED-BEAE-4E7D2A9A6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990600"/>
            <a:ext cx="1600200" cy="304800"/>
          </a:xfrm>
          <a:prstGeom prst="rect">
            <a:avLst/>
          </a:prstGeom>
          <a:solidFill>
            <a:srgbClr val="FFFF99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B</a:t>
            </a:r>
          </a:p>
        </p:txBody>
      </p:sp>
      <p:sp>
        <p:nvSpPr>
          <p:cNvPr id="350289" name="Rectangle 81">
            <a:extLst>
              <a:ext uri="{FF2B5EF4-FFF2-40B4-BE49-F238E27FC236}">
                <a16:creationId xmlns:a16="http://schemas.microsoft.com/office/drawing/2014/main" id="{335EAC49-8A1F-4635-BF62-F211F162B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19400"/>
            <a:ext cx="2667000" cy="304800"/>
          </a:xfrm>
          <a:prstGeom prst="rect">
            <a:avLst/>
          </a:prstGeom>
          <a:solidFill>
            <a:srgbClr val="00660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FFFFFF"/>
                </a:solidFill>
                <a:latin typeface="Comic Sans MS" panose="030F0702030302020204" pitchFamily="66" charset="0"/>
              </a:rPr>
              <a:t>D</a:t>
            </a:r>
          </a:p>
        </p:txBody>
      </p:sp>
      <p:sp>
        <p:nvSpPr>
          <p:cNvPr id="350290" name="Rectangle 82">
            <a:extLst>
              <a:ext uri="{FF2B5EF4-FFF2-40B4-BE49-F238E27FC236}">
                <a16:creationId xmlns:a16="http://schemas.microsoft.com/office/drawing/2014/main" id="{A8943A7A-6D8E-4B5A-8E4C-F9FB640A3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3733800"/>
            <a:ext cx="2133600" cy="304800"/>
          </a:xfrm>
          <a:prstGeom prst="rect">
            <a:avLst/>
          </a:prstGeom>
          <a:solidFill>
            <a:srgbClr val="99CCFF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G</a:t>
            </a:r>
          </a:p>
        </p:txBody>
      </p:sp>
      <p:sp>
        <p:nvSpPr>
          <p:cNvPr id="350291" name="Rectangle 83">
            <a:extLst>
              <a:ext uri="{FF2B5EF4-FFF2-40B4-BE49-F238E27FC236}">
                <a16:creationId xmlns:a16="http://schemas.microsoft.com/office/drawing/2014/main" id="{5873A69D-679F-42BB-B8D4-911B9559A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2362200"/>
            <a:ext cx="1600200" cy="304800"/>
          </a:xfrm>
          <a:prstGeom prst="rect">
            <a:avLst/>
          </a:prstGeom>
          <a:solidFill>
            <a:srgbClr val="FF9966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E</a:t>
            </a:r>
          </a:p>
        </p:txBody>
      </p:sp>
      <p:sp>
        <p:nvSpPr>
          <p:cNvPr id="350292" name="Line 84">
            <a:extLst>
              <a:ext uri="{FF2B5EF4-FFF2-40B4-BE49-F238E27FC236}">
                <a16:creationId xmlns:a16="http://schemas.microsoft.com/office/drawing/2014/main" id="{9AEBEACF-D19D-4D60-AEA2-9D163F4CDC9B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752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3" name="Line 85">
            <a:extLst>
              <a:ext uri="{FF2B5EF4-FFF2-40B4-BE49-F238E27FC236}">
                <a16:creationId xmlns:a16="http://schemas.microsoft.com/office/drawing/2014/main" id="{02F2E6B1-3C98-4E84-9CE0-EE98374C4041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219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4" name="Line 86">
            <a:extLst>
              <a:ext uri="{FF2B5EF4-FFF2-40B4-BE49-F238E27FC236}">
                <a16:creationId xmlns:a16="http://schemas.microsoft.com/office/drawing/2014/main" id="{2B8E51EB-4F95-4C2C-A708-F2463908B08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819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5" name="Line 87">
            <a:extLst>
              <a:ext uri="{FF2B5EF4-FFF2-40B4-BE49-F238E27FC236}">
                <a16:creationId xmlns:a16="http://schemas.microsoft.com/office/drawing/2014/main" id="{43D6497C-505C-4FBA-AB20-98C6B15CCBAE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2286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6" name="Line 88">
            <a:extLst>
              <a:ext uri="{FF2B5EF4-FFF2-40B4-BE49-F238E27FC236}">
                <a16:creationId xmlns:a16="http://schemas.microsoft.com/office/drawing/2014/main" id="{8919E8E2-14D9-450F-990B-EF7A514B6527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886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7" name="Line 89">
            <a:extLst>
              <a:ext uri="{FF2B5EF4-FFF2-40B4-BE49-F238E27FC236}">
                <a16:creationId xmlns:a16="http://schemas.microsoft.com/office/drawing/2014/main" id="{6C4C220B-2F91-4070-8994-7ADCDF7205E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3352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8" name="Line 90">
            <a:extLst>
              <a:ext uri="{FF2B5EF4-FFF2-40B4-BE49-F238E27FC236}">
                <a16:creationId xmlns:a16="http://schemas.microsoft.com/office/drawing/2014/main" id="{23C43A37-E005-4B2E-92A0-A8B40ED0FCED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9530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299" name="Line 91">
            <a:extLst>
              <a:ext uri="{FF2B5EF4-FFF2-40B4-BE49-F238E27FC236}">
                <a16:creationId xmlns:a16="http://schemas.microsoft.com/office/drawing/2014/main" id="{1AF64FE8-B223-4766-800B-A6259F91F82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4419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300" name="Line 92">
            <a:extLst>
              <a:ext uri="{FF2B5EF4-FFF2-40B4-BE49-F238E27FC236}">
                <a16:creationId xmlns:a16="http://schemas.microsoft.com/office/drawing/2014/main" id="{87F6C134-ACF8-436E-907D-58EEF01F9152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0198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301" name="Line 93">
            <a:extLst>
              <a:ext uri="{FF2B5EF4-FFF2-40B4-BE49-F238E27FC236}">
                <a16:creationId xmlns:a16="http://schemas.microsoft.com/office/drawing/2014/main" id="{B49724F0-C790-4506-9DF3-A6E01D0726A8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54864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302" name="Line 94">
            <a:extLst>
              <a:ext uri="{FF2B5EF4-FFF2-40B4-BE49-F238E27FC236}">
                <a16:creationId xmlns:a16="http://schemas.microsoft.com/office/drawing/2014/main" id="{E029092B-42D3-40E7-B545-A84AEA0402E3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70866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303" name="Line 95">
            <a:extLst>
              <a:ext uri="{FF2B5EF4-FFF2-40B4-BE49-F238E27FC236}">
                <a16:creationId xmlns:a16="http://schemas.microsoft.com/office/drawing/2014/main" id="{447016B1-D9C2-45B0-8E8F-F5136F671E2F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6553200" y="2743200"/>
            <a:ext cx="3505200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1" lang="en-US" b="1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50304" name="Text Box 96">
            <a:extLst>
              <a:ext uri="{FF2B5EF4-FFF2-40B4-BE49-F238E27FC236}">
                <a16:creationId xmlns:a16="http://schemas.microsoft.com/office/drawing/2014/main" id="{30E35D04-1729-4635-A784-611915E88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350305" name="Text Box 97">
            <a:extLst>
              <a:ext uri="{FF2B5EF4-FFF2-40B4-BE49-F238E27FC236}">
                <a16:creationId xmlns:a16="http://schemas.microsoft.com/office/drawing/2014/main" id="{DD3467DB-3445-4FB6-B26E-F142F8724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2</a:t>
            </a:r>
          </a:p>
        </p:txBody>
      </p:sp>
      <p:sp>
        <p:nvSpPr>
          <p:cNvPr id="350306" name="Text Box 98">
            <a:extLst>
              <a:ext uri="{FF2B5EF4-FFF2-40B4-BE49-F238E27FC236}">
                <a16:creationId xmlns:a16="http://schemas.microsoft.com/office/drawing/2014/main" id="{22B1B0FA-B8A2-48C8-8054-059BA4587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350307" name="Text Box 99">
            <a:extLst>
              <a:ext uri="{FF2B5EF4-FFF2-40B4-BE49-F238E27FC236}">
                <a16:creationId xmlns:a16="http://schemas.microsoft.com/office/drawing/2014/main" id="{D014326B-01E2-4E36-BAA0-D46EE7E4A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350308" name="Text Box 100">
            <a:extLst>
              <a:ext uri="{FF2B5EF4-FFF2-40B4-BE49-F238E27FC236}">
                <a16:creationId xmlns:a16="http://schemas.microsoft.com/office/drawing/2014/main" id="{D927665E-50B4-4C09-8A61-34774411E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350309" name="Text Box 101">
            <a:extLst>
              <a:ext uri="{FF2B5EF4-FFF2-40B4-BE49-F238E27FC236}">
                <a16:creationId xmlns:a16="http://schemas.microsoft.com/office/drawing/2014/main" id="{8358A8C4-F0B4-479D-ADBE-9247082E8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350310" name="Text Box 102">
            <a:extLst>
              <a:ext uri="{FF2B5EF4-FFF2-40B4-BE49-F238E27FC236}">
                <a16:creationId xmlns:a16="http://schemas.microsoft.com/office/drawing/2014/main" id="{4A1141DE-FE11-42C1-9416-C228F0D58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7</a:t>
            </a:r>
          </a:p>
        </p:txBody>
      </p:sp>
      <p:sp>
        <p:nvSpPr>
          <p:cNvPr id="350311" name="Text Box 103">
            <a:extLst>
              <a:ext uri="{FF2B5EF4-FFF2-40B4-BE49-F238E27FC236}">
                <a16:creationId xmlns:a16="http://schemas.microsoft.com/office/drawing/2014/main" id="{FBEA21E2-C3E6-4C51-9C7E-61C3591E5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350312" name="Text Box 104">
            <a:extLst>
              <a:ext uri="{FF2B5EF4-FFF2-40B4-BE49-F238E27FC236}">
                <a16:creationId xmlns:a16="http://schemas.microsoft.com/office/drawing/2014/main" id="{7D9A83A8-21FE-4540-B0EF-CADE43632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350313" name="Text Box 105">
            <a:extLst>
              <a:ext uri="{FF2B5EF4-FFF2-40B4-BE49-F238E27FC236}">
                <a16:creationId xmlns:a16="http://schemas.microsoft.com/office/drawing/2014/main" id="{EEC85660-8DE2-4AA7-BC99-8E934F3ED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10</a:t>
            </a:r>
          </a:p>
        </p:txBody>
      </p:sp>
      <p:sp>
        <p:nvSpPr>
          <p:cNvPr id="350314" name="Text Box 106">
            <a:extLst>
              <a:ext uri="{FF2B5EF4-FFF2-40B4-BE49-F238E27FC236}">
                <a16:creationId xmlns:a16="http://schemas.microsoft.com/office/drawing/2014/main" id="{882288EE-5E96-4758-B072-12CF1C51A9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4495800"/>
            <a:ext cx="457200" cy="339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11</a:t>
            </a:r>
          </a:p>
        </p:txBody>
      </p:sp>
      <p:sp>
        <p:nvSpPr>
          <p:cNvPr id="350315" name="Rectangle 107">
            <a:extLst>
              <a:ext uri="{FF2B5EF4-FFF2-40B4-BE49-F238E27FC236}">
                <a16:creationId xmlns:a16="http://schemas.microsoft.com/office/drawing/2014/main" id="{1D467267-C28B-49C2-8A53-30DE26266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4191000"/>
            <a:ext cx="1600200" cy="304800"/>
          </a:xfrm>
          <a:prstGeom prst="rect">
            <a:avLst/>
          </a:prstGeom>
          <a:solidFill>
            <a:srgbClr val="C0C0C0"/>
          </a:solidFill>
          <a:ln w="158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en-US" sz="1600">
                <a:solidFill>
                  <a:srgbClr val="000000"/>
                </a:solidFill>
                <a:latin typeface="Comic Sans MS" panose="030F0702030302020204" pitchFamily="66" charset="0"/>
              </a:rPr>
              <a:t>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5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279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>
            <a:extLst>
              <a:ext uri="{FF2B5EF4-FFF2-40B4-BE49-F238E27FC236}">
                <a16:creationId xmlns:a16="http://schemas.microsoft.com/office/drawing/2014/main" id="{FDBD274F-F399-4B1E-B8C7-B075B141F6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-71814"/>
            <a:ext cx="10515600" cy="1325563"/>
          </a:xfrm>
        </p:spPr>
        <p:txBody>
          <a:bodyPr/>
          <a:lstStyle/>
          <a:p>
            <a:r>
              <a:rPr lang="en-US" altLang="en-US" dirty="0"/>
              <a:t>Interval Scheduling:  Proof</a:t>
            </a:r>
          </a:p>
        </p:txBody>
      </p:sp>
      <p:sp>
        <p:nvSpPr>
          <p:cNvPr id="390147" name="Rectangle 3">
            <a:extLst>
              <a:ext uri="{FF2B5EF4-FFF2-40B4-BE49-F238E27FC236}">
                <a16:creationId xmlns:a16="http://schemas.microsoft.com/office/drawing/2014/main" id="{7ACA9B80-8E07-4D0A-B844-94B7B3935A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8654" y="1345825"/>
            <a:ext cx="10515600" cy="4351338"/>
          </a:xfrm>
        </p:spPr>
        <p:txBody>
          <a:bodyPr/>
          <a:lstStyle/>
          <a:p>
            <a:r>
              <a:rPr lang="en-US" altLang="en-US" dirty="0"/>
              <a:t>Theorem.  </a:t>
            </a:r>
            <a:r>
              <a:rPr lang="en-US" altLang="en-US" dirty="0">
                <a:solidFill>
                  <a:schemeClr val="tx1"/>
                </a:solidFill>
              </a:rPr>
              <a:t>Greedy algorithm is optimal.</a:t>
            </a:r>
          </a:p>
          <a:p>
            <a:r>
              <a:rPr lang="en-US" altLang="en-US" dirty="0"/>
              <a:t>Pf.  </a:t>
            </a:r>
            <a:r>
              <a:rPr lang="en-US" altLang="en-US" dirty="0">
                <a:solidFill>
                  <a:schemeClr val="hlink"/>
                </a:solidFill>
              </a:rPr>
              <a:t>(by contradiction</a:t>
            </a:r>
            <a:r>
              <a:rPr lang="en-US" altLang="en-US">
                <a:solidFill>
                  <a:schemeClr val="hlink"/>
                </a:solidFill>
              </a:rPr>
              <a:t>) greedy-stays-ahead approach</a:t>
            </a:r>
            <a:endParaRPr lang="en-US" altLang="en-US" dirty="0">
              <a:solidFill>
                <a:schemeClr val="hlink"/>
              </a:solidFill>
            </a:endParaRPr>
          </a:p>
          <a:p>
            <a:pPr lvl="1"/>
            <a:r>
              <a:rPr lang="en-US" altLang="en-US" dirty="0"/>
              <a:t>Assume greedy is not optimal, and let's see what happens.</a:t>
            </a:r>
          </a:p>
          <a:p>
            <a:pPr lvl="1"/>
            <a:r>
              <a:rPr lang="en-US" altLang="en-US" dirty="0"/>
              <a:t>Let i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</a:t>
            </a:r>
            <a:r>
              <a:rPr lang="en-US" altLang="en-US" dirty="0"/>
              <a:t>, ... 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k</a:t>
            </a:r>
            <a:r>
              <a:rPr lang="en-US" altLang="en-US" baseline="-25000" dirty="0"/>
              <a:t> </a:t>
            </a:r>
            <a:r>
              <a:rPr lang="en-US" altLang="en-US" dirty="0"/>
              <a:t>denote set of jobs selected by greedy.</a:t>
            </a:r>
          </a:p>
          <a:p>
            <a:pPr lvl="1"/>
            <a:r>
              <a:rPr lang="en-US" altLang="en-US" dirty="0"/>
              <a:t>Let j</a:t>
            </a:r>
            <a:r>
              <a:rPr lang="en-US" altLang="en-US" baseline="-25000" dirty="0"/>
              <a:t>1</a:t>
            </a:r>
            <a:r>
              <a:rPr lang="en-US" altLang="en-US" dirty="0"/>
              <a:t>, j</a:t>
            </a:r>
            <a:r>
              <a:rPr lang="en-US" altLang="en-US" baseline="-25000" dirty="0"/>
              <a:t>2</a:t>
            </a:r>
            <a:r>
              <a:rPr lang="en-US" altLang="en-US" dirty="0"/>
              <a:t>, ... </a:t>
            </a:r>
            <a:r>
              <a:rPr lang="en-US" altLang="en-US" dirty="0" err="1"/>
              <a:t>j</a:t>
            </a:r>
            <a:r>
              <a:rPr lang="en-US" altLang="en-US" baseline="-25000" dirty="0" err="1"/>
              <a:t>m</a:t>
            </a:r>
            <a:r>
              <a:rPr lang="en-US" altLang="en-US" baseline="-25000" dirty="0"/>
              <a:t>  </a:t>
            </a:r>
            <a:r>
              <a:rPr lang="en-US" altLang="en-US" dirty="0"/>
              <a:t>denote set of jobs in the optimal solution with</a:t>
            </a:r>
            <a:br>
              <a:rPr lang="en-US" altLang="en-US" dirty="0"/>
            </a:br>
            <a:r>
              <a:rPr lang="en-US" altLang="en-US" dirty="0"/>
              <a:t>i</a:t>
            </a:r>
            <a:r>
              <a:rPr lang="en-US" altLang="en-US" baseline="-25000" dirty="0"/>
              <a:t>1</a:t>
            </a:r>
            <a:r>
              <a:rPr lang="en-US" altLang="en-US" dirty="0"/>
              <a:t> = j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 </a:t>
            </a:r>
            <a:r>
              <a:rPr lang="en-US" altLang="en-US" dirty="0"/>
              <a:t>= j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r</a:t>
            </a:r>
            <a:r>
              <a:rPr lang="en-US" altLang="en-US" dirty="0"/>
              <a:t> = </a:t>
            </a:r>
            <a:r>
              <a:rPr lang="en-US" altLang="en-US" dirty="0" err="1"/>
              <a:t>j</a:t>
            </a:r>
            <a:r>
              <a:rPr lang="en-US" altLang="en-US" baseline="-25000" dirty="0" err="1"/>
              <a:t>r</a:t>
            </a:r>
            <a:r>
              <a:rPr lang="en-US" altLang="en-US" baseline="-25000" dirty="0"/>
              <a:t> </a:t>
            </a:r>
            <a:r>
              <a:rPr lang="en-US" altLang="en-US" dirty="0"/>
              <a:t>for the largest possible value of r.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479AB2-5972-4413-9E6F-6046493C0015}"/>
              </a:ext>
            </a:extLst>
          </p:cNvPr>
          <p:cNvGrpSpPr/>
          <p:nvPr/>
        </p:nvGrpSpPr>
        <p:grpSpPr>
          <a:xfrm>
            <a:off x="415671" y="4033694"/>
            <a:ext cx="8527871" cy="2640688"/>
            <a:chOff x="1697217" y="3749675"/>
            <a:chExt cx="8527871" cy="2640688"/>
          </a:xfrm>
        </p:grpSpPr>
        <p:sp>
          <p:nvSpPr>
            <p:cNvPr id="390148" name="Rectangle 4">
              <a:extLst>
                <a:ext uri="{FF2B5EF4-FFF2-40B4-BE49-F238E27FC236}">
                  <a16:creationId xmlns:a16="http://schemas.microsoft.com/office/drawing/2014/main" id="{86BB865D-42AD-4331-8D64-C02AAC866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5181600"/>
              <a:ext cx="9906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j</a:t>
              </a:r>
              <a:r>
                <a:rPr lang="en-US" altLang="en-US" sz="1400" baseline="-25000"/>
                <a:t>1</a:t>
              </a:r>
            </a:p>
          </p:txBody>
        </p:sp>
        <p:sp>
          <p:nvSpPr>
            <p:cNvPr id="390149" name="Rectangle 5">
              <a:extLst>
                <a:ext uri="{FF2B5EF4-FFF2-40B4-BE49-F238E27FC236}">
                  <a16:creationId xmlns:a16="http://schemas.microsoft.com/office/drawing/2014/main" id="{FED74281-954A-4D59-ADEE-C3C113DB98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5181600"/>
              <a:ext cx="12954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j</a:t>
              </a:r>
              <a:r>
                <a:rPr lang="en-US" altLang="en-US" sz="1400" baseline="-25000"/>
                <a:t>2</a:t>
              </a:r>
            </a:p>
          </p:txBody>
        </p:sp>
        <p:sp>
          <p:nvSpPr>
            <p:cNvPr id="390151" name="Rectangle 7">
              <a:extLst>
                <a:ext uri="{FF2B5EF4-FFF2-40B4-BE49-F238E27FC236}">
                  <a16:creationId xmlns:a16="http://schemas.microsoft.com/office/drawing/2014/main" id="{E503C919-3879-4FF4-8341-57572581D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5181600"/>
              <a:ext cx="8382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j</a:t>
              </a:r>
              <a:r>
                <a:rPr lang="en-US" altLang="en-US" sz="1400" baseline="-25000"/>
                <a:t>r</a:t>
              </a:r>
            </a:p>
          </p:txBody>
        </p:sp>
        <p:sp>
          <p:nvSpPr>
            <p:cNvPr id="390155" name="Rectangle 11">
              <a:extLst>
                <a:ext uri="{FF2B5EF4-FFF2-40B4-BE49-F238E27FC236}">
                  <a16:creationId xmlns:a16="http://schemas.microsoft.com/office/drawing/2014/main" id="{7C532A3D-F3FC-4BAB-8E54-9F84D06F8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9400" y="4343400"/>
              <a:ext cx="9906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>
                <a:spcBef>
                  <a:spcPct val="50000"/>
                </a:spcBef>
              </a:pPr>
              <a:r>
                <a:rPr lang="en-US" altLang="en-US" sz="1400"/>
                <a:t>i</a:t>
              </a:r>
              <a:r>
                <a:rPr lang="en-US" altLang="en-US" sz="1400" baseline="-25000"/>
                <a:t>1</a:t>
              </a:r>
              <a:endParaRPr lang="en-US" altLang="en-US"/>
            </a:p>
          </p:txBody>
        </p:sp>
        <p:sp>
          <p:nvSpPr>
            <p:cNvPr id="390156" name="Rectangle 12">
              <a:extLst>
                <a:ext uri="{FF2B5EF4-FFF2-40B4-BE49-F238E27FC236}">
                  <a16:creationId xmlns:a16="http://schemas.microsoft.com/office/drawing/2014/main" id="{C901ED2F-692D-4343-B8D9-AE723EF44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4343400"/>
              <a:ext cx="12954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i</a:t>
              </a:r>
              <a:r>
                <a:rPr lang="en-US" altLang="en-US" sz="1400" baseline="-25000"/>
                <a:t>2</a:t>
              </a:r>
            </a:p>
          </p:txBody>
        </p:sp>
        <p:sp>
          <p:nvSpPr>
            <p:cNvPr id="390158" name="Rectangle 14">
              <a:extLst>
                <a:ext uri="{FF2B5EF4-FFF2-40B4-BE49-F238E27FC236}">
                  <a16:creationId xmlns:a16="http://schemas.microsoft.com/office/drawing/2014/main" id="{79B229E3-C3C8-4164-8B57-43A0433F4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1200" y="4343400"/>
              <a:ext cx="8382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i</a:t>
              </a:r>
              <a:r>
                <a:rPr lang="en-US" altLang="en-US" sz="1400" baseline="-25000"/>
                <a:t>r</a:t>
              </a:r>
            </a:p>
          </p:txBody>
        </p:sp>
        <p:sp>
          <p:nvSpPr>
            <p:cNvPr id="390159" name="Rectangle 15">
              <a:extLst>
                <a:ext uri="{FF2B5EF4-FFF2-40B4-BE49-F238E27FC236}">
                  <a16:creationId xmlns:a16="http://schemas.microsoft.com/office/drawing/2014/main" id="{4935F444-313A-4764-ABA3-765D5C4ED4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8000" y="4343400"/>
              <a:ext cx="1066800" cy="3048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 sz="1400"/>
                <a:t>i</a:t>
              </a:r>
              <a:r>
                <a:rPr lang="en-US" altLang="en-US" sz="1400" baseline="-25000"/>
                <a:t>r+1</a:t>
              </a:r>
            </a:p>
          </p:txBody>
        </p:sp>
        <p:sp>
          <p:nvSpPr>
            <p:cNvPr id="390161" name="Rectangle 17">
              <a:extLst>
                <a:ext uri="{FF2B5EF4-FFF2-40B4-BE49-F238E27FC236}">
                  <a16:creationId xmlns:a16="http://schemas.microsoft.com/office/drawing/2014/main" id="{644180D3-5478-48E0-82E1-B82EF5540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0" y="5181600"/>
              <a:ext cx="1447800" cy="304800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. . .</a:t>
              </a:r>
            </a:p>
          </p:txBody>
        </p:sp>
        <p:sp>
          <p:nvSpPr>
            <p:cNvPr id="390167" name="Text Box 23">
              <a:extLst>
                <a:ext uri="{FF2B5EF4-FFF2-40B4-BE49-F238E27FC236}">
                  <a16:creationId xmlns:a16="http://schemas.microsoft.com/office/drawing/2014/main" id="{B9C9B025-AE51-4C59-9788-C15A8750B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7217" y="4279063"/>
              <a:ext cx="928331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66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Greedy:</a:t>
              </a:r>
            </a:p>
          </p:txBody>
        </p:sp>
        <p:sp>
          <p:nvSpPr>
            <p:cNvPr id="390168" name="Text Box 24">
              <a:extLst>
                <a:ext uri="{FF2B5EF4-FFF2-40B4-BE49-F238E27FC236}">
                  <a16:creationId xmlns:a16="http://schemas.microsoft.com/office/drawing/2014/main" id="{14A6B9D3-DD90-4D53-9859-3F7CA81DE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2876" y="5179176"/>
              <a:ext cx="615425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66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OPT:</a:t>
              </a:r>
            </a:p>
          </p:txBody>
        </p:sp>
        <p:sp>
          <p:nvSpPr>
            <p:cNvPr id="390179" name="Rectangle 35">
              <a:extLst>
                <a:ext uri="{FF2B5EF4-FFF2-40B4-BE49-F238E27FC236}">
                  <a16:creationId xmlns:a16="http://schemas.microsoft.com/office/drawing/2014/main" id="{D349EE27-184A-4FAE-8F15-F6BC0034E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7600" y="5181600"/>
              <a:ext cx="685800" cy="304800"/>
            </a:xfrm>
            <a:prstGeom prst="rect">
              <a:avLst/>
            </a:prstGeom>
            <a:solidFill>
              <a:srgbClr val="003399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ctr"/>
              <a:r>
                <a:rPr lang="en-US" altLang="en-US">
                  <a:solidFill>
                    <a:schemeClr val="bg1"/>
                  </a:solidFill>
                </a:rPr>
                <a:t>j</a:t>
              </a:r>
              <a:r>
                <a:rPr lang="en-US" altLang="en-US" baseline="-25000">
                  <a:solidFill>
                    <a:schemeClr val="bg1"/>
                  </a:solidFill>
                </a:rPr>
                <a:t>r+1</a:t>
              </a:r>
              <a:endParaRPr lang="en-US" altLang="en-US">
                <a:solidFill>
                  <a:schemeClr val="bg1"/>
                </a:solidFill>
              </a:endParaRPr>
            </a:p>
          </p:txBody>
        </p:sp>
        <p:sp>
          <p:nvSpPr>
            <p:cNvPr id="390186" name="Text Box 42">
              <a:extLst>
                <a:ext uri="{FF2B5EF4-FFF2-40B4-BE49-F238E27FC236}">
                  <a16:creationId xmlns:a16="http://schemas.microsoft.com/office/drawing/2014/main" id="{AEAFB13D-0926-4C4C-BB64-E42F24FA7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0876" y="5959476"/>
              <a:ext cx="2143125" cy="430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09588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019175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528763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38350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4955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527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099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671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>
                  <a:solidFill>
                    <a:schemeClr val="accent1"/>
                  </a:solidFill>
                </a:rPr>
                <a:t>why not replace job j</a:t>
              </a:r>
              <a:r>
                <a:rPr lang="en-US" altLang="en-US" sz="1400" baseline="-25000">
                  <a:solidFill>
                    <a:schemeClr val="accent1"/>
                  </a:solidFill>
                </a:rPr>
                <a:t>r+1</a:t>
              </a:r>
              <a:br>
                <a:rPr lang="en-US" altLang="en-US" sz="1200">
                  <a:solidFill>
                    <a:schemeClr val="accent1"/>
                  </a:solidFill>
                </a:rPr>
              </a:br>
              <a:r>
                <a:rPr lang="en-US" altLang="en-US" sz="1200">
                  <a:solidFill>
                    <a:schemeClr val="accent1"/>
                  </a:solidFill>
                </a:rPr>
                <a:t>with job </a:t>
              </a:r>
              <a:r>
                <a:rPr lang="en-US" altLang="en-US" sz="1400">
                  <a:solidFill>
                    <a:schemeClr val="accent1"/>
                  </a:solidFill>
                </a:rPr>
                <a:t>i</a:t>
              </a:r>
              <a:r>
                <a:rPr lang="en-US" altLang="en-US" sz="1400" baseline="-25000">
                  <a:solidFill>
                    <a:schemeClr val="accent1"/>
                  </a:solidFill>
                </a:rPr>
                <a:t>r+1</a:t>
              </a:r>
              <a:r>
                <a:rPr lang="en-US" altLang="en-US" sz="1200">
                  <a:solidFill>
                    <a:schemeClr val="accent1"/>
                  </a:solidFill>
                </a:rPr>
                <a:t>?</a:t>
              </a:r>
            </a:p>
          </p:txBody>
        </p:sp>
        <p:sp>
          <p:nvSpPr>
            <p:cNvPr id="390187" name="Line 43">
              <a:extLst>
                <a:ext uri="{FF2B5EF4-FFF2-40B4-BE49-F238E27FC236}">
                  <a16:creationId xmlns:a16="http://schemas.microsoft.com/office/drawing/2014/main" id="{F935529E-F250-4B78-911B-EFB11E1CCB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20025" y="5608638"/>
              <a:ext cx="0" cy="25876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90188" name="Line 44">
              <a:extLst>
                <a:ext uri="{FF2B5EF4-FFF2-40B4-BE49-F238E27FC236}">
                  <a16:creationId xmlns:a16="http://schemas.microsoft.com/office/drawing/2014/main" id="{A15F6D3E-D504-4E65-8164-A65FC0658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4652963"/>
              <a:ext cx="7405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90190" name="Line 46">
              <a:extLst>
                <a:ext uri="{FF2B5EF4-FFF2-40B4-BE49-F238E27FC236}">
                  <a16:creationId xmlns:a16="http://schemas.microsoft.com/office/drawing/2014/main" id="{66EB37C6-43BD-4F3B-90DA-14D5B750F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400" y="5486400"/>
              <a:ext cx="74056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90193" name="Text Box 49">
              <a:extLst>
                <a:ext uri="{FF2B5EF4-FFF2-40B4-BE49-F238E27FC236}">
                  <a16:creationId xmlns:a16="http://schemas.microsoft.com/office/drawing/2014/main" id="{3C74D87A-9BC3-427D-AB3C-67313CA6E8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2276" y="3749675"/>
              <a:ext cx="2143125" cy="1846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58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509588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019175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528763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38350" defTabSz="1019175"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4955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527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099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67150" defTabSz="1019175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200"/>
                <a:t>job i</a:t>
              </a:r>
              <a:r>
                <a:rPr lang="en-US" altLang="en-US" sz="1200" baseline="-25000"/>
                <a:t>r+1</a:t>
              </a:r>
              <a:r>
                <a:rPr lang="en-US" altLang="en-US" sz="1200"/>
                <a:t> finishes before j</a:t>
              </a:r>
              <a:r>
                <a:rPr lang="en-US" altLang="en-US" sz="1200" baseline="-25000"/>
                <a:t>r+1</a:t>
              </a:r>
            </a:p>
          </p:txBody>
        </p:sp>
        <p:sp>
          <p:nvSpPr>
            <p:cNvPr id="390194" name="Line 50">
              <a:extLst>
                <a:ext uri="{FF2B5EF4-FFF2-40B4-BE49-F238E27FC236}">
                  <a16:creationId xmlns:a16="http://schemas.microsoft.com/office/drawing/2014/main" id="{7F9FE10E-A89F-469D-83F9-01042506B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0925" y="4019550"/>
              <a:ext cx="0" cy="2286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en-US"/>
            </a:p>
          </p:txBody>
        </p:sp>
        <p:sp>
          <p:nvSpPr>
            <p:cNvPr id="390196" name="Line 52">
              <a:extLst>
                <a:ext uri="{FF2B5EF4-FFF2-40B4-BE49-F238E27FC236}">
                  <a16:creationId xmlns:a16="http://schemas.microsoft.com/office/drawing/2014/main" id="{D22B8198-58D9-4CB1-B874-BEEBE14FA4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53400" y="4038600"/>
              <a:ext cx="0" cy="14478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lgDash"/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  <p:sp>
          <p:nvSpPr>
            <p:cNvPr id="390197" name="Line 53">
              <a:extLst>
                <a:ext uri="{FF2B5EF4-FFF2-40B4-BE49-F238E27FC236}">
                  <a16:creationId xmlns:a16="http://schemas.microsoft.com/office/drawing/2014/main" id="{0C574946-1F4F-4DC8-9AB3-2FFB74AEF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9400" y="4038600"/>
              <a:ext cx="0" cy="144780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prstDash val="lgDash"/>
              <a:round/>
              <a:headEnd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endParaRPr lang="en-US"/>
            </a:p>
          </p:txBody>
        </p:sp>
      </p:grpSp>
      <p:sp>
        <p:nvSpPr>
          <p:cNvPr id="390198" name="Rectangle 54">
            <a:extLst>
              <a:ext uri="{FF2B5EF4-FFF2-40B4-BE49-F238E27FC236}">
                <a16:creationId xmlns:a16="http://schemas.microsoft.com/office/drawing/2014/main" id="{415209E0-2320-4563-BF5F-41580D6DA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9" y="3051175"/>
            <a:ext cx="186013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63" name="Rectangle 43">
            <a:extLst>
              <a:ext uri="{FF2B5EF4-FFF2-40B4-BE49-F238E27FC236}">
                <a16:creationId xmlns:a16="http://schemas.microsoft.com/office/drawing/2014/main" id="{F66DC63E-03A8-4F49-BF86-76759FA06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181600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j</a:t>
            </a:r>
            <a:r>
              <a:rPr lang="en-US" altLang="en-US" sz="1400" baseline="-25000"/>
              <a:t>1</a:t>
            </a:r>
          </a:p>
        </p:txBody>
      </p:sp>
      <p:sp>
        <p:nvSpPr>
          <p:cNvPr id="542764" name="Rectangle 44">
            <a:extLst>
              <a:ext uri="{FF2B5EF4-FFF2-40B4-BE49-F238E27FC236}">
                <a16:creationId xmlns:a16="http://schemas.microsoft.com/office/drawing/2014/main" id="{A93B6CBA-DDFF-44FA-BFFD-443D928743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181600"/>
            <a:ext cx="1295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j</a:t>
            </a:r>
            <a:r>
              <a:rPr lang="en-US" altLang="en-US" sz="1400" baseline="-25000"/>
              <a:t>2</a:t>
            </a:r>
          </a:p>
        </p:txBody>
      </p:sp>
      <p:sp>
        <p:nvSpPr>
          <p:cNvPr id="542765" name="Rectangle 45">
            <a:extLst>
              <a:ext uri="{FF2B5EF4-FFF2-40B4-BE49-F238E27FC236}">
                <a16:creationId xmlns:a16="http://schemas.microsoft.com/office/drawing/2014/main" id="{A07EDBEE-9A06-4643-A91D-2AF32FBCD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5181600"/>
            <a:ext cx="8382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j</a:t>
            </a:r>
            <a:r>
              <a:rPr lang="en-US" altLang="en-US" sz="1400" baseline="-25000"/>
              <a:t>r</a:t>
            </a:r>
          </a:p>
        </p:txBody>
      </p:sp>
      <p:sp>
        <p:nvSpPr>
          <p:cNvPr id="542766" name="Rectangle 46">
            <a:extLst>
              <a:ext uri="{FF2B5EF4-FFF2-40B4-BE49-F238E27FC236}">
                <a16:creationId xmlns:a16="http://schemas.microsoft.com/office/drawing/2014/main" id="{559CA070-27D6-4C4C-8B46-CC5934BC3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343400"/>
            <a:ext cx="9906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>
              <a:spcBef>
                <a:spcPct val="50000"/>
              </a:spcBef>
            </a:pPr>
            <a:r>
              <a:rPr lang="en-US" altLang="en-US" sz="1400"/>
              <a:t>i</a:t>
            </a:r>
            <a:r>
              <a:rPr lang="en-US" altLang="en-US" sz="1400" baseline="-25000"/>
              <a:t>1</a:t>
            </a:r>
            <a:endParaRPr lang="en-US" altLang="en-US"/>
          </a:p>
        </p:txBody>
      </p:sp>
      <p:sp>
        <p:nvSpPr>
          <p:cNvPr id="542767" name="Rectangle 47">
            <a:extLst>
              <a:ext uri="{FF2B5EF4-FFF2-40B4-BE49-F238E27FC236}">
                <a16:creationId xmlns:a16="http://schemas.microsoft.com/office/drawing/2014/main" id="{215FA2C0-805C-40A6-A131-8CAF588FC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343400"/>
            <a:ext cx="12954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</a:t>
            </a:r>
            <a:r>
              <a:rPr lang="en-US" altLang="en-US" sz="1400" baseline="-25000"/>
              <a:t>2</a:t>
            </a:r>
          </a:p>
        </p:txBody>
      </p:sp>
      <p:sp>
        <p:nvSpPr>
          <p:cNvPr id="542768" name="Rectangle 48">
            <a:extLst>
              <a:ext uri="{FF2B5EF4-FFF2-40B4-BE49-F238E27FC236}">
                <a16:creationId xmlns:a16="http://schemas.microsoft.com/office/drawing/2014/main" id="{8D8A5A8D-AFAF-4F9C-95BD-9233D70A8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4343400"/>
            <a:ext cx="8382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</a:t>
            </a:r>
            <a:r>
              <a:rPr lang="en-US" altLang="en-US" sz="1400" baseline="-25000"/>
              <a:t>r</a:t>
            </a:r>
          </a:p>
        </p:txBody>
      </p:sp>
      <p:sp>
        <p:nvSpPr>
          <p:cNvPr id="542769" name="Rectangle 49">
            <a:extLst>
              <a:ext uri="{FF2B5EF4-FFF2-40B4-BE49-F238E27FC236}">
                <a16:creationId xmlns:a16="http://schemas.microsoft.com/office/drawing/2014/main" id="{C7A9B65F-7794-414A-968C-8F7E36501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343400"/>
            <a:ext cx="1066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</a:t>
            </a:r>
            <a:r>
              <a:rPr lang="en-US" altLang="en-US" sz="1400" baseline="-25000"/>
              <a:t>r+1</a:t>
            </a:r>
          </a:p>
        </p:txBody>
      </p:sp>
      <p:sp>
        <p:nvSpPr>
          <p:cNvPr id="542722" name="Rectangle 2">
            <a:extLst>
              <a:ext uri="{FF2B5EF4-FFF2-40B4-BE49-F238E27FC236}">
                <a16:creationId xmlns:a16="http://schemas.microsoft.com/office/drawing/2014/main" id="{D0DB628E-09B3-40A6-81D9-05B3C801DB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1728" y="-16713"/>
            <a:ext cx="10515600" cy="1325563"/>
          </a:xfrm>
        </p:spPr>
        <p:txBody>
          <a:bodyPr/>
          <a:lstStyle/>
          <a:p>
            <a:r>
              <a:rPr lang="en-US" altLang="en-US" dirty="0"/>
              <a:t>Interval Scheduling:  Proof</a:t>
            </a:r>
          </a:p>
        </p:txBody>
      </p:sp>
      <p:sp>
        <p:nvSpPr>
          <p:cNvPr id="542723" name="Rectangle 3">
            <a:extLst>
              <a:ext uri="{FF2B5EF4-FFF2-40B4-BE49-F238E27FC236}">
                <a16:creationId xmlns:a16="http://schemas.microsoft.com/office/drawing/2014/main" id="{78B1875E-DFD4-4117-9B9C-1C0AC687C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0947" y="1257300"/>
            <a:ext cx="10515600" cy="4351338"/>
          </a:xfrm>
        </p:spPr>
        <p:txBody>
          <a:bodyPr/>
          <a:lstStyle/>
          <a:p>
            <a:r>
              <a:rPr lang="en-US" altLang="en-US" dirty="0"/>
              <a:t>Theorem.  </a:t>
            </a:r>
            <a:r>
              <a:rPr lang="en-US" altLang="en-US" dirty="0">
                <a:solidFill>
                  <a:schemeClr val="tx1"/>
                </a:solidFill>
              </a:rPr>
              <a:t>Greedy algorithm is optimal.</a:t>
            </a:r>
          </a:p>
          <a:p>
            <a:r>
              <a:rPr lang="en-US" altLang="en-US" dirty="0"/>
              <a:t>Pf.  </a:t>
            </a:r>
            <a:r>
              <a:rPr lang="en-US" altLang="en-US" dirty="0">
                <a:solidFill>
                  <a:schemeClr val="hlink"/>
                </a:solidFill>
              </a:rPr>
              <a:t>(by contradiction)</a:t>
            </a:r>
            <a:endParaRPr lang="en-US" altLang="en-US" dirty="0"/>
          </a:p>
          <a:p>
            <a:pPr lvl="1"/>
            <a:r>
              <a:rPr lang="en-US" altLang="en-US" dirty="0"/>
              <a:t>Assume greedy is not optimal, and let's see what happens.</a:t>
            </a:r>
          </a:p>
          <a:p>
            <a:pPr lvl="1"/>
            <a:r>
              <a:rPr lang="en-US" altLang="en-US" dirty="0"/>
              <a:t>Let i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</a:t>
            </a:r>
            <a:r>
              <a:rPr lang="en-US" altLang="en-US" dirty="0"/>
              <a:t>, ... 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k</a:t>
            </a:r>
            <a:r>
              <a:rPr lang="en-US" altLang="en-US" baseline="-25000" dirty="0"/>
              <a:t> </a:t>
            </a:r>
            <a:r>
              <a:rPr lang="en-US" altLang="en-US" dirty="0"/>
              <a:t>denote set of jobs selected by greedy.</a:t>
            </a:r>
          </a:p>
          <a:p>
            <a:pPr lvl="1"/>
            <a:r>
              <a:rPr lang="en-US" altLang="en-US" dirty="0"/>
              <a:t>Let j</a:t>
            </a:r>
            <a:r>
              <a:rPr lang="en-US" altLang="en-US" baseline="-25000" dirty="0"/>
              <a:t>1</a:t>
            </a:r>
            <a:r>
              <a:rPr lang="en-US" altLang="en-US" dirty="0"/>
              <a:t>, j</a:t>
            </a:r>
            <a:r>
              <a:rPr lang="en-US" altLang="en-US" baseline="-25000" dirty="0"/>
              <a:t>2</a:t>
            </a:r>
            <a:r>
              <a:rPr lang="en-US" altLang="en-US" dirty="0"/>
              <a:t>, ... </a:t>
            </a:r>
            <a:r>
              <a:rPr lang="en-US" altLang="en-US" dirty="0" err="1"/>
              <a:t>j</a:t>
            </a:r>
            <a:r>
              <a:rPr lang="en-US" altLang="en-US" baseline="-25000" dirty="0" err="1"/>
              <a:t>m</a:t>
            </a:r>
            <a:r>
              <a:rPr lang="en-US" altLang="en-US" baseline="-25000" dirty="0"/>
              <a:t>  </a:t>
            </a:r>
            <a:r>
              <a:rPr lang="en-US" altLang="en-US" dirty="0"/>
              <a:t>denote set of jobs in the optimal solution with</a:t>
            </a:r>
            <a:br>
              <a:rPr lang="en-US" altLang="en-US" dirty="0"/>
            </a:br>
            <a:r>
              <a:rPr lang="en-US" altLang="en-US" dirty="0"/>
              <a:t>i</a:t>
            </a:r>
            <a:r>
              <a:rPr lang="en-US" altLang="en-US" baseline="-25000" dirty="0"/>
              <a:t>1</a:t>
            </a:r>
            <a:r>
              <a:rPr lang="en-US" altLang="en-US" dirty="0"/>
              <a:t> = j</a:t>
            </a:r>
            <a:r>
              <a:rPr lang="en-US" altLang="en-US" baseline="-25000" dirty="0"/>
              <a:t>1</a:t>
            </a:r>
            <a:r>
              <a:rPr lang="en-US" altLang="en-US" dirty="0"/>
              <a:t>, i</a:t>
            </a:r>
            <a:r>
              <a:rPr lang="en-US" altLang="en-US" baseline="-25000" dirty="0"/>
              <a:t>2 </a:t>
            </a:r>
            <a:r>
              <a:rPr lang="en-US" altLang="en-US" dirty="0"/>
              <a:t>= j</a:t>
            </a:r>
            <a:r>
              <a:rPr lang="en-US" altLang="en-US" baseline="-25000" dirty="0"/>
              <a:t>2</a:t>
            </a:r>
            <a:r>
              <a:rPr lang="en-US" altLang="en-US" dirty="0"/>
              <a:t>, ..., </a:t>
            </a:r>
            <a:r>
              <a:rPr lang="en-US" altLang="en-US" dirty="0" err="1"/>
              <a:t>i</a:t>
            </a:r>
            <a:r>
              <a:rPr lang="en-US" altLang="en-US" baseline="-25000" dirty="0" err="1"/>
              <a:t>r</a:t>
            </a:r>
            <a:r>
              <a:rPr lang="en-US" altLang="en-US" dirty="0"/>
              <a:t> = </a:t>
            </a:r>
            <a:r>
              <a:rPr lang="en-US" altLang="en-US" dirty="0" err="1"/>
              <a:t>j</a:t>
            </a:r>
            <a:r>
              <a:rPr lang="en-US" altLang="en-US" baseline="-25000" dirty="0" err="1"/>
              <a:t>r</a:t>
            </a:r>
            <a:r>
              <a:rPr lang="en-US" altLang="en-US" baseline="-25000" dirty="0"/>
              <a:t> </a:t>
            </a:r>
            <a:r>
              <a:rPr lang="en-US" altLang="en-US" dirty="0"/>
              <a:t>for the largest possible value of r.</a:t>
            </a:r>
            <a:endParaRPr lang="en-US" altLang="en-US" dirty="0">
              <a:solidFill>
                <a:schemeClr val="hlink"/>
              </a:solidFill>
            </a:endParaRPr>
          </a:p>
          <a:p>
            <a:pPr lvl="1"/>
            <a:endParaRPr lang="en-US" altLang="en-US" dirty="0"/>
          </a:p>
        </p:txBody>
      </p:sp>
      <p:sp>
        <p:nvSpPr>
          <p:cNvPr id="542731" name="Rectangle 11">
            <a:extLst>
              <a:ext uri="{FF2B5EF4-FFF2-40B4-BE49-F238E27FC236}">
                <a16:creationId xmlns:a16="http://schemas.microsoft.com/office/drawing/2014/main" id="{45321335-E691-40CE-B489-7B3A0E129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5181600"/>
            <a:ext cx="1447800" cy="304800"/>
          </a:xfrm>
          <a:prstGeom prst="rect">
            <a:avLst/>
          </a:prstGeom>
          <a:solidFill>
            <a:srgbClr val="003399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>
                <a:solidFill>
                  <a:schemeClr val="bg1"/>
                </a:solidFill>
              </a:rPr>
              <a:t>. . .</a:t>
            </a:r>
          </a:p>
        </p:txBody>
      </p:sp>
      <p:sp>
        <p:nvSpPr>
          <p:cNvPr id="542732" name="Text Box 12">
            <a:extLst>
              <a:ext uri="{FF2B5EF4-FFF2-40B4-BE49-F238E27FC236}">
                <a16:creationId xmlns:a16="http://schemas.microsoft.com/office/drawing/2014/main" id="{2284533C-58C6-4025-9FF4-209E0974A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217" y="4279063"/>
            <a:ext cx="928331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Greedy:</a:t>
            </a:r>
          </a:p>
        </p:txBody>
      </p:sp>
      <p:sp>
        <p:nvSpPr>
          <p:cNvPr id="542733" name="Text Box 13">
            <a:extLst>
              <a:ext uri="{FF2B5EF4-FFF2-40B4-BE49-F238E27FC236}">
                <a16:creationId xmlns:a16="http://schemas.microsoft.com/office/drawing/2014/main" id="{5A7961A2-0EDB-4C04-8A60-CBEC1F1E56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876" y="5179176"/>
            <a:ext cx="615425" cy="369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66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OPT:</a:t>
            </a:r>
          </a:p>
        </p:txBody>
      </p:sp>
      <p:sp>
        <p:nvSpPr>
          <p:cNvPr id="542743" name="Line 23">
            <a:extLst>
              <a:ext uri="{FF2B5EF4-FFF2-40B4-BE49-F238E27FC236}">
                <a16:creationId xmlns:a16="http://schemas.microsoft.com/office/drawing/2014/main" id="{AFC76FFF-5BFD-4FA5-B8AE-F25A9F123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4652963"/>
            <a:ext cx="7405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42747" name="Line 27">
            <a:extLst>
              <a:ext uri="{FF2B5EF4-FFF2-40B4-BE49-F238E27FC236}">
                <a16:creationId xmlns:a16="http://schemas.microsoft.com/office/drawing/2014/main" id="{9C52035E-A052-486F-AFB2-1036441633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53400" y="40386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42748" name="Text Box 28">
            <a:extLst>
              <a:ext uri="{FF2B5EF4-FFF2-40B4-BE49-F238E27FC236}">
                <a16:creationId xmlns:a16="http://schemas.microsoft.com/office/drawing/2014/main" id="{033FDFFE-FFB3-4EE3-B6F1-790A5B1FB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5959475"/>
            <a:ext cx="26003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09588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19175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28763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38350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955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527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099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671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>
                <a:solidFill>
                  <a:schemeClr val="accent1"/>
                </a:solidFill>
              </a:rPr>
              <a:t>solution still feasible and optimal, but contradicts maximality of r.</a:t>
            </a:r>
            <a:endParaRPr lang="en-US" altLang="en-US" sz="1200">
              <a:solidFill>
                <a:schemeClr val="accent1"/>
              </a:solidFill>
              <a:sym typeface="Symbol" panose="05050102010706020507" pitchFamily="18" charset="2"/>
            </a:endParaRPr>
          </a:p>
        </p:txBody>
      </p:sp>
      <p:sp>
        <p:nvSpPr>
          <p:cNvPr id="542750" name="Rectangle 30">
            <a:extLst>
              <a:ext uri="{FF2B5EF4-FFF2-40B4-BE49-F238E27FC236}">
                <a16:creationId xmlns:a16="http://schemas.microsoft.com/office/drawing/2014/main" id="{65ADE001-DB9E-4D53-8D3E-77B328984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5181600"/>
            <a:ext cx="1066800" cy="30480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/>
              <a:t>i</a:t>
            </a:r>
            <a:r>
              <a:rPr lang="en-US" altLang="en-US" sz="1400" baseline="-25000"/>
              <a:t>r+1</a:t>
            </a:r>
            <a:endParaRPr lang="en-US" altLang="en-US"/>
          </a:p>
        </p:txBody>
      </p:sp>
      <p:sp>
        <p:nvSpPr>
          <p:cNvPr id="542744" name="Line 24">
            <a:extLst>
              <a:ext uri="{FF2B5EF4-FFF2-40B4-BE49-F238E27FC236}">
                <a16:creationId xmlns:a16="http://schemas.microsoft.com/office/drawing/2014/main" id="{C9462AE0-E271-4E9B-9EAD-AB546F2CB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5486400"/>
            <a:ext cx="74056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42771" name="Text Box 51">
            <a:extLst>
              <a:ext uri="{FF2B5EF4-FFF2-40B4-BE49-F238E27FC236}">
                <a16:creationId xmlns:a16="http://schemas.microsoft.com/office/drawing/2014/main" id="{8CE530C7-F0DB-4630-B958-CD5279B88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2276" y="3749675"/>
            <a:ext cx="214312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58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509588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019175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528763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38350" defTabSz="1019175"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4955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527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099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67150" defTabSz="10191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200"/>
              <a:t>job i</a:t>
            </a:r>
            <a:r>
              <a:rPr lang="en-US" altLang="en-US" sz="1200" baseline="-25000"/>
              <a:t>r+1</a:t>
            </a:r>
            <a:r>
              <a:rPr lang="en-US" altLang="en-US" sz="1200"/>
              <a:t> finishes before j</a:t>
            </a:r>
            <a:r>
              <a:rPr lang="en-US" altLang="en-US" sz="1200" baseline="-25000"/>
              <a:t>r+1</a:t>
            </a:r>
          </a:p>
        </p:txBody>
      </p:sp>
      <p:sp>
        <p:nvSpPr>
          <p:cNvPr id="542772" name="Line 52">
            <a:extLst>
              <a:ext uri="{FF2B5EF4-FFF2-40B4-BE49-F238E27FC236}">
                <a16:creationId xmlns:a16="http://schemas.microsoft.com/office/drawing/2014/main" id="{B38360DE-B09A-4F1F-8648-AAF4207BDD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00925" y="401955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542773" name="Line 53">
            <a:extLst>
              <a:ext uri="{FF2B5EF4-FFF2-40B4-BE49-F238E27FC236}">
                <a16:creationId xmlns:a16="http://schemas.microsoft.com/office/drawing/2014/main" id="{D69C62B1-12FB-41EB-A1CD-C438C53D9F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4038600"/>
            <a:ext cx="0" cy="1447800"/>
          </a:xfrm>
          <a:prstGeom prst="line">
            <a:avLst/>
          </a:prstGeom>
          <a:noFill/>
          <a:ln w="9525">
            <a:solidFill>
              <a:schemeClr val="accent2"/>
            </a:solidFill>
            <a:prstDash val="lgDash"/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542774" name="Line 54">
            <a:extLst>
              <a:ext uri="{FF2B5EF4-FFF2-40B4-BE49-F238E27FC236}">
                <a16:creationId xmlns:a16="http://schemas.microsoft.com/office/drawing/2014/main" id="{C9379A3F-9BF6-4D2D-8D23-9199574C79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5525" y="5608638"/>
            <a:ext cx="0" cy="258762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2CB406A-BD0B-468B-BECD-5410BCE07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672" y="1454727"/>
            <a:ext cx="8790710" cy="5313217"/>
          </a:xfrm>
        </p:spPr>
        <p:txBody>
          <a:bodyPr>
            <a:normAutofit fontScale="92500" lnSpcReduction="10000"/>
          </a:bodyPr>
          <a:lstStyle/>
          <a:p>
            <a:r>
              <a:rPr lang="en-US" spc="18" dirty="0">
                <a:latin typeface="Arial"/>
                <a:cs typeface="Arial"/>
              </a:rPr>
              <a:t>Finding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the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next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earliest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18" dirty="0">
                <a:latin typeface="Arial"/>
                <a:cs typeface="Arial"/>
              </a:rPr>
              <a:t>ﬁnishing</a:t>
            </a:r>
            <a:r>
              <a:rPr lang="en-US" spc="60" dirty="0">
                <a:latin typeface="Times New Roman"/>
                <a:cs typeface="Times New Roman"/>
              </a:rPr>
              <a:t> </a:t>
            </a:r>
            <a:r>
              <a:rPr lang="en-US" spc="7" dirty="0">
                <a:latin typeface="Arial"/>
                <a:cs typeface="Arial"/>
              </a:rPr>
              <a:t>time of remaining </a:t>
            </a:r>
          </a:p>
          <a:p>
            <a:pPr lvl="1"/>
            <a:r>
              <a:rPr lang="en-US" spc="7" dirty="0">
                <a:latin typeface="Arial"/>
                <a:cs typeface="Arial"/>
              </a:rPr>
              <a:t> </a:t>
            </a:r>
            <a:r>
              <a:rPr lang="en-US" spc="11" dirty="0">
                <a:latin typeface="Arial"/>
                <a:cs typeface="Arial"/>
              </a:rPr>
              <a:t>O(n</a:t>
            </a:r>
            <a:r>
              <a:rPr lang="en-US" spc="11" baseline="20467" dirty="0">
                <a:latin typeface="Arial"/>
                <a:cs typeface="Arial"/>
              </a:rPr>
              <a:t>2</a:t>
            </a:r>
            <a:r>
              <a:rPr lang="en-US" spc="4" dirty="0">
                <a:latin typeface="Arial"/>
                <a:cs typeface="Arial"/>
              </a:rPr>
              <a:t>).</a:t>
            </a:r>
            <a:endParaRPr lang="en-US" spc="28" dirty="0">
              <a:latin typeface="Arial"/>
              <a:cs typeface="Arial"/>
            </a:endParaRPr>
          </a:p>
          <a:p>
            <a:r>
              <a:rPr lang="en-US" spc="28" dirty="0">
                <a:latin typeface="Arial"/>
                <a:cs typeface="Arial"/>
              </a:rPr>
              <a:t>Sorting</a:t>
            </a:r>
          </a:p>
          <a:p>
            <a:pPr lvl="1"/>
            <a:r>
              <a:rPr lang="en-US" spc="-63" dirty="0">
                <a:latin typeface="Arial"/>
                <a:cs typeface="Arial"/>
              </a:rPr>
              <a:t>So</a:t>
            </a:r>
            <a:r>
              <a:rPr lang="en-US" spc="7" dirty="0">
                <a:latin typeface="Arial"/>
                <a:cs typeface="Arial"/>
              </a:rPr>
              <a:t>r</a:t>
            </a:r>
            <a:r>
              <a:rPr lang="en-US" dirty="0">
                <a:latin typeface="Arial"/>
                <a:cs typeface="Arial"/>
              </a:rPr>
              <a:t>t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all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-46" dirty="0">
                <a:latin typeface="Arial"/>
                <a:cs typeface="Arial"/>
              </a:rPr>
              <a:t>r</a:t>
            </a:r>
            <a:r>
              <a:rPr lang="en-US" spc="11" dirty="0">
                <a:latin typeface="Arial"/>
                <a:cs typeface="Arial"/>
              </a:rPr>
              <a:t>equests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67" dirty="0">
                <a:latin typeface="Arial"/>
                <a:cs typeface="Arial"/>
              </a:rPr>
              <a:t>by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11" dirty="0">
                <a:latin typeface="Arial"/>
                <a:cs typeface="Arial"/>
              </a:rPr>
              <a:t>ﬁnishing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time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—</a:t>
            </a:r>
            <a:r>
              <a:rPr lang="en-US" spc="2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O(n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42" dirty="0">
                <a:latin typeface="Arial"/>
                <a:cs typeface="Arial"/>
              </a:rPr>
              <a:t>log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n)</a:t>
            </a:r>
          </a:p>
          <a:p>
            <a:pPr lvl="1"/>
            <a:r>
              <a:rPr lang="en-US" dirty="0">
                <a:latin typeface="Arial"/>
                <a:cs typeface="Arial"/>
              </a:rPr>
              <a:t>Iterate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</a:t>
            </a:r>
            <a:r>
              <a:rPr lang="en-US" spc="-46" dirty="0">
                <a:latin typeface="Arial"/>
                <a:cs typeface="Arial"/>
              </a:rPr>
              <a:t>r</a:t>
            </a:r>
            <a:r>
              <a:rPr lang="en-US" spc="28" dirty="0">
                <a:latin typeface="Arial"/>
                <a:cs typeface="Arial"/>
              </a:rPr>
              <a:t>ough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so</a:t>
            </a:r>
            <a:r>
              <a:rPr lang="en-US" spc="42" dirty="0">
                <a:latin typeface="Arial"/>
                <a:cs typeface="Arial"/>
              </a:rPr>
              <a:t>r</a:t>
            </a:r>
            <a:r>
              <a:rPr lang="en-US" spc="35" dirty="0">
                <a:latin typeface="Arial"/>
                <a:cs typeface="Arial"/>
              </a:rPr>
              <a:t>ted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array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taking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next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21" dirty="0">
                <a:latin typeface="Arial"/>
                <a:cs typeface="Arial"/>
              </a:rPr>
              <a:t>legal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spc="-46" dirty="0">
                <a:latin typeface="Arial"/>
                <a:cs typeface="Arial"/>
              </a:rPr>
              <a:t>r</a:t>
            </a:r>
            <a:r>
              <a:rPr lang="en-US" spc="11" dirty="0">
                <a:latin typeface="Arial"/>
                <a:cs typeface="Arial"/>
              </a:rPr>
              <a:t>equest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—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O(n)</a:t>
            </a:r>
          </a:p>
          <a:p>
            <a:pPr lvl="1"/>
            <a:r>
              <a:rPr lang="en-US" spc="28" dirty="0">
                <a:latin typeface="Arial"/>
                <a:cs typeface="Arial"/>
              </a:rPr>
              <a:t>O(</a:t>
            </a:r>
            <a:r>
              <a:rPr lang="en-US" spc="28" dirty="0" err="1">
                <a:latin typeface="Arial"/>
                <a:cs typeface="Arial"/>
              </a:rPr>
              <a:t>nlogn</a:t>
            </a:r>
            <a:r>
              <a:rPr lang="en-US" spc="28" dirty="0">
                <a:latin typeface="Arial"/>
                <a:cs typeface="Arial"/>
              </a:rPr>
              <a:t>)</a:t>
            </a:r>
          </a:p>
          <a:p>
            <a:r>
              <a:rPr lang="en-US" spc="28" dirty="0">
                <a:latin typeface="Arial"/>
                <a:cs typeface="Arial"/>
              </a:rPr>
              <a:t>Using min-heap based priority queue</a:t>
            </a:r>
          </a:p>
          <a:p>
            <a:pPr lvl="1"/>
            <a:r>
              <a:rPr lang="en-US" spc="28" dirty="0">
                <a:latin typeface="Arial"/>
                <a:cs typeface="Arial"/>
              </a:rPr>
              <a:t>Build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35" dirty="0">
                <a:latin typeface="Arial"/>
                <a:cs typeface="Arial"/>
              </a:rPr>
              <a:t>heap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21" dirty="0">
                <a:latin typeface="Arial"/>
                <a:cs typeface="Arial"/>
              </a:rPr>
              <a:t>using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ﬁnish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time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keys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—  O(n)</a:t>
            </a:r>
          </a:p>
          <a:p>
            <a:pPr lvl="1"/>
            <a:r>
              <a:rPr lang="en-US" spc="-25" dirty="0">
                <a:latin typeface="Arial"/>
                <a:cs typeface="Arial"/>
              </a:rPr>
              <a:t>While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35" dirty="0">
                <a:latin typeface="Arial"/>
                <a:cs typeface="Arial"/>
              </a:rPr>
              <a:t>heap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has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elements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do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n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times</a:t>
            </a:r>
          </a:p>
          <a:p>
            <a:pPr lvl="2"/>
            <a:r>
              <a:rPr lang="en-US" dirty="0" err="1">
                <a:latin typeface="Arial"/>
                <a:cs typeface="Arial"/>
              </a:rPr>
              <a:t>FindMin</a:t>
            </a:r>
            <a:r>
              <a:rPr lang="en-US" dirty="0">
                <a:latin typeface="Arial"/>
                <a:cs typeface="Arial"/>
              </a:rPr>
              <a:t> — O(1)</a:t>
            </a:r>
          </a:p>
          <a:p>
            <a:pPr lvl="2"/>
            <a:r>
              <a:rPr lang="en-US" dirty="0">
                <a:latin typeface="Arial"/>
                <a:cs typeface="Arial"/>
              </a:rPr>
              <a:t>If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-42" dirty="0">
                <a:latin typeface="Arial"/>
                <a:cs typeface="Arial"/>
              </a:rPr>
              <a:t>r</a:t>
            </a:r>
            <a:r>
              <a:rPr lang="en-US" spc="21" dirty="0">
                <a:latin typeface="Arial"/>
                <a:cs typeface="Arial"/>
              </a:rPr>
              <a:t>equest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21" dirty="0">
                <a:latin typeface="Arial"/>
                <a:cs typeface="Arial"/>
              </a:rPr>
              <a:t>doesn</a:t>
            </a:r>
            <a:r>
              <a:rPr lang="en-US" spc="-35" dirty="0">
                <a:latin typeface="Arial"/>
                <a:cs typeface="Arial"/>
              </a:rPr>
              <a:t>’</a:t>
            </a:r>
            <a:r>
              <a:rPr lang="en-US" dirty="0">
                <a:latin typeface="Arial"/>
                <a:cs typeface="Arial"/>
              </a:rPr>
              <a:t>t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39" dirty="0">
                <a:latin typeface="Arial"/>
                <a:cs typeface="Arial"/>
              </a:rPr>
              <a:t>conﬂict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with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most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-42" dirty="0">
                <a:latin typeface="Arial"/>
                <a:cs typeface="Arial"/>
              </a:rPr>
              <a:t>r</a:t>
            </a:r>
            <a:r>
              <a:rPr lang="en-US" spc="21" dirty="0">
                <a:latin typeface="Arial"/>
                <a:cs typeface="Arial"/>
              </a:rPr>
              <a:t>ecent</a:t>
            </a:r>
            <a:r>
              <a:rPr lang="en-US" spc="11" dirty="0">
                <a:latin typeface="Times New Roman"/>
                <a:cs typeface="Times New Roman"/>
              </a:rPr>
              <a:t> </a:t>
            </a:r>
            <a:r>
              <a:rPr lang="en-US" spc="42" dirty="0">
                <a:latin typeface="Arial"/>
                <a:cs typeface="Arial"/>
              </a:rPr>
              <a:t>scheduled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</a:p>
          <a:p>
            <a:pPr marL="914400" lvl="2" indent="0">
              <a:buNone/>
            </a:pPr>
            <a:r>
              <a:rPr lang="en-US" spc="-42" dirty="0">
                <a:latin typeface="Arial"/>
                <a:cs typeface="Arial"/>
              </a:rPr>
              <a:t>     r</a:t>
            </a:r>
            <a:r>
              <a:rPr lang="en-US" spc="18" dirty="0">
                <a:latin typeface="Arial"/>
                <a:cs typeface="Arial"/>
              </a:rPr>
              <a:t>equest </a:t>
            </a:r>
            <a:r>
              <a:rPr lang="en-US" spc="77" dirty="0">
                <a:latin typeface="Arial"/>
                <a:cs typeface="Arial"/>
              </a:rPr>
              <a:t>add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ﬁnal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list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63" dirty="0">
                <a:latin typeface="Times New Roman"/>
                <a:cs typeface="Times New Roman"/>
              </a:rPr>
              <a:t> </a:t>
            </a:r>
            <a:r>
              <a:rPr lang="en-US" spc="-42" dirty="0">
                <a:latin typeface="Arial"/>
                <a:cs typeface="Arial"/>
              </a:rPr>
              <a:t>r</a:t>
            </a:r>
            <a:r>
              <a:rPr lang="en-US" spc="21" dirty="0">
                <a:latin typeface="Arial"/>
                <a:cs typeface="Arial"/>
              </a:rPr>
              <a:t>equests </a:t>
            </a:r>
            <a:r>
              <a:rPr lang="en-US" dirty="0">
                <a:latin typeface="Arial"/>
                <a:cs typeface="Arial"/>
              </a:rPr>
              <a:t>—</a:t>
            </a:r>
            <a:r>
              <a:rPr lang="en-US" spc="2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O(1)</a:t>
            </a:r>
          </a:p>
          <a:p>
            <a:pPr lvl="2"/>
            <a:r>
              <a:rPr lang="en-US" dirty="0">
                <a:latin typeface="Arial"/>
                <a:cs typeface="Arial"/>
              </a:rPr>
              <a:t>Delete root —</a:t>
            </a:r>
            <a:r>
              <a:rPr lang="en-US" spc="2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O(</a:t>
            </a:r>
            <a:r>
              <a:rPr lang="en-US" spc="42" dirty="0">
                <a:latin typeface="Arial"/>
                <a:cs typeface="Arial"/>
              </a:rPr>
              <a:t>log</a:t>
            </a:r>
            <a:r>
              <a:rPr lang="en-US" spc="70" dirty="0">
                <a:latin typeface="Times New Roman"/>
                <a:cs typeface="Times New Roman"/>
              </a:rPr>
              <a:t> </a:t>
            </a:r>
            <a:r>
              <a:rPr lang="en-US" dirty="0">
                <a:latin typeface="Arial"/>
                <a:cs typeface="Arial"/>
              </a:rPr>
              <a:t>n)</a:t>
            </a:r>
          </a:p>
          <a:p>
            <a:pPr marL="466129" lvl="1">
              <a:lnSpc>
                <a:spcPts val="2630"/>
              </a:lnSpc>
            </a:pPr>
            <a:r>
              <a:rPr lang="en-US" spc="28" dirty="0">
                <a:latin typeface="Arial"/>
                <a:cs typeface="Arial"/>
              </a:rPr>
              <a:t>O(</a:t>
            </a:r>
            <a:r>
              <a:rPr lang="en-US" spc="28" dirty="0" err="1">
                <a:latin typeface="Arial"/>
                <a:cs typeface="Arial"/>
              </a:rPr>
              <a:t>nlogn</a:t>
            </a:r>
            <a:r>
              <a:rPr lang="en-US" spc="28" dirty="0">
                <a:latin typeface="Arial"/>
                <a:cs typeface="Arial"/>
              </a:rPr>
              <a:t>)</a:t>
            </a:r>
          </a:p>
          <a:p>
            <a:pPr marL="466129" lvl="1">
              <a:lnSpc>
                <a:spcPts val="2630"/>
              </a:lnSpc>
            </a:pP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856DFAF-A6E7-4AA2-823D-7F1F440263F2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Implementation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1FA58-59B8-4EFD-BF2B-069C4571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4FEF-F44A-4071-922A-E51980E95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Scheduling problems are often amenable to greedy approach</a:t>
            </a:r>
          </a:p>
          <a:p>
            <a:r>
              <a:rPr lang="en-US" dirty="0"/>
              <a:t>But there many be many greedy choices and it is important to select the right one</a:t>
            </a:r>
          </a:p>
          <a:p>
            <a:r>
              <a:rPr lang="en-US" dirty="0"/>
              <a:t>Main Takeaway: Greedy-stays-ahead is a useful proof approach</a:t>
            </a:r>
          </a:p>
        </p:txBody>
      </p:sp>
    </p:spTree>
    <p:extLst>
      <p:ext uri="{BB962C8B-B14F-4D97-AF65-F5344CB8AC3E}">
        <p14:creationId xmlns:p14="http://schemas.microsoft.com/office/powerpoint/2010/main" val="401414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lg-design">
  <a:themeElements>
    <a:clrScheme name="alg-design 7">
      <a:dk1>
        <a:srgbClr val="000000"/>
      </a:dk1>
      <a:lt1>
        <a:srgbClr val="FFFFFF"/>
      </a:lt1>
      <a:dk2>
        <a:srgbClr val="C0C0C0"/>
      </a:dk2>
      <a:lt2>
        <a:srgbClr val="010000"/>
      </a:lt2>
      <a:accent1>
        <a:srgbClr val="CC0000"/>
      </a:accent1>
      <a:accent2>
        <a:srgbClr val="777777"/>
      </a:accent2>
      <a:accent3>
        <a:srgbClr val="FFFFFF"/>
      </a:accent3>
      <a:accent4>
        <a:srgbClr val="000000"/>
      </a:accent4>
      <a:accent5>
        <a:srgbClr val="E2AAAA"/>
      </a:accent5>
      <a:accent6>
        <a:srgbClr val="6B6B6B"/>
      </a:accent6>
      <a:hlink>
        <a:srgbClr val="4D4D4D"/>
      </a:hlink>
      <a:folHlink>
        <a:srgbClr val="660066"/>
      </a:folHlink>
    </a:clrScheme>
    <a:fontScheme name="alg-design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66"/>
        </a:solidFill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9966"/>
        </a:solidFill>
        <a:ln w="158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none" lIns="92075" tIns="46038" rIns="92075" bIns="46038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</a:defRPr>
        </a:defPPr>
      </a:lstStyle>
    </a:lnDef>
  </a:objectDefaults>
  <a:extraClrSchemeLst>
    <a:extraClrScheme>
      <a:clrScheme name="alg-design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-design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lg-design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-design 4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-design 5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-design 6">
        <a:dk1>
          <a:srgbClr val="000000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0000"/>
        </a:accent4>
        <a:accent5>
          <a:srgbClr val="E2F4FF"/>
        </a:accent5>
        <a:accent6>
          <a:srgbClr val="E7E7B9"/>
        </a:accent6>
        <a:hlink>
          <a:srgbClr val="FF6600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lg-design 7">
        <a:dk1>
          <a:srgbClr val="000000"/>
        </a:dk1>
        <a:lt1>
          <a:srgbClr val="FFFFFF"/>
        </a:lt1>
        <a:dk2>
          <a:srgbClr val="C0C0C0"/>
        </a:dk2>
        <a:lt2>
          <a:srgbClr val="010000"/>
        </a:lt2>
        <a:accent1>
          <a:srgbClr val="CC0000"/>
        </a:accent1>
        <a:accent2>
          <a:srgbClr val="777777"/>
        </a:accent2>
        <a:accent3>
          <a:srgbClr val="FFFFFF"/>
        </a:accent3>
        <a:accent4>
          <a:srgbClr val="000000"/>
        </a:accent4>
        <a:accent5>
          <a:srgbClr val="E2AAAA"/>
        </a:accent5>
        <a:accent6>
          <a:srgbClr val="6B6B6B"/>
        </a:accent6>
        <a:hlink>
          <a:srgbClr val="4D4D4D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1066</TotalTime>
  <Words>1069</Words>
  <Application>Microsoft Office PowerPoint</Application>
  <PresentationFormat>Widescreen</PresentationFormat>
  <Paragraphs>464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Comic Sans MS</vt:lpstr>
      <vt:lpstr>Courier New</vt:lpstr>
      <vt:lpstr>Wingdings</vt:lpstr>
      <vt:lpstr>Monotype Sorts</vt:lpstr>
      <vt:lpstr>Times New Roman</vt:lpstr>
      <vt:lpstr>Calibri Light</vt:lpstr>
      <vt:lpstr>Calibri</vt:lpstr>
      <vt:lpstr>Office Theme</vt:lpstr>
      <vt:lpstr>Office Theme</vt:lpstr>
      <vt:lpstr>alg-design</vt:lpstr>
      <vt:lpstr>CS5800 – ALGORITHMS  MODULE 6. GREEDY ALGORITHMS - I  Lesson 2: Interval Scheduling</vt:lpstr>
      <vt:lpstr>Topics</vt:lpstr>
      <vt:lpstr>Interval Scheduling - problem</vt:lpstr>
      <vt:lpstr>Interval Scheduling:  Greedy Attempts</vt:lpstr>
      <vt:lpstr>Interval Scheduling:  Greedy Algorithms</vt:lpstr>
      <vt:lpstr>Interval Scheduling:  Greedy Algorithm</vt:lpstr>
      <vt:lpstr>Interval Scheduling</vt:lpstr>
      <vt:lpstr>Interval Scheduling</vt:lpstr>
      <vt:lpstr>Interval Scheduling</vt:lpstr>
      <vt:lpstr>Interval Scheduling</vt:lpstr>
      <vt:lpstr>Interval Scheduling</vt:lpstr>
      <vt:lpstr>Interval Scheduling</vt:lpstr>
      <vt:lpstr>Interval Scheduling</vt:lpstr>
      <vt:lpstr>Interval Scheduling</vt:lpstr>
      <vt:lpstr>Interval Scheduling</vt:lpstr>
      <vt:lpstr>Interval Scheduling:  Proof</vt:lpstr>
      <vt:lpstr>Interval Scheduling:  Proof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CS5800 – ALGORITHMS  2. NUMBER-THEORETIC</dc:title>
  <dc:creator>koods koods</dc:creator>
  <cp:lastModifiedBy>David Dietz</cp:lastModifiedBy>
  <cp:revision>19</cp:revision>
  <dcterms:created xsi:type="dcterms:W3CDTF">2019-09-13T03:48:54Z</dcterms:created>
  <dcterms:modified xsi:type="dcterms:W3CDTF">2020-09-28T16:49:26Z</dcterms:modified>
</cp:coreProperties>
</file>