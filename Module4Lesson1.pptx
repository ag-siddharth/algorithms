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  <p:sldMasterId id="2147483648" r:id="rId2"/>
  </p:sldMasterIdLst>
  <p:notesMasterIdLst>
    <p:notesMasterId r:id="rId16"/>
  </p:notesMasterIdLst>
  <p:sldIdLst>
    <p:sldId id="257" r:id="rId3"/>
    <p:sldId id="258" r:id="rId4"/>
    <p:sldId id="307" r:id="rId5"/>
    <p:sldId id="308" r:id="rId6"/>
    <p:sldId id="309" r:id="rId7"/>
    <p:sldId id="310" r:id="rId8"/>
    <p:sldId id="311" r:id="rId9"/>
    <p:sldId id="312" r:id="rId10"/>
    <p:sldId id="314" r:id="rId11"/>
    <p:sldId id="313" r:id="rId12"/>
    <p:sldId id="266" r:id="rId13"/>
    <p:sldId id="315" r:id="rId14"/>
    <p:sldId id="305" r:id="rId15"/>
  </p:sldIdLst>
  <p:sldSz cx="12192000" cy="6858000"/>
  <p:notesSz cx="6858000" cy="9144000"/>
  <p:embeddedFontLs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Calibri Light" panose="020F0302020204030204" pitchFamily="34" charset="0"/>
      <p:regular r:id="rId21"/>
      <p:italic r:id="rId22"/>
    </p:embeddedFont>
    <p:embeddedFont>
      <p:font typeface="Cambria" panose="02040503050406030204" pitchFamily="18" charset="0"/>
      <p:regular r:id="rId23"/>
      <p:bold r:id="rId24"/>
      <p:italic r:id="rId25"/>
      <p:boldItalic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5DFEDE-E4F3-4E9C-B061-EC74417695BC}" v="1206" dt="2020-07-31T17:22:01.8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66" y="1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1.xml"/><Relationship Id="rId21" Type="http://schemas.openxmlformats.org/officeDocument/2006/relationships/font" Target="fonts/font5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8.fntdata"/><Relationship Id="rId32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font" Target="fonts/font3.fntdata"/><Relationship Id="rId31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vi Sundaram" userId="a7df020c0a403423" providerId="LiveId" clId="{9D5DFEDE-E4F3-4E9C-B061-EC74417695BC}"/>
    <pc:docChg chg="undo custSel addSld delSld modSld sldOrd">
      <pc:chgData name="Ravi Sundaram" userId="a7df020c0a403423" providerId="LiveId" clId="{9D5DFEDE-E4F3-4E9C-B061-EC74417695BC}" dt="2020-07-31T17:22:01.884" v="1750" actId="207"/>
      <pc:docMkLst>
        <pc:docMk/>
      </pc:docMkLst>
      <pc:sldChg chg="modSp">
        <pc:chgData name="Ravi Sundaram" userId="a7df020c0a403423" providerId="LiveId" clId="{9D5DFEDE-E4F3-4E9C-B061-EC74417695BC}" dt="2020-07-31T03:09:03.920" v="160" actId="15"/>
        <pc:sldMkLst>
          <pc:docMk/>
          <pc:sldMk cId="3479009568" sldId="258"/>
        </pc:sldMkLst>
        <pc:spChg chg="mod">
          <ac:chgData name="Ravi Sundaram" userId="a7df020c0a403423" providerId="LiveId" clId="{9D5DFEDE-E4F3-4E9C-B061-EC74417695BC}" dt="2020-07-31T03:09:03.920" v="160" actId="15"/>
          <ac:spMkLst>
            <pc:docMk/>
            <pc:sldMk cId="3479009568" sldId="258"/>
            <ac:spMk id="3" creationId="{03364FEF-F44A-4071-922A-E51980E95FCC}"/>
          </ac:spMkLst>
        </pc:spChg>
      </pc:sldChg>
      <pc:sldChg chg="addSp delSp modSp">
        <pc:chgData name="Ravi Sundaram" userId="a7df020c0a403423" providerId="LiveId" clId="{9D5DFEDE-E4F3-4E9C-B061-EC74417695BC}" dt="2020-07-31T15:44:53.939" v="1746" actId="114"/>
        <pc:sldMkLst>
          <pc:docMk/>
          <pc:sldMk cId="0" sldId="266"/>
        </pc:sldMkLst>
        <pc:spChg chg="add">
          <ac:chgData name="Ravi Sundaram" userId="a7df020c0a403423" providerId="LiveId" clId="{9D5DFEDE-E4F3-4E9C-B061-EC74417695BC}" dt="2020-07-31T04:06:55.931" v="650"/>
          <ac:spMkLst>
            <pc:docMk/>
            <pc:sldMk cId="0" sldId="266"/>
            <ac:spMk id="5" creationId="{4CD5D1A4-6E98-468B-A5C7-989EF25C4919}"/>
          </ac:spMkLst>
        </pc:spChg>
        <pc:spChg chg="add">
          <ac:chgData name="Ravi Sundaram" userId="a7df020c0a403423" providerId="LiveId" clId="{9D5DFEDE-E4F3-4E9C-B061-EC74417695BC}" dt="2020-07-31T04:06:55.931" v="650"/>
          <ac:spMkLst>
            <pc:docMk/>
            <pc:sldMk cId="0" sldId="266"/>
            <ac:spMk id="6" creationId="{7932F40A-F7FD-44C4-B532-D890577A1FD2}"/>
          </ac:spMkLst>
        </pc:spChg>
        <pc:spChg chg="add">
          <ac:chgData name="Ravi Sundaram" userId="a7df020c0a403423" providerId="LiveId" clId="{9D5DFEDE-E4F3-4E9C-B061-EC74417695BC}" dt="2020-07-31T04:06:55.931" v="650"/>
          <ac:spMkLst>
            <pc:docMk/>
            <pc:sldMk cId="0" sldId="266"/>
            <ac:spMk id="7" creationId="{A692806E-B04B-4864-A2EB-D21460AB74A3}"/>
          </ac:spMkLst>
        </pc:spChg>
        <pc:spChg chg="add">
          <ac:chgData name="Ravi Sundaram" userId="a7df020c0a403423" providerId="LiveId" clId="{9D5DFEDE-E4F3-4E9C-B061-EC74417695BC}" dt="2020-07-31T04:06:55.931" v="650"/>
          <ac:spMkLst>
            <pc:docMk/>
            <pc:sldMk cId="0" sldId="266"/>
            <ac:spMk id="10" creationId="{5648DEEE-75D4-469E-9C58-B77158234BF3}"/>
          </ac:spMkLst>
        </pc:spChg>
        <pc:spChg chg="add">
          <ac:chgData name="Ravi Sundaram" userId="a7df020c0a403423" providerId="LiveId" clId="{9D5DFEDE-E4F3-4E9C-B061-EC74417695BC}" dt="2020-07-31T04:06:55.931" v="650"/>
          <ac:spMkLst>
            <pc:docMk/>
            <pc:sldMk cId="0" sldId="266"/>
            <ac:spMk id="11" creationId="{526E89FD-91A6-4C53-9B13-3D8FFC29682C}"/>
          </ac:spMkLst>
        </pc:spChg>
        <pc:spChg chg="add">
          <ac:chgData name="Ravi Sundaram" userId="a7df020c0a403423" providerId="LiveId" clId="{9D5DFEDE-E4F3-4E9C-B061-EC74417695BC}" dt="2020-07-31T04:06:55.931" v="650"/>
          <ac:spMkLst>
            <pc:docMk/>
            <pc:sldMk cId="0" sldId="266"/>
            <ac:spMk id="14" creationId="{B138CFED-E748-4A4F-BEDA-300BB17B8684}"/>
          </ac:spMkLst>
        </pc:spChg>
        <pc:spChg chg="add">
          <ac:chgData name="Ravi Sundaram" userId="a7df020c0a403423" providerId="LiveId" clId="{9D5DFEDE-E4F3-4E9C-B061-EC74417695BC}" dt="2020-07-31T04:06:55.931" v="650"/>
          <ac:spMkLst>
            <pc:docMk/>
            <pc:sldMk cId="0" sldId="266"/>
            <ac:spMk id="16" creationId="{862848B4-836E-4E60-B471-D49ACCB5DD25}"/>
          </ac:spMkLst>
        </pc:spChg>
        <pc:spChg chg="add">
          <ac:chgData name="Ravi Sundaram" userId="a7df020c0a403423" providerId="LiveId" clId="{9D5DFEDE-E4F3-4E9C-B061-EC74417695BC}" dt="2020-07-31T04:06:55.931" v="650"/>
          <ac:spMkLst>
            <pc:docMk/>
            <pc:sldMk cId="0" sldId="266"/>
            <ac:spMk id="18" creationId="{C5D36108-B3E4-4DFA-AE50-6141D500F136}"/>
          </ac:spMkLst>
        </pc:spChg>
        <pc:spChg chg="add">
          <ac:chgData name="Ravi Sundaram" userId="a7df020c0a403423" providerId="LiveId" clId="{9D5DFEDE-E4F3-4E9C-B061-EC74417695BC}" dt="2020-07-31T04:06:55.931" v="650"/>
          <ac:spMkLst>
            <pc:docMk/>
            <pc:sldMk cId="0" sldId="266"/>
            <ac:spMk id="20" creationId="{F7FB9D9E-C10B-4E55-89D1-AAC7F23FD458}"/>
          </ac:spMkLst>
        </pc:spChg>
        <pc:spChg chg="add">
          <ac:chgData name="Ravi Sundaram" userId="a7df020c0a403423" providerId="LiveId" clId="{9D5DFEDE-E4F3-4E9C-B061-EC74417695BC}" dt="2020-07-31T04:06:55.931" v="650"/>
          <ac:spMkLst>
            <pc:docMk/>
            <pc:sldMk cId="0" sldId="266"/>
            <ac:spMk id="22" creationId="{17440334-DDE2-4780-9952-186D8782DD9C}"/>
          </ac:spMkLst>
        </pc:spChg>
        <pc:spChg chg="add">
          <ac:chgData name="Ravi Sundaram" userId="a7df020c0a403423" providerId="LiveId" clId="{9D5DFEDE-E4F3-4E9C-B061-EC74417695BC}" dt="2020-07-31T04:06:55.931" v="650"/>
          <ac:spMkLst>
            <pc:docMk/>
            <pc:sldMk cId="0" sldId="266"/>
            <ac:spMk id="24" creationId="{FA317D08-09C0-4150-9C0A-27FFB23DC82D}"/>
          </ac:spMkLst>
        </pc:spChg>
        <pc:spChg chg="add">
          <ac:chgData name="Ravi Sundaram" userId="a7df020c0a403423" providerId="LiveId" clId="{9D5DFEDE-E4F3-4E9C-B061-EC74417695BC}" dt="2020-07-31T04:06:55.931" v="650"/>
          <ac:spMkLst>
            <pc:docMk/>
            <pc:sldMk cId="0" sldId="266"/>
            <ac:spMk id="26" creationId="{D2247E8B-9595-4126-BB44-FD4704C6F247}"/>
          </ac:spMkLst>
        </pc:spChg>
        <pc:spChg chg="add">
          <ac:chgData name="Ravi Sundaram" userId="a7df020c0a403423" providerId="LiveId" clId="{9D5DFEDE-E4F3-4E9C-B061-EC74417695BC}" dt="2020-07-31T04:06:55.931" v="650"/>
          <ac:spMkLst>
            <pc:docMk/>
            <pc:sldMk cId="0" sldId="266"/>
            <ac:spMk id="28" creationId="{C5D21B24-19C1-4666-9184-2442FB3A11F3}"/>
          </ac:spMkLst>
        </pc:spChg>
        <pc:spChg chg="add">
          <ac:chgData name="Ravi Sundaram" userId="a7df020c0a403423" providerId="LiveId" clId="{9D5DFEDE-E4F3-4E9C-B061-EC74417695BC}" dt="2020-07-31T04:06:55.931" v="650"/>
          <ac:spMkLst>
            <pc:docMk/>
            <pc:sldMk cId="0" sldId="266"/>
            <ac:spMk id="30" creationId="{E1CE5775-A83D-4505-8F7D-2BF78C1E91EC}"/>
          </ac:spMkLst>
        </pc:spChg>
        <pc:spChg chg="add">
          <ac:chgData name="Ravi Sundaram" userId="a7df020c0a403423" providerId="LiveId" clId="{9D5DFEDE-E4F3-4E9C-B061-EC74417695BC}" dt="2020-07-31T04:06:55.931" v="650"/>
          <ac:spMkLst>
            <pc:docMk/>
            <pc:sldMk cId="0" sldId="266"/>
            <ac:spMk id="32" creationId="{F55D4364-6511-4277-9A70-27CF1C821635}"/>
          </ac:spMkLst>
        </pc:spChg>
        <pc:spChg chg="add">
          <ac:chgData name="Ravi Sundaram" userId="a7df020c0a403423" providerId="LiveId" clId="{9D5DFEDE-E4F3-4E9C-B061-EC74417695BC}" dt="2020-07-31T04:06:55.931" v="650"/>
          <ac:spMkLst>
            <pc:docMk/>
            <pc:sldMk cId="0" sldId="266"/>
            <ac:spMk id="34" creationId="{2B30EB49-2975-40FE-B818-7B2B3CB8A5E0}"/>
          </ac:spMkLst>
        </pc:spChg>
        <pc:spChg chg="add">
          <ac:chgData name="Ravi Sundaram" userId="a7df020c0a403423" providerId="LiveId" clId="{9D5DFEDE-E4F3-4E9C-B061-EC74417695BC}" dt="2020-07-31T04:06:55.931" v="650"/>
          <ac:spMkLst>
            <pc:docMk/>
            <pc:sldMk cId="0" sldId="266"/>
            <ac:spMk id="35" creationId="{9074DAE7-4EFA-4505-8E97-5BF4CA289B51}"/>
          </ac:spMkLst>
        </pc:spChg>
        <pc:spChg chg="add">
          <ac:chgData name="Ravi Sundaram" userId="a7df020c0a403423" providerId="LiveId" clId="{9D5DFEDE-E4F3-4E9C-B061-EC74417695BC}" dt="2020-07-31T04:06:55.931" v="650"/>
          <ac:spMkLst>
            <pc:docMk/>
            <pc:sldMk cId="0" sldId="266"/>
            <ac:spMk id="36" creationId="{80466F3B-1CE5-4705-B2DC-13EE932CD437}"/>
          </ac:spMkLst>
        </pc:spChg>
        <pc:spChg chg="add">
          <ac:chgData name="Ravi Sundaram" userId="a7df020c0a403423" providerId="LiveId" clId="{9D5DFEDE-E4F3-4E9C-B061-EC74417695BC}" dt="2020-07-31T04:06:55.931" v="650"/>
          <ac:spMkLst>
            <pc:docMk/>
            <pc:sldMk cId="0" sldId="266"/>
            <ac:spMk id="37" creationId="{FEDC93B0-8396-4070-A232-784719A8F9C3}"/>
          </ac:spMkLst>
        </pc:spChg>
        <pc:spChg chg="add">
          <ac:chgData name="Ravi Sundaram" userId="a7df020c0a403423" providerId="LiveId" clId="{9D5DFEDE-E4F3-4E9C-B061-EC74417695BC}" dt="2020-07-31T04:06:55.931" v="650"/>
          <ac:spMkLst>
            <pc:docMk/>
            <pc:sldMk cId="0" sldId="266"/>
            <ac:spMk id="38" creationId="{F485D7E8-0744-4711-A1DA-EF2A8C1CBD82}"/>
          </ac:spMkLst>
        </pc:spChg>
        <pc:spChg chg="add">
          <ac:chgData name="Ravi Sundaram" userId="a7df020c0a403423" providerId="LiveId" clId="{9D5DFEDE-E4F3-4E9C-B061-EC74417695BC}" dt="2020-07-31T04:06:55.931" v="650"/>
          <ac:spMkLst>
            <pc:docMk/>
            <pc:sldMk cId="0" sldId="266"/>
            <ac:spMk id="39" creationId="{E17D78FB-A29E-4117-A9D1-29153BDC4B8A}"/>
          </ac:spMkLst>
        </pc:spChg>
        <pc:spChg chg="add">
          <ac:chgData name="Ravi Sundaram" userId="a7df020c0a403423" providerId="LiveId" clId="{9D5DFEDE-E4F3-4E9C-B061-EC74417695BC}" dt="2020-07-31T04:06:55.931" v="650"/>
          <ac:spMkLst>
            <pc:docMk/>
            <pc:sldMk cId="0" sldId="266"/>
            <ac:spMk id="40" creationId="{252C10D6-6D63-4034-B417-91C7166C44D2}"/>
          </ac:spMkLst>
        </pc:spChg>
        <pc:spChg chg="add">
          <ac:chgData name="Ravi Sundaram" userId="a7df020c0a403423" providerId="LiveId" clId="{9D5DFEDE-E4F3-4E9C-B061-EC74417695BC}" dt="2020-07-31T04:06:55.931" v="650"/>
          <ac:spMkLst>
            <pc:docMk/>
            <pc:sldMk cId="0" sldId="266"/>
            <ac:spMk id="41" creationId="{8308E4DF-4DFB-4234-809A-A660E7323D8D}"/>
          </ac:spMkLst>
        </pc:spChg>
        <pc:spChg chg="add">
          <ac:chgData name="Ravi Sundaram" userId="a7df020c0a403423" providerId="LiveId" clId="{9D5DFEDE-E4F3-4E9C-B061-EC74417695BC}" dt="2020-07-31T04:06:55.931" v="650"/>
          <ac:spMkLst>
            <pc:docMk/>
            <pc:sldMk cId="0" sldId="266"/>
            <ac:spMk id="42" creationId="{E7893ACD-F7B2-4D2D-A7A6-7238497AFC37}"/>
          </ac:spMkLst>
        </pc:spChg>
        <pc:spChg chg="add">
          <ac:chgData name="Ravi Sundaram" userId="a7df020c0a403423" providerId="LiveId" clId="{9D5DFEDE-E4F3-4E9C-B061-EC74417695BC}" dt="2020-07-31T04:06:55.931" v="650"/>
          <ac:spMkLst>
            <pc:docMk/>
            <pc:sldMk cId="0" sldId="266"/>
            <ac:spMk id="43" creationId="{421AC591-06DF-4631-B285-CAB69C66B67A}"/>
          </ac:spMkLst>
        </pc:spChg>
        <pc:spChg chg="add">
          <ac:chgData name="Ravi Sundaram" userId="a7df020c0a403423" providerId="LiveId" clId="{9D5DFEDE-E4F3-4E9C-B061-EC74417695BC}" dt="2020-07-31T04:06:55.931" v="650"/>
          <ac:spMkLst>
            <pc:docMk/>
            <pc:sldMk cId="0" sldId="266"/>
            <ac:spMk id="44" creationId="{94F69B76-9FDC-49E8-BA74-C0C440165EED}"/>
          </ac:spMkLst>
        </pc:spChg>
        <pc:spChg chg="add del mod">
          <ac:chgData name="Ravi Sundaram" userId="a7df020c0a403423" providerId="LiveId" clId="{9D5DFEDE-E4F3-4E9C-B061-EC74417695BC}" dt="2020-07-31T04:08:00.609" v="655" actId="478"/>
          <ac:spMkLst>
            <pc:docMk/>
            <pc:sldMk cId="0" sldId="266"/>
            <ac:spMk id="45" creationId="{1ADD79CD-C52F-4CA1-8FCB-E7052D9AF1ED}"/>
          </ac:spMkLst>
        </pc:spChg>
        <pc:spChg chg="add del">
          <ac:chgData name="Ravi Sundaram" userId="a7df020c0a403423" providerId="LiveId" clId="{9D5DFEDE-E4F3-4E9C-B061-EC74417695BC}" dt="2020-07-31T04:07:46.184" v="654"/>
          <ac:spMkLst>
            <pc:docMk/>
            <pc:sldMk cId="0" sldId="266"/>
            <ac:spMk id="46" creationId="{8EF4A6E6-66EF-47F6-B477-E4BD278F927B}"/>
          </ac:spMkLst>
        </pc:spChg>
        <pc:spChg chg="add mod">
          <ac:chgData name="Ravi Sundaram" userId="a7df020c0a403423" providerId="LiveId" clId="{9D5DFEDE-E4F3-4E9C-B061-EC74417695BC}" dt="2020-07-31T15:44:53.939" v="1746" actId="114"/>
          <ac:spMkLst>
            <pc:docMk/>
            <pc:sldMk cId="0" sldId="266"/>
            <ac:spMk id="47" creationId="{B80FD508-809A-4EE6-B6C5-7BA0B3BA2832}"/>
          </ac:spMkLst>
        </pc:spChg>
        <pc:spChg chg="mod">
          <ac:chgData name="Ravi Sundaram" userId="a7df020c0a403423" providerId="LiveId" clId="{9D5DFEDE-E4F3-4E9C-B061-EC74417695BC}" dt="2020-07-31T04:08:15.997" v="656" actId="1076"/>
          <ac:spMkLst>
            <pc:docMk/>
            <pc:sldMk cId="0" sldId="266"/>
            <ac:spMk id="71682" creationId="{6CC84D5F-9291-4D41-B734-EF1DA18E5AE7}"/>
          </ac:spMkLst>
        </pc:spChg>
        <pc:spChg chg="del">
          <ac:chgData name="Ravi Sundaram" userId="a7df020c0a403423" providerId="LiveId" clId="{9D5DFEDE-E4F3-4E9C-B061-EC74417695BC}" dt="2020-07-31T04:06:08.202" v="649" actId="478"/>
          <ac:spMkLst>
            <pc:docMk/>
            <pc:sldMk cId="0" sldId="266"/>
            <ac:spMk id="71683" creationId="{28616B48-0A3C-4B4D-91CA-F180CA2B39A6}"/>
          </ac:spMkLst>
        </pc:spChg>
        <pc:cxnChg chg="add">
          <ac:chgData name="Ravi Sundaram" userId="a7df020c0a403423" providerId="LiveId" clId="{9D5DFEDE-E4F3-4E9C-B061-EC74417695BC}" dt="2020-07-31T04:06:55.931" v="650"/>
          <ac:cxnSpMkLst>
            <pc:docMk/>
            <pc:sldMk cId="0" sldId="266"/>
            <ac:cxnSpMk id="8" creationId="{47A73EBA-DACC-4C3F-B98C-3638DEF21756}"/>
          </ac:cxnSpMkLst>
        </pc:cxnChg>
        <pc:cxnChg chg="add">
          <ac:chgData name="Ravi Sundaram" userId="a7df020c0a403423" providerId="LiveId" clId="{9D5DFEDE-E4F3-4E9C-B061-EC74417695BC}" dt="2020-07-31T04:06:55.931" v="650"/>
          <ac:cxnSpMkLst>
            <pc:docMk/>
            <pc:sldMk cId="0" sldId="266"/>
            <ac:cxnSpMk id="9" creationId="{02882148-8A80-4D59-8219-048A51F28DB9}"/>
          </ac:cxnSpMkLst>
        </pc:cxnChg>
        <pc:cxnChg chg="add">
          <ac:chgData name="Ravi Sundaram" userId="a7df020c0a403423" providerId="LiveId" clId="{9D5DFEDE-E4F3-4E9C-B061-EC74417695BC}" dt="2020-07-31T04:06:55.931" v="650"/>
          <ac:cxnSpMkLst>
            <pc:docMk/>
            <pc:sldMk cId="0" sldId="266"/>
            <ac:cxnSpMk id="12" creationId="{6B85B259-1EF4-4A40-90E6-7CF3F90B32C0}"/>
          </ac:cxnSpMkLst>
        </pc:cxnChg>
        <pc:cxnChg chg="add">
          <ac:chgData name="Ravi Sundaram" userId="a7df020c0a403423" providerId="LiveId" clId="{9D5DFEDE-E4F3-4E9C-B061-EC74417695BC}" dt="2020-07-31T04:06:55.931" v="650"/>
          <ac:cxnSpMkLst>
            <pc:docMk/>
            <pc:sldMk cId="0" sldId="266"/>
            <ac:cxnSpMk id="13" creationId="{B195FD83-3211-443F-9A1D-71793AA250ED}"/>
          </ac:cxnSpMkLst>
        </pc:cxnChg>
        <pc:cxnChg chg="add">
          <ac:chgData name="Ravi Sundaram" userId="a7df020c0a403423" providerId="LiveId" clId="{9D5DFEDE-E4F3-4E9C-B061-EC74417695BC}" dt="2020-07-31T04:06:55.931" v="650"/>
          <ac:cxnSpMkLst>
            <pc:docMk/>
            <pc:sldMk cId="0" sldId="266"/>
            <ac:cxnSpMk id="15" creationId="{90C25CBF-3F5B-466A-A645-A5B57EDF9913}"/>
          </ac:cxnSpMkLst>
        </pc:cxnChg>
        <pc:cxnChg chg="add">
          <ac:chgData name="Ravi Sundaram" userId="a7df020c0a403423" providerId="LiveId" clId="{9D5DFEDE-E4F3-4E9C-B061-EC74417695BC}" dt="2020-07-31T04:06:55.931" v="650"/>
          <ac:cxnSpMkLst>
            <pc:docMk/>
            <pc:sldMk cId="0" sldId="266"/>
            <ac:cxnSpMk id="17" creationId="{7A657962-53D7-4B9B-AFB2-D39F02809A84}"/>
          </ac:cxnSpMkLst>
        </pc:cxnChg>
        <pc:cxnChg chg="add">
          <ac:chgData name="Ravi Sundaram" userId="a7df020c0a403423" providerId="LiveId" clId="{9D5DFEDE-E4F3-4E9C-B061-EC74417695BC}" dt="2020-07-31T04:06:55.931" v="650"/>
          <ac:cxnSpMkLst>
            <pc:docMk/>
            <pc:sldMk cId="0" sldId="266"/>
            <ac:cxnSpMk id="19" creationId="{5E346877-53C2-44C4-B8B1-75F87DA962DF}"/>
          </ac:cxnSpMkLst>
        </pc:cxnChg>
        <pc:cxnChg chg="add">
          <ac:chgData name="Ravi Sundaram" userId="a7df020c0a403423" providerId="LiveId" clId="{9D5DFEDE-E4F3-4E9C-B061-EC74417695BC}" dt="2020-07-31T04:06:55.931" v="650"/>
          <ac:cxnSpMkLst>
            <pc:docMk/>
            <pc:sldMk cId="0" sldId="266"/>
            <ac:cxnSpMk id="21" creationId="{4F0190B3-142F-4D0E-8D46-57F6562E7825}"/>
          </ac:cxnSpMkLst>
        </pc:cxnChg>
        <pc:cxnChg chg="add">
          <ac:chgData name="Ravi Sundaram" userId="a7df020c0a403423" providerId="LiveId" clId="{9D5DFEDE-E4F3-4E9C-B061-EC74417695BC}" dt="2020-07-31T04:06:55.931" v="650"/>
          <ac:cxnSpMkLst>
            <pc:docMk/>
            <pc:sldMk cId="0" sldId="266"/>
            <ac:cxnSpMk id="23" creationId="{35328973-70B3-4F94-9CDC-1B05D3DFA122}"/>
          </ac:cxnSpMkLst>
        </pc:cxnChg>
        <pc:cxnChg chg="add">
          <ac:chgData name="Ravi Sundaram" userId="a7df020c0a403423" providerId="LiveId" clId="{9D5DFEDE-E4F3-4E9C-B061-EC74417695BC}" dt="2020-07-31T04:06:55.931" v="650"/>
          <ac:cxnSpMkLst>
            <pc:docMk/>
            <pc:sldMk cId="0" sldId="266"/>
            <ac:cxnSpMk id="25" creationId="{562A8883-F4B6-491E-BBDF-624E5E9B401E}"/>
          </ac:cxnSpMkLst>
        </pc:cxnChg>
        <pc:cxnChg chg="add">
          <ac:chgData name="Ravi Sundaram" userId="a7df020c0a403423" providerId="LiveId" clId="{9D5DFEDE-E4F3-4E9C-B061-EC74417695BC}" dt="2020-07-31T04:06:55.931" v="650"/>
          <ac:cxnSpMkLst>
            <pc:docMk/>
            <pc:sldMk cId="0" sldId="266"/>
            <ac:cxnSpMk id="27" creationId="{1F6B3B34-8735-4FAA-81B1-7100431B1AF3}"/>
          </ac:cxnSpMkLst>
        </pc:cxnChg>
        <pc:cxnChg chg="add">
          <ac:chgData name="Ravi Sundaram" userId="a7df020c0a403423" providerId="LiveId" clId="{9D5DFEDE-E4F3-4E9C-B061-EC74417695BC}" dt="2020-07-31T04:06:55.931" v="650"/>
          <ac:cxnSpMkLst>
            <pc:docMk/>
            <pc:sldMk cId="0" sldId="266"/>
            <ac:cxnSpMk id="29" creationId="{D57D1CAC-7033-421B-99D1-D448B9338634}"/>
          </ac:cxnSpMkLst>
        </pc:cxnChg>
        <pc:cxnChg chg="add">
          <ac:chgData name="Ravi Sundaram" userId="a7df020c0a403423" providerId="LiveId" clId="{9D5DFEDE-E4F3-4E9C-B061-EC74417695BC}" dt="2020-07-31T04:06:55.931" v="650"/>
          <ac:cxnSpMkLst>
            <pc:docMk/>
            <pc:sldMk cId="0" sldId="266"/>
            <ac:cxnSpMk id="31" creationId="{11FC0E32-D4D0-44D4-B2B6-3825BE69386C}"/>
          </ac:cxnSpMkLst>
        </pc:cxnChg>
        <pc:cxnChg chg="add">
          <ac:chgData name="Ravi Sundaram" userId="a7df020c0a403423" providerId="LiveId" clId="{9D5DFEDE-E4F3-4E9C-B061-EC74417695BC}" dt="2020-07-31T04:06:55.931" v="650"/>
          <ac:cxnSpMkLst>
            <pc:docMk/>
            <pc:sldMk cId="0" sldId="266"/>
            <ac:cxnSpMk id="33" creationId="{DE85A177-55C2-49FB-8376-CD18443CD81E}"/>
          </ac:cxnSpMkLst>
        </pc:cxnChg>
      </pc:sldChg>
      <pc:sldChg chg="delSp modSp del">
        <pc:chgData name="Ravi Sundaram" userId="a7df020c0a403423" providerId="LiveId" clId="{9D5DFEDE-E4F3-4E9C-B061-EC74417695BC}" dt="2020-07-31T04:22:24.071" v="1744" actId="2696"/>
        <pc:sldMkLst>
          <pc:docMk/>
          <pc:sldMk cId="0" sldId="267"/>
        </pc:sldMkLst>
        <pc:spChg chg="mod">
          <ac:chgData name="Ravi Sundaram" userId="a7df020c0a403423" providerId="LiveId" clId="{9D5DFEDE-E4F3-4E9C-B061-EC74417695BC}" dt="2020-07-31T04:09:21.682" v="726" actId="20577"/>
          <ac:spMkLst>
            <pc:docMk/>
            <pc:sldMk cId="0" sldId="267"/>
            <ac:spMk id="72706" creationId="{5809FD69-D195-443E-804D-CB4B5CCB829B}"/>
          </ac:spMkLst>
        </pc:spChg>
        <pc:spChg chg="del">
          <ac:chgData name="Ravi Sundaram" userId="a7df020c0a403423" providerId="LiveId" clId="{9D5DFEDE-E4F3-4E9C-B061-EC74417695BC}" dt="2020-07-31T04:09:29.657" v="727" actId="478"/>
          <ac:spMkLst>
            <pc:docMk/>
            <pc:sldMk cId="0" sldId="267"/>
            <ac:spMk id="72708" creationId="{AAB39294-C802-45D3-8220-A2E3737FF147}"/>
          </ac:spMkLst>
        </pc:spChg>
        <pc:spChg chg="mod">
          <ac:chgData name="Ravi Sundaram" userId="a7df020c0a403423" providerId="LiveId" clId="{9D5DFEDE-E4F3-4E9C-B061-EC74417695BC}" dt="2020-07-31T04:09:45.784" v="728" actId="207"/>
          <ac:spMkLst>
            <pc:docMk/>
            <pc:sldMk cId="0" sldId="267"/>
            <ac:spMk id="72709" creationId="{ACCF2CBA-E16D-49A4-8C8E-9B9E76AB2643}"/>
          </ac:spMkLst>
        </pc:spChg>
      </pc:sldChg>
      <pc:sldChg chg="del">
        <pc:chgData name="Ravi Sundaram" userId="a7df020c0a403423" providerId="LiveId" clId="{9D5DFEDE-E4F3-4E9C-B061-EC74417695BC}" dt="2020-07-31T04:10:32.140" v="730" actId="2696"/>
        <pc:sldMkLst>
          <pc:docMk/>
          <pc:sldMk cId="0" sldId="268"/>
        </pc:sldMkLst>
      </pc:sldChg>
      <pc:sldChg chg="del">
        <pc:chgData name="Ravi Sundaram" userId="a7df020c0a403423" providerId="LiveId" clId="{9D5DFEDE-E4F3-4E9C-B061-EC74417695BC}" dt="2020-07-31T04:10:32.161" v="731" actId="2696"/>
        <pc:sldMkLst>
          <pc:docMk/>
          <pc:sldMk cId="0" sldId="269"/>
        </pc:sldMkLst>
      </pc:sldChg>
      <pc:sldChg chg="del">
        <pc:chgData name="Ravi Sundaram" userId="a7df020c0a403423" providerId="LiveId" clId="{9D5DFEDE-E4F3-4E9C-B061-EC74417695BC}" dt="2020-07-31T04:10:32.183" v="732" actId="2696"/>
        <pc:sldMkLst>
          <pc:docMk/>
          <pc:sldMk cId="0" sldId="270"/>
        </pc:sldMkLst>
      </pc:sldChg>
      <pc:sldChg chg="del">
        <pc:chgData name="Ravi Sundaram" userId="a7df020c0a403423" providerId="LiveId" clId="{9D5DFEDE-E4F3-4E9C-B061-EC74417695BC}" dt="2020-07-31T04:10:32.218" v="733" actId="2696"/>
        <pc:sldMkLst>
          <pc:docMk/>
          <pc:sldMk cId="0" sldId="272"/>
        </pc:sldMkLst>
      </pc:sldChg>
      <pc:sldChg chg="del">
        <pc:chgData name="Ravi Sundaram" userId="a7df020c0a403423" providerId="LiveId" clId="{9D5DFEDE-E4F3-4E9C-B061-EC74417695BC}" dt="2020-07-31T04:10:32.249" v="734" actId="2696"/>
        <pc:sldMkLst>
          <pc:docMk/>
          <pc:sldMk cId="0" sldId="273"/>
        </pc:sldMkLst>
      </pc:sldChg>
      <pc:sldChg chg="del">
        <pc:chgData name="Ravi Sundaram" userId="a7df020c0a403423" providerId="LiveId" clId="{9D5DFEDE-E4F3-4E9C-B061-EC74417695BC}" dt="2020-07-31T04:10:32.284" v="735" actId="2696"/>
        <pc:sldMkLst>
          <pc:docMk/>
          <pc:sldMk cId="0" sldId="274"/>
        </pc:sldMkLst>
      </pc:sldChg>
      <pc:sldChg chg="del">
        <pc:chgData name="Ravi Sundaram" userId="a7df020c0a403423" providerId="LiveId" clId="{9D5DFEDE-E4F3-4E9C-B061-EC74417695BC}" dt="2020-07-31T04:10:32.310" v="736" actId="2696"/>
        <pc:sldMkLst>
          <pc:docMk/>
          <pc:sldMk cId="0" sldId="277"/>
        </pc:sldMkLst>
      </pc:sldChg>
      <pc:sldChg chg="modSp modAnim">
        <pc:chgData name="Ravi Sundaram" userId="a7df020c0a403423" providerId="LiveId" clId="{9D5DFEDE-E4F3-4E9C-B061-EC74417695BC}" dt="2020-07-31T04:22:37.632" v="1745"/>
        <pc:sldMkLst>
          <pc:docMk/>
          <pc:sldMk cId="3455594306" sldId="305"/>
        </pc:sldMkLst>
        <pc:spChg chg="mod">
          <ac:chgData name="Ravi Sundaram" userId="a7df020c0a403423" providerId="LiveId" clId="{9D5DFEDE-E4F3-4E9C-B061-EC74417695BC}" dt="2020-07-31T04:22:37.632" v="1745"/>
          <ac:spMkLst>
            <pc:docMk/>
            <pc:sldMk cId="3455594306" sldId="305"/>
            <ac:spMk id="3" creationId="{1C4EFA41-EDF3-4D89-812E-85BCE7B8A73E}"/>
          </ac:spMkLst>
        </pc:spChg>
      </pc:sldChg>
      <pc:sldChg chg="modSp modAnim">
        <pc:chgData name="Ravi Sundaram" userId="a7df020c0a403423" providerId="LiveId" clId="{9D5DFEDE-E4F3-4E9C-B061-EC74417695BC}" dt="2020-07-31T17:22:01.884" v="1750" actId="207"/>
        <pc:sldMkLst>
          <pc:docMk/>
          <pc:sldMk cId="622130112" sldId="307"/>
        </pc:sldMkLst>
        <pc:spChg chg="mod">
          <ac:chgData name="Ravi Sundaram" userId="a7df020c0a403423" providerId="LiveId" clId="{9D5DFEDE-E4F3-4E9C-B061-EC74417695BC}" dt="2020-07-31T03:09:42.014" v="176" actId="20577"/>
          <ac:spMkLst>
            <pc:docMk/>
            <pc:sldMk cId="622130112" sldId="307"/>
            <ac:spMk id="2" creationId="{5FA1FA58-59B8-4EFD-BF2B-069C457129B2}"/>
          </ac:spMkLst>
        </pc:spChg>
        <pc:spChg chg="mod">
          <ac:chgData name="Ravi Sundaram" userId="a7df020c0a403423" providerId="LiveId" clId="{9D5DFEDE-E4F3-4E9C-B061-EC74417695BC}" dt="2020-07-31T17:22:01.884" v="1750" actId="207"/>
          <ac:spMkLst>
            <pc:docMk/>
            <pc:sldMk cId="622130112" sldId="307"/>
            <ac:spMk id="3" creationId="{03364FEF-F44A-4071-922A-E51980E95FCC}"/>
          </ac:spMkLst>
        </pc:spChg>
      </pc:sldChg>
      <pc:sldChg chg="addSp modSp modAnim">
        <pc:chgData name="Ravi Sundaram" userId="a7df020c0a403423" providerId="LiveId" clId="{9D5DFEDE-E4F3-4E9C-B061-EC74417695BC}" dt="2020-07-31T03:25:13.690" v="556" actId="20577"/>
        <pc:sldMkLst>
          <pc:docMk/>
          <pc:sldMk cId="454749232" sldId="308"/>
        </pc:sldMkLst>
        <pc:spChg chg="mod">
          <ac:chgData name="Ravi Sundaram" userId="a7df020c0a403423" providerId="LiveId" clId="{9D5DFEDE-E4F3-4E9C-B061-EC74417695BC}" dt="2020-07-31T03:14:11.031" v="269" actId="20577"/>
          <ac:spMkLst>
            <pc:docMk/>
            <pc:sldMk cId="454749232" sldId="308"/>
            <ac:spMk id="2" creationId="{5FA1FA58-59B8-4EFD-BF2B-069C457129B2}"/>
          </ac:spMkLst>
        </pc:spChg>
        <pc:spChg chg="mod">
          <ac:chgData name="Ravi Sundaram" userId="a7df020c0a403423" providerId="LiveId" clId="{9D5DFEDE-E4F3-4E9C-B061-EC74417695BC}" dt="2020-07-31T03:25:13.690" v="556" actId="20577"/>
          <ac:spMkLst>
            <pc:docMk/>
            <pc:sldMk cId="454749232" sldId="308"/>
            <ac:spMk id="3" creationId="{03364FEF-F44A-4071-922A-E51980E95FCC}"/>
          </ac:spMkLst>
        </pc:spChg>
        <pc:spChg chg="add mod">
          <ac:chgData name="Ravi Sundaram" userId="a7df020c0a403423" providerId="LiveId" clId="{9D5DFEDE-E4F3-4E9C-B061-EC74417695BC}" dt="2020-07-31T03:20:36.910" v="450" actId="27636"/>
          <ac:spMkLst>
            <pc:docMk/>
            <pc:sldMk cId="454749232" sldId="308"/>
            <ac:spMk id="4" creationId="{24C92D59-295E-4A26-A694-4C410F97DDA1}"/>
          </ac:spMkLst>
        </pc:spChg>
      </pc:sldChg>
      <pc:sldChg chg="addSp modSp modAnim">
        <pc:chgData name="Ravi Sundaram" userId="a7df020c0a403423" providerId="LiveId" clId="{9D5DFEDE-E4F3-4E9C-B061-EC74417695BC}" dt="2020-07-31T03:27:59.903" v="565"/>
        <pc:sldMkLst>
          <pc:docMk/>
          <pc:sldMk cId="4269088506" sldId="309"/>
        </pc:sldMkLst>
        <pc:spChg chg="mod">
          <ac:chgData name="Ravi Sundaram" userId="a7df020c0a403423" providerId="LiveId" clId="{9D5DFEDE-E4F3-4E9C-B061-EC74417695BC}" dt="2020-07-31T03:24:41.435" v="525" actId="20577"/>
          <ac:spMkLst>
            <pc:docMk/>
            <pc:sldMk cId="4269088506" sldId="309"/>
            <ac:spMk id="2" creationId="{5FA1FA58-59B8-4EFD-BF2B-069C457129B2}"/>
          </ac:spMkLst>
        </pc:spChg>
        <pc:spChg chg="mod">
          <ac:chgData name="Ravi Sundaram" userId="a7df020c0a403423" providerId="LiveId" clId="{9D5DFEDE-E4F3-4E9C-B061-EC74417695BC}" dt="2020-07-31T03:27:16.370" v="562" actId="14100"/>
          <ac:spMkLst>
            <pc:docMk/>
            <pc:sldMk cId="4269088506" sldId="309"/>
            <ac:spMk id="3" creationId="{03364FEF-F44A-4071-922A-E51980E95FCC}"/>
          </ac:spMkLst>
        </pc:spChg>
        <pc:spChg chg="add">
          <ac:chgData name="Ravi Sundaram" userId="a7df020c0a403423" providerId="LiveId" clId="{9D5DFEDE-E4F3-4E9C-B061-EC74417695BC}" dt="2020-07-31T03:26:38.554" v="559"/>
          <ac:spMkLst>
            <pc:docMk/>
            <pc:sldMk cId="4269088506" sldId="309"/>
            <ac:spMk id="45" creationId="{083BABF4-4ECA-4DDB-8646-9A603E08DEA8}"/>
          </ac:spMkLst>
        </pc:spChg>
        <pc:spChg chg="add">
          <ac:chgData name="Ravi Sundaram" userId="a7df020c0a403423" providerId="LiveId" clId="{9D5DFEDE-E4F3-4E9C-B061-EC74417695BC}" dt="2020-07-31T03:26:38.554" v="559"/>
          <ac:spMkLst>
            <pc:docMk/>
            <pc:sldMk cId="4269088506" sldId="309"/>
            <ac:spMk id="46" creationId="{B94FB1CA-82D4-4F0D-9764-79F46CCF3D6E}"/>
          </ac:spMkLst>
        </pc:spChg>
        <pc:spChg chg="add">
          <ac:chgData name="Ravi Sundaram" userId="a7df020c0a403423" providerId="LiveId" clId="{9D5DFEDE-E4F3-4E9C-B061-EC74417695BC}" dt="2020-07-31T03:26:38.554" v="559"/>
          <ac:spMkLst>
            <pc:docMk/>
            <pc:sldMk cId="4269088506" sldId="309"/>
            <ac:spMk id="47" creationId="{301E3356-57B8-449D-80E2-08B673DD3D12}"/>
          </ac:spMkLst>
        </pc:spChg>
        <pc:spChg chg="add">
          <ac:chgData name="Ravi Sundaram" userId="a7df020c0a403423" providerId="LiveId" clId="{9D5DFEDE-E4F3-4E9C-B061-EC74417695BC}" dt="2020-07-31T03:26:38.554" v="559"/>
          <ac:spMkLst>
            <pc:docMk/>
            <pc:sldMk cId="4269088506" sldId="309"/>
            <ac:spMk id="48" creationId="{8B264F58-6997-4418-AEB7-26F1E41BFF6B}"/>
          </ac:spMkLst>
        </pc:spChg>
        <pc:spChg chg="add">
          <ac:chgData name="Ravi Sundaram" userId="a7df020c0a403423" providerId="LiveId" clId="{9D5DFEDE-E4F3-4E9C-B061-EC74417695BC}" dt="2020-07-31T03:26:38.554" v="559"/>
          <ac:spMkLst>
            <pc:docMk/>
            <pc:sldMk cId="4269088506" sldId="309"/>
            <ac:spMk id="49" creationId="{25B574F3-2B98-4712-AD25-DBF6D1F57363}"/>
          </ac:spMkLst>
        </pc:spChg>
        <pc:spChg chg="add">
          <ac:chgData name="Ravi Sundaram" userId="a7df020c0a403423" providerId="LiveId" clId="{9D5DFEDE-E4F3-4E9C-B061-EC74417695BC}" dt="2020-07-31T03:26:38.554" v="559"/>
          <ac:spMkLst>
            <pc:docMk/>
            <pc:sldMk cId="4269088506" sldId="309"/>
            <ac:spMk id="50" creationId="{603B079A-23D2-4DCA-94BA-02DA94D56A83}"/>
          </ac:spMkLst>
        </pc:spChg>
        <pc:grpChg chg="add mod">
          <ac:chgData name="Ravi Sundaram" userId="a7df020c0a403423" providerId="LiveId" clId="{9D5DFEDE-E4F3-4E9C-B061-EC74417695BC}" dt="2020-07-31T03:27:32.426" v="563" actId="1076"/>
          <ac:grpSpMkLst>
            <pc:docMk/>
            <pc:sldMk cId="4269088506" sldId="309"/>
            <ac:grpSpMk id="4" creationId="{FC0681ED-20C9-405D-BA67-E798FD0E6A01}"/>
          </ac:grpSpMkLst>
        </pc:grpChg>
      </pc:sldChg>
      <pc:sldChg chg="addSp modSp modAnim">
        <pc:chgData name="Ravi Sundaram" userId="a7df020c0a403423" providerId="LiveId" clId="{9D5DFEDE-E4F3-4E9C-B061-EC74417695BC}" dt="2020-07-31T03:35:19.313" v="602"/>
        <pc:sldMkLst>
          <pc:docMk/>
          <pc:sldMk cId="2555859227" sldId="310"/>
        </pc:sldMkLst>
        <pc:spChg chg="mod">
          <ac:chgData name="Ravi Sundaram" userId="a7df020c0a403423" providerId="LiveId" clId="{9D5DFEDE-E4F3-4E9C-B061-EC74417695BC}" dt="2020-07-31T03:28:33.426" v="592" actId="20577"/>
          <ac:spMkLst>
            <pc:docMk/>
            <pc:sldMk cId="2555859227" sldId="310"/>
            <ac:spMk id="2" creationId="{5FA1FA58-59B8-4EFD-BF2B-069C457129B2}"/>
          </ac:spMkLst>
        </pc:spChg>
        <pc:spChg chg="mod">
          <ac:chgData name="Ravi Sundaram" userId="a7df020c0a403423" providerId="LiveId" clId="{9D5DFEDE-E4F3-4E9C-B061-EC74417695BC}" dt="2020-07-31T03:29:09.094" v="593"/>
          <ac:spMkLst>
            <pc:docMk/>
            <pc:sldMk cId="2555859227" sldId="310"/>
            <ac:spMk id="3" creationId="{03364FEF-F44A-4071-922A-E51980E95FCC}"/>
          </ac:spMkLst>
        </pc:spChg>
        <pc:spChg chg="add mod">
          <ac:chgData name="Ravi Sundaram" userId="a7df020c0a403423" providerId="LiveId" clId="{9D5DFEDE-E4F3-4E9C-B061-EC74417695BC}" dt="2020-07-31T03:34:52.129" v="599" actId="1076"/>
          <ac:spMkLst>
            <pc:docMk/>
            <pc:sldMk cId="2555859227" sldId="310"/>
            <ac:spMk id="4" creationId="{C7B4792D-B9E9-423D-97E8-A050350B3B0B}"/>
          </ac:spMkLst>
        </pc:spChg>
        <pc:spChg chg="add mod">
          <ac:chgData name="Ravi Sundaram" userId="a7df020c0a403423" providerId="LiveId" clId="{9D5DFEDE-E4F3-4E9C-B061-EC74417695BC}" dt="2020-07-31T03:34:52.129" v="599" actId="1076"/>
          <ac:spMkLst>
            <pc:docMk/>
            <pc:sldMk cId="2555859227" sldId="310"/>
            <ac:spMk id="5" creationId="{31F5AE3C-FA9B-4D6E-A402-EEF0056B1868}"/>
          </ac:spMkLst>
        </pc:spChg>
        <pc:spChg chg="add mod">
          <ac:chgData name="Ravi Sundaram" userId="a7df020c0a403423" providerId="LiveId" clId="{9D5DFEDE-E4F3-4E9C-B061-EC74417695BC}" dt="2020-07-31T03:34:52.129" v="599" actId="1076"/>
          <ac:spMkLst>
            <pc:docMk/>
            <pc:sldMk cId="2555859227" sldId="310"/>
            <ac:spMk id="6" creationId="{FBFE71A1-5001-4B0E-BA23-8AB6E5A35011}"/>
          </ac:spMkLst>
        </pc:spChg>
        <pc:spChg chg="add mod">
          <ac:chgData name="Ravi Sundaram" userId="a7df020c0a403423" providerId="LiveId" clId="{9D5DFEDE-E4F3-4E9C-B061-EC74417695BC}" dt="2020-07-31T03:34:52.129" v="599" actId="1076"/>
          <ac:spMkLst>
            <pc:docMk/>
            <pc:sldMk cId="2555859227" sldId="310"/>
            <ac:spMk id="7" creationId="{B4B1BF22-3773-4704-9DF2-DFA2F1DCB7B0}"/>
          </ac:spMkLst>
        </pc:spChg>
        <pc:spChg chg="add mod">
          <ac:chgData name="Ravi Sundaram" userId="a7df020c0a403423" providerId="LiveId" clId="{9D5DFEDE-E4F3-4E9C-B061-EC74417695BC}" dt="2020-07-31T03:34:52.129" v="599" actId="1076"/>
          <ac:spMkLst>
            <pc:docMk/>
            <pc:sldMk cId="2555859227" sldId="310"/>
            <ac:spMk id="8" creationId="{424BA9C9-72EE-431A-8D21-C84D3326456A}"/>
          </ac:spMkLst>
        </pc:spChg>
        <pc:spChg chg="add mod">
          <ac:chgData name="Ravi Sundaram" userId="a7df020c0a403423" providerId="LiveId" clId="{9D5DFEDE-E4F3-4E9C-B061-EC74417695BC}" dt="2020-07-31T03:34:52.129" v="599" actId="1076"/>
          <ac:spMkLst>
            <pc:docMk/>
            <pc:sldMk cId="2555859227" sldId="310"/>
            <ac:spMk id="9" creationId="{2708C2E0-981D-47BC-BE10-44B0B5226DC7}"/>
          </ac:spMkLst>
        </pc:spChg>
        <pc:spChg chg="add mod">
          <ac:chgData name="Ravi Sundaram" userId="a7df020c0a403423" providerId="LiveId" clId="{9D5DFEDE-E4F3-4E9C-B061-EC74417695BC}" dt="2020-07-31T03:34:52.129" v="599" actId="1076"/>
          <ac:spMkLst>
            <pc:docMk/>
            <pc:sldMk cId="2555859227" sldId="310"/>
            <ac:spMk id="10" creationId="{52610722-D799-45A3-83FC-EB8FA558F1E6}"/>
          </ac:spMkLst>
        </pc:spChg>
        <pc:spChg chg="add mod">
          <ac:chgData name="Ravi Sundaram" userId="a7df020c0a403423" providerId="LiveId" clId="{9D5DFEDE-E4F3-4E9C-B061-EC74417695BC}" dt="2020-07-31T03:34:52.129" v="599" actId="1076"/>
          <ac:spMkLst>
            <pc:docMk/>
            <pc:sldMk cId="2555859227" sldId="310"/>
            <ac:spMk id="11" creationId="{3706C12A-B815-4A64-A329-F80EA4C5BE99}"/>
          </ac:spMkLst>
        </pc:spChg>
        <pc:spChg chg="add mod">
          <ac:chgData name="Ravi Sundaram" userId="a7df020c0a403423" providerId="LiveId" clId="{9D5DFEDE-E4F3-4E9C-B061-EC74417695BC}" dt="2020-07-31T03:34:52.129" v="599" actId="1076"/>
          <ac:spMkLst>
            <pc:docMk/>
            <pc:sldMk cId="2555859227" sldId="310"/>
            <ac:spMk id="12" creationId="{FD204E54-3B06-422B-870E-568AECDB492B}"/>
          </ac:spMkLst>
        </pc:spChg>
        <pc:spChg chg="add mod">
          <ac:chgData name="Ravi Sundaram" userId="a7df020c0a403423" providerId="LiveId" clId="{9D5DFEDE-E4F3-4E9C-B061-EC74417695BC}" dt="2020-07-31T03:34:52.129" v="599" actId="1076"/>
          <ac:spMkLst>
            <pc:docMk/>
            <pc:sldMk cId="2555859227" sldId="310"/>
            <ac:spMk id="13" creationId="{FB0EF925-3121-4CA0-9117-B23FAB6318F4}"/>
          </ac:spMkLst>
        </pc:spChg>
        <pc:spChg chg="add mod">
          <ac:chgData name="Ravi Sundaram" userId="a7df020c0a403423" providerId="LiveId" clId="{9D5DFEDE-E4F3-4E9C-B061-EC74417695BC}" dt="2020-07-31T03:34:52.129" v="599" actId="1076"/>
          <ac:spMkLst>
            <pc:docMk/>
            <pc:sldMk cId="2555859227" sldId="310"/>
            <ac:spMk id="14" creationId="{25AF8336-6E99-4B81-A6DB-14E5C9DED87E}"/>
          </ac:spMkLst>
        </pc:spChg>
        <pc:spChg chg="add mod">
          <ac:chgData name="Ravi Sundaram" userId="a7df020c0a403423" providerId="LiveId" clId="{9D5DFEDE-E4F3-4E9C-B061-EC74417695BC}" dt="2020-07-31T03:34:52.129" v="599" actId="1076"/>
          <ac:spMkLst>
            <pc:docMk/>
            <pc:sldMk cId="2555859227" sldId="310"/>
            <ac:spMk id="15" creationId="{E66B8C55-1D0B-4DCF-B016-5C1FF47D63D1}"/>
          </ac:spMkLst>
        </pc:spChg>
        <pc:spChg chg="add mod">
          <ac:chgData name="Ravi Sundaram" userId="a7df020c0a403423" providerId="LiveId" clId="{9D5DFEDE-E4F3-4E9C-B061-EC74417695BC}" dt="2020-07-31T03:34:52.129" v="599" actId="1076"/>
          <ac:spMkLst>
            <pc:docMk/>
            <pc:sldMk cId="2555859227" sldId="310"/>
            <ac:spMk id="16" creationId="{1316C332-5A4E-435E-A187-5E4C26F9222E}"/>
          </ac:spMkLst>
        </pc:spChg>
        <pc:spChg chg="add mod">
          <ac:chgData name="Ravi Sundaram" userId="a7df020c0a403423" providerId="LiveId" clId="{9D5DFEDE-E4F3-4E9C-B061-EC74417695BC}" dt="2020-07-31T03:34:52.129" v="599" actId="1076"/>
          <ac:spMkLst>
            <pc:docMk/>
            <pc:sldMk cId="2555859227" sldId="310"/>
            <ac:spMk id="17" creationId="{B88E7444-8670-4F64-B249-F104A59CD28C}"/>
          </ac:spMkLst>
        </pc:spChg>
        <pc:spChg chg="add mod">
          <ac:chgData name="Ravi Sundaram" userId="a7df020c0a403423" providerId="LiveId" clId="{9D5DFEDE-E4F3-4E9C-B061-EC74417695BC}" dt="2020-07-31T03:34:52.129" v="599" actId="1076"/>
          <ac:spMkLst>
            <pc:docMk/>
            <pc:sldMk cId="2555859227" sldId="310"/>
            <ac:spMk id="18" creationId="{1136C542-A8D4-4AEA-9898-93775532AAE5}"/>
          </ac:spMkLst>
        </pc:spChg>
        <pc:spChg chg="add mod">
          <ac:chgData name="Ravi Sundaram" userId="a7df020c0a403423" providerId="LiveId" clId="{9D5DFEDE-E4F3-4E9C-B061-EC74417695BC}" dt="2020-07-31T03:34:52.129" v="599" actId="1076"/>
          <ac:spMkLst>
            <pc:docMk/>
            <pc:sldMk cId="2555859227" sldId="310"/>
            <ac:spMk id="19" creationId="{B4B957EE-C64B-43FA-9F82-F49FA6C65604}"/>
          </ac:spMkLst>
        </pc:spChg>
        <pc:spChg chg="add mod">
          <ac:chgData name="Ravi Sundaram" userId="a7df020c0a403423" providerId="LiveId" clId="{9D5DFEDE-E4F3-4E9C-B061-EC74417695BC}" dt="2020-07-31T03:34:52.129" v="599" actId="1076"/>
          <ac:spMkLst>
            <pc:docMk/>
            <pc:sldMk cId="2555859227" sldId="310"/>
            <ac:spMk id="20" creationId="{3E2C258B-6EB7-4E8D-A82E-DDEB28AB7294}"/>
          </ac:spMkLst>
        </pc:spChg>
        <pc:spChg chg="add mod">
          <ac:chgData name="Ravi Sundaram" userId="a7df020c0a403423" providerId="LiveId" clId="{9D5DFEDE-E4F3-4E9C-B061-EC74417695BC}" dt="2020-07-31T03:34:52.129" v="599" actId="1076"/>
          <ac:spMkLst>
            <pc:docMk/>
            <pc:sldMk cId="2555859227" sldId="310"/>
            <ac:spMk id="21" creationId="{D50E02EB-7DDF-4B81-8640-C9B8B16E8586}"/>
          </ac:spMkLst>
        </pc:spChg>
        <pc:spChg chg="add mod">
          <ac:chgData name="Ravi Sundaram" userId="a7df020c0a403423" providerId="LiveId" clId="{9D5DFEDE-E4F3-4E9C-B061-EC74417695BC}" dt="2020-07-31T03:34:52.129" v="599" actId="1076"/>
          <ac:spMkLst>
            <pc:docMk/>
            <pc:sldMk cId="2555859227" sldId="310"/>
            <ac:spMk id="22" creationId="{A8826D9C-E6B2-424F-A801-10E2FF71BC2E}"/>
          </ac:spMkLst>
        </pc:spChg>
        <pc:spChg chg="add mod">
          <ac:chgData name="Ravi Sundaram" userId="a7df020c0a403423" providerId="LiveId" clId="{9D5DFEDE-E4F3-4E9C-B061-EC74417695BC}" dt="2020-07-31T03:34:52.129" v="599" actId="1076"/>
          <ac:spMkLst>
            <pc:docMk/>
            <pc:sldMk cId="2555859227" sldId="310"/>
            <ac:spMk id="23" creationId="{B71E1805-4388-4213-B4E3-C49F4D329D07}"/>
          </ac:spMkLst>
        </pc:spChg>
      </pc:sldChg>
      <pc:sldChg chg="addSp modSp add modAnim">
        <pc:chgData name="Ravi Sundaram" userId="a7df020c0a403423" providerId="LiveId" clId="{9D5DFEDE-E4F3-4E9C-B061-EC74417695BC}" dt="2020-07-31T03:36:22.663" v="604" actId="1076"/>
        <pc:sldMkLst>
          <pc:docMk/>
          <pc:sldMk cId="3680382426" sldId="311"/>
        </pc:sldMkLst>
        <pc:spChg chg="mod">
          <ac:chgData name="Ravi Sundaram" userId="a7df020c0a403423" providerId="LiveId" clId="{9D5DFEDE-E4F3-4E9C-B061-EC74417695BC}" dt="2020-07-31T03:33:42.346" v="597" actId="20577"/>
          <ac:spMkLst>
            <pc:docMk/>
            <pc:sldMk cId="3680382426" sldId="311"/>
            <ac:spMk id="3" creationId="{03364FEF-F44A-4071-922A-E51980E95FCC}"/>
          </ac:spMkLst>
        </pc:spChg>
        <pc:spChg chg="add mod">
          <ac:chgData name="Ravi Sundaram" userId="a7df020c0a403423" providerId="LiveId" clId="{9D5DFEDE-E4F3-4E9C-B061-EC74417695BC}" dt="2020-07-31T03:36:22.663" v="604" actId="1076"/>
          <ac:spMkLst>
            <pc:docMk/>
            <pc:sldMk cId="3680382426" sldId="311"/>
            <ac:spMk id="4" creationId="{9B70554A-62F8-4E86-906F-039A3BDB130E}"/>
          </ac:spMkLst>
        </pc:spChg>
        <pc:spChg chg="add mod">
          <ac:chgData name="Ravi Sundaram" userId="a7df020c0a403423" providerId="LiveId" clId="{9D5DFEDE-E4F3-4E9C-B061-EC74417695BC}" dt="2020-07-31T03:36:22.663" v="604" actId="1076"/>
          <ac:spMkLst>
            <pc:docMk/>
            <pc:sldMk cId="3680382426" sldId="311"/>
            <ac:spMk id="5" creationId="{E3684A64-59BD-4154-9DBD-FA490BDA6303}"/>
          </ac:spMkLst>
        </pc:spChg>
        <pc:spChg chg="add mod">
          <ac:chgData name="Ravi Sundaram" userId="a7df020c0a403423" providerId="LiveId" clId="{9D5DFEDE-E4F3-4E9C-B061-EC74417695BC}" dt="2020-07-31T03:36:22.663" v="604" actId="1076"/>
          <ac:spMkLst>
            <pc:docMk/>
            <pc:sldMk cId="3680382426" sldId="311"/>
            <ac:spMk id="6" creationId="{74BD6CD3-EBD6-4CCA-8356-40C48B8CE921}"/>
          </ac:spMkLst>
        </pc:spChg>
        <pc:spChg chg="add mod">
          <ac:chgData name="Ravi Sundaram" userId="a7df020c0a403423" providerId="LiveId" clId="{9D5DFEDE-E4F3-4E9C-B061-EC74417695BC}" dt="2020-07-31T03:36:22.663" v="604" actId="1076"/>
          <ac:spMkLst>
            <pc:docMk/>
            <pc:sldMk cId="3680382426" sldId="311"/>
            <ac:spMk id="7" creationId="{A44C667F-ABBF-494A-95A3-0C367BA645BE}"/>
          </ac:spMkLst>
        </pc:spChg>
        <pc:spChg chg="add mod">
          <ac:chgData name="Ravi Sundaram" userId="a7df020c0a403423" providerId="LiveId" clId="{9D5DFEDE-E4F3-4E9C-B061-EC74417695BC}" dt="2020-07-31T03:36:22.663" v="604" actId="1076"/>
          <ac:spMkLst>
            <pc:docMk/>
            <pc:sldMk cId="3680382426" sldId="311"/>
            <ac:spMk id="8" creationId="{8AB9A7EE-A09A-4345-B357-D6CB069D15CD}"/>
          </ac:spMkLst>
        </pc:spChg>
        <pc:spChg chg="add mod">
          <ac:chgData name="Ravi Sundaram" userId="a7df020c0a403423" providerId="LiveId" clId="{9D5DFEDE-E4F3-4E9C-B061-EC74417695BC}" dt="2020-07-31T03:36:22.663" v="604" actId="1076"/>
          <ac:spMkLst>
            <pc:docMk/>
            <pc:sldMk cId="3680382426" sldId="311"/>
            <ac:spMk id="21" creationId="{CF27A7E1-05B2-47F0-A795-44E7AB513F3C}"/>
          </ac:spMkLst>
        </pc:spChg>
        <pc:spChg chg="add mod">
          <ac:chgData name="Ravi Sundaram" userId="a7df020c0a403423" providerId="LiveId" clId="{9D5DFEDE-E4F3-4E9C-B061-EC74417695BC}" dt="2020-07-31T03:36:22.663" v="604" actId="1076"/>
          <ac:spMkLst>
            <pc:docMk/>
            <pc:sldMk cId="3680382426" sldId="311"/>
            <ac:spMk id="22" creationId="{3FA308B6-A7FB-4130-A575-44B06FA395E7}"/>
          </ac:spMkLst>
        </pc:spChg>
        <pc:spChg chg="add mod">
          <ac:chgData name="Ravi Sundaram" userId="a7df020c0a403423" providerId="LiveId" clId="{9D5DFEDE-E4F3-4E9C-B061-EC74417695BC}" dt="2020-07-31T03:36:22.663" v="604" actId="1076"/>
          <ac:spMkLst>
            <pc:docMk/>
            <pc:sldMk cId="3680382426" sldId="311"/>
            <ac:spMk id="23" creationId="{92C056FC-54B0-465D-98D3-E20D040FCC62}"/>
          </ac:spMkLst>
        </pc:spChg>
        <pc:spChg chg="add mod">
          <ac:chgData name="Ravi Sundaram" userId="a7df020c0a403423" providerId="LiveId" clId="{9D5DFEDE-E4F3-4E9C-B061-EC74417695BC}" dt="2020-07-31T03:36:22.663" v="604" actId="1076"/>
          <ac:spMkLst>
            <pc:docMk/>
            <pc:sldMk cId="3680382426" sldId="311"/>
            <ac:spMk id="24" creationId="{9F7FDDB7-76D2-4408-8EFD-5E6018CF1AA4}"/>
          </ac:spMkLst>
        </pc:spChg>
        <pc:spChg chg="add mod">
          <ac:chgData name="Ravi Sundaram" userId="a7df020c0a403423" providerId="LiveId" clId="{9D5DFEDE-E4F3-4E9C-B061-EC74417695BC}" dt="2020-07-31T03:36:22.663" v="604" actId="1076"/>
          <ac:spMkLst>
            <pc:docMk/>
            <pc:sldMk cId="3680382426" sldId="311"/>
            <ac:spMk id="25" creationId="{872E8144-5C8B-4DF4-ACB6-E118A63A8812}"/>
          </ac:spMkLst>
        </pc:spChg>
        <pc:spChg chg="add mod">
          <ac:chgData name="Ravi Sundaram" userId="a7df020c0a403423" providerId="LiveId" clId="{9D5DFEDE-E4F3-4E9C-B061-EC74417695BC}" dt="2020-07-31T03:36:22.663" v="604" actId="1076"/>
          <ac:spMkLst>
            <pc:docMk/>
            <pc:sldMk cId="3680382426" sldId="311"/>
            <ac:spMk id="26" creationId="{FA2ECDD6-0DFF-4BA6-8EA4-F223A85D47E8}"/>
          </ac:spMkLst>
        </pc:spChg>
        <pc:spChg chg="add mod">
          <ac:chgData name="Ravi Sundaram" userId="a7df020c0a403423" providerId="LiveId" clId="{9D5DFEDE-E4F3-4E9C-B061-EC74417695BC}" dt="2020-07-31T03:36:22.663" v="604" actId="1076"/>
          <ac:spMkLst>
            <pc:docMk/>
            <pc:sldMk cId="3680382426" sldId="311"/>
            <ac:spMk id="27" creationId="{8AA3BEAE-1D1E-4A87-A16A-6746820BC8DF}"/>
          </ac:spMkLst>
        </pc:spChg>
        <pc:spChg chg="add mod">
          <ac:chgData name="Ravi Sundaram" userId="a7df020c0a403423" providerId="LiveId" clId="{9D5DFEDE-E4F3-4E9C-B061-EC74417695BC}" dt="2020-07-31T03:36:22.663" v="604" actId="1076"/>
          <ac:spMkLst>
            <pc:docMk/>
            <pc:sldMk cId="3680382426" sldId="311"/>
            <ac:spMk id="28" creationId="{45BD9E4D-8C2D-45FE-AD69-FBA9332704A4}"/>
          </ac:spMkLst>
        </pc:spChg>
        <pc:spChg chg="add mod">
          <ac:chgData name="Ravi Sundaram" userId="a7df020c0a403423" providerId="LiveId" clId="{9D5DFEDE-E4F3-4E9C-B061-EC74417695BC}" dt="2020-07-31T03:36:22.663" v="604" actId="1076"/>
          <ac:spMkLst>
            <pc:docMk/>
            <pc:sldMk cId="3680382426" sldId="311"/>
            <ac:spMk id="29" creationId="{3F33489A-87E3-4D71-9E68-471C744508A6}"/>
          </ac:spMkLst>
        </pc:spChg>
        <pc:spChg chg="add mod">
          <ac:chgData name="Ravi Sundaram" userId="a7df020c0a403423" providerId="LiveId" clId="{9D5DFEDE-E4F3-4E9C-B061-EC74417695BC}" dt="2020-07-31T03:36:22.663" v="604" actId="1076"/>
          <ac:spMkLst>
            <pc:docMk/>
            <pc:sldMk cId="3680382426" sldId="311"/>
            <ac:spMk id="30" creationId="{14DE9DD8-BBFA-4C5A-9FE6-FAAB1EA52C50}"/>
          </ac:spMkLst>
        </pc:spChg>
        <pc:spChg chg="add mod">
          <ac:chgData name="Ravi Sundaram" userId="a7df020c0a403423" providerId="LiveId" clId="{9D5DFEDE-E4F3-4E9C-B061-EC74417695BC}" dt="2020-07-31T03:36:22.663" v="604" actId="1076"/>
          <ac:spMkLst>
            <pc:docMk/>
            <pc:sldMk cId="3680382426" sldId="311"/>
            <ac:spMk id="31" creationId="{6138C3C2-2977-45EF-BB49-DC6FBD380511}"/>
          </ac:spMkLst>
        </pc:spChg>
        <pc:grpChg chg="add mod">
          <ac:chgData name="Ravi Sundaram" userId="a7df020c0a403423" providerId="LiveId" clId="{9D5DFEDE-E4F3-4E9C-B061-EC74417695BC}" dt="2020-07-31T03:36:22.663" v="604" actId="1076"/>
          <ac:grpSpMkLst>
            <pc:docMk/>
            <pc:sldMk cId="3680382426" sldId="311"/>
            <ac:grpSpMk id="9" creationId="{F7DCA68D-3816-418F-B2FB-210A137EC536}"/>
          </ac:grpSpMkLst>
        </pc:grpChg>
        <pc:grpChg chg="add mod">
          <ac:chgData name="Ravi Sundaram" userId="a7df020c0a403423" providerId="LiveId" clId="{9D5DFEDE-E4F3-4E9C-B061-EC74417695BC}" dt="2020-07-31T03:36:22.663" v="604" actId="1076"/>
          <ac:grpSpMkLst>
            <pc:docMk/>
            <pc:sldMk cId="3680382426" sldId="311"/>
            <ac:grpSpMk id="15" creationId="{6FCBF193-CC86-4E3D-B58E-E598CA7EEA1D}"/>
          </ac:grpSpMkLst>
        </pc:grpChg>
      </pc:sldChg>
      <pc:sldChg chg="addSp delSp modSp add modAnim">
        <pc:chgData name="Ravi Sundaram" userId="a7df020c0a403423" providerId="LiveId" clId="{9D5DFEDE-E4F3-4E9C-B061-EC74417695BC}" dt="2020-07-31T03:38:52.513" v="614"/>
        <pc:sldMkLst>
          <pc:docMk/>
          <pc:sldMk cId="166475364" sldId="312"/>
        </pc:sldMkLst>
        <pc:spChg chg="del">
          <ac:chgData name="Ravi Sundaram" userId="a7df020c0a403423" providerId="LiveId" clId="{9D5DFEDE-E4F3-4E9C-B061-EC74417695BC}" dt="2020-07-31T03:38:17.454" v="606" actId="478"/>
          <ac:spMkLst>
            <pc:docMk/>
            <pc:sldMk cId="166475364" sldId="312"/>
            <ac:spMk id="4" creationId="{9B70554A-62F8-4E86-906F-039A3BDB130E}"/>
          </ac:spMkLst>
        </pc:spChg>
        <pc:spChg chg="del">
          <ac:chgData name="Ravi Sundaram" userId="a7df020c0a403423" providerId="LiveId" clId="{9D5DFEDE-E4F3-4E9C-B061-EC74417695BC}" dt="2020-07-31T03:38:17.454" v="606" actId="478"/>
          <ac:spMkLst>
            <pc:docMk/>
            <pc:sldMk cId="166475364" sldId="312"/>
            <ac:spMk id="5" creationId="{E3684A64-59BD-4154-9DBD-FA490BDA6303}"/>
          </ac:spMkLst>
        </pc:spChg>
        <pc:spChg chg="del">
          <ac:chgData name="Ravi Sundaram" userId="a7df020c0a403423" providerId="LiveId" clId="{9D5DFEDE-E4F3-4E9C-B061-EC74417695BC}" dt="2020-07-31T03:38:17.454" v="606" actId="478"/>
          <ac:spMkLst>
            <pc:docMk/>
            <pc:sldMk cId="166475364" sldId="312"/>
            <ac:spMk id="6" creationId="{74BD6CD3-EBD6-4CCA-8356-40C48B8CE921}"/>
          </ac:spMkLst>
        </pc:spChg>
        <pc:spChg chg="del">
          <ac:chgData name="Ravi Sundaram" userId="a7df020c0a403423" providerId="LiveId" clId="{9D5DFEDE-E4F3-4E9C-B061-EC74417695BC}" dt="2020-07-31T03:38:17.454" v="606" actId="478"/>
          <ac:spMkLst>
            <pc:docMk/>
            <pc:sldMk cId="166475364" sldId="312"/>
            <ac:spMk id="7" creationId="{A44C667F-ABBF-494A-95A3-0C367BA645BE}"/>
          </ac:spMkLst>
        </pc:spChg>
        <pc:spChg chg="del">
          <ac:chgData name="Ravi Sundaram" userId="a7df020c0a403423" providerId="LiveId" clId="{9D5DFEDE-E4F3-4E9C-B061-EC74417695BC}" dt="2020-07-31T03:38:17.454" v="606" actId="478"/>
          <ac:spMkLst>
            <pc:docMk/>
            <pc:sldMk cId="166475364" sldId="312"/>
            <ac:spMk id="8" creationId="{8AB9A7EE-A09A-4345-B357-D6CB069D15CD}"/>
          </ac:spMkLst>
        </pc:spChg>
        <pc:spChg chg="del">
          <ac:chgData name="Ravi Sundaram" userId="a7df020c0a403423" providerId="LiveId" clId="{9D5DFEDE-E4F3-4E9C-B061-EC74417695BC}" dt="2020-07-31T03:38:17.454" v="606" actId="478"/>
          <ac:spMkLst>
            <pc:docMk/>
            <pc:sldMk cId="166475364" sldId="312"/>
            <ac:spMk id="21" creationId="{CF27A7E1-05B2-47F0-A795-44E7AB513F3C}"/>
          </ac:spMkLst>
        </pc:spChg>
        <pc:spChg chg="del">
          <ac:chgData name="Ravi Sundaram" userId="a7df020c0a403423" providerId="LiveId" clId="{9D5DFEDE-E4F3-4E9C-B061-EC74417695BC}" dt="2020-07-31T03:38:17.454" v="606" actId="478"/>
          <ac:spMkLst>
            <pc:docMk/>
            <pc:sldMk cId="166475364" sldId="312"/>
            <ac:spMk id="22" creationId="{3FA308B6-A7FB-4130-A575-44B06FA395E7}"/>
          </ac:spMkLst>
        </pc:spChg>
        <pc:spChg chg="del">
          <ac:chgData name="Ravi Sundaram" userId="a7df020c0a403423" providerId="LiveId" clId="{9D5DFEDE-E4F3-4E9C-B061-EC74417695BC}" dt="2020-07-31T03:38:17.454" v="606" actId="478"/>
          <ac:spMkLst>
            <pc:docMk/>
            <pc:sldMk cId="166475364" sldId="312"/>
            <ac:spMk id="23" creationId="{92C056FC-54B0-465D-98D3-E20D040FCC62}"/>
          </ac:spMkLst>
        </pc:spChg>
        <pc:spChg chg="del">
          <ac:chgData name="Ravi Sundaram" userId="a7df020c0a403423" providerId="LiveId" clId="{9D5DFEDE-E4F3-4E9C-B061-EC74417695BC}" dt="2020-07-31T03:38:17.454" v="606" actId="478"/>
          <ac:spMkLst>
            <pc:docMk/>
            <pc:sldMk cId="166475364" sldId="312"/>
            <ac:spMk id="24" creationId="{9F7FDDB7-76D2-4408-8EFD-5E6018CF1AA4}"/>
          </ac:spMkLst>
        </pc:spChg>
        <pc:spChg chg="del">
          <ac:chgData name="Ravi Sundaram" userId="a7df020c0a403423" providerId="LiveId" clId="{9D5DFEDE-E4F3-4E9C-B061-EC74417695BC}" dt="2020-07-31T03:38:17.454" v="606" actId="478"/>
          <ac:spMkLst>
            <pc:docMk/>
            <pc:sldMk cId="166475364" sldId="312"/>
            <ac:spMk id="25" creationId="{872E8144-5C8B-4DF4-ACB6-E118A63A8812}"/>
          </ac:spMkLst>
        </pc:spChg>
        <pc:spChg chg="del">
          <ac:chgData name="Ravi Sundaram" userId="a7df020c0a403423" providerId="LiveId" clId="{9D5DFEDE-E4F3-4E9C-B061-EC74417695BC}" dt="2020-07-31T03:38:17.454" v="606" actId="478"/>
          <ac:spMkLst>
            <pc:docMk/>
            <pc:sldMk cId="166475364" sldId="312"/>
            <ac:spMk id="26" creationId="{FA2ECDD6-0DFF-4BA6-8EA4-F223A85D47E8}"/>
          </ac:spMkLst>
        </pc:spChg>
        <pc:spChg chg="del">
          <ac:chgData name="Ravi Sundaram" userId="a7df020c0a403423" providerId="LiveId" clId="{9D5DFEDE-E4F3-4E9C-B061-EC74417695BC}" dt="2020-07-31T03:38:17.454" v="606" actId="478"/>
          <ac:spMkLst>
            <pc:docMk/>
            <pc:sldMk cId="166475364" sldId="312"/>
            <ac:spMk id="27" creationId="{8AA3BEAE-1D1E-4A87-A16A-6746820BC8DF}"/>
          </ac:spMkLst>
        </pc:spChg>
        <pc:spChg chg="del">
          <ac:chgData name="Ravi Sundaram" userId="a7df020c0a403423" providerId="LiveId" clId="{9D5DFEDE-E4F3-4E9C-B061-EC74417695BC}" dt="2020-07-31T03:38:17.454" v="606" actId="478"/>
          <ac:spMkLst>
            <pc:docMk/>
            <pc:sldMk cId="166475364" sldId="312"/>
            <ac:spMk id="28" creationId="{45BD9E4D-8C2D-45FE-AD69-FBA9332704A4}"/>
          </ac:spMkLst>
        </pc:spChg>
        <pc:spChg chg="del">
          <ac:chgData name="Ravi Sundaram" userId="a7df020c0a403423" providerId="LiveId" clId="{9D5DFEDE-E4F3-4E9C-B061-EC74417695BC}" dt="2020-07-31T03:38:17.454" v="606" actId="478"/>
          <ac:spMkLst>
            <pc:docMk/>
            <pc:sldMk cId="166475364" sldId="312"/>
            <ac:spMk id="29" creationId="{3F33489A-87E3-4D71-9E68-471C744508A6}"/>
          </ac:spMkLst>
        </pc:spChg>
        <pc:spChg chg="del">
          <ac:chgData name="Ravi Sundaram" userId="a7df020c0a403423" providerId="LiveId" clId="{9D5DFEDE-E4F3-4E9C-B061-EC74417695BC}" dt="2020-07-31T03:38:17.454" v="606" actId="478"/>
          <ac:spMkLst>
            <pc:docMk/>
            <pc:sldMk cId="166475364" sldId="312"/>
            <ac:spMk id="30" creationId="{14DE9DD8-BBFA-4C5A-9FE6-FAAB1EA52C50}"/>
          </ac:spMkLst>
        </pc:spChg>
        <pc:spChg chg="del">
          <ac:chgData name="Ravi Sundaram" userId="a7df020c0a403423" providerId="LiveId" clId="{9D5DFEDE-E4F3-4E9C-B061-EC74417695BC}" dt="2020-07-31T03:38:17.454" v="606" actId="478"/>
          <ac:spMkLst>
            <pc:docMk/>
            <pc:sldMk cId="166475364" sldId="312"/>
            <ac:spMk id="31" creationId="{6138C3C2-2977-45EF-BB49-DC6FBD380511}"/>
          </ac:spMkLst>
        </pc:spChg>
        <pc:spChg chg="add mod">
          <ac:chgData name="Ravi Sundaram" userId="a7df020c0a403423" providerId="LiveId" clId="{9D5DFEDE-E4F3-4E9C-B061-EC74417695BC}" dt="2020-07-31T03:38:26.472" v="608" actId="1076"/>
          <ac:spMkLst>
            <pc:docMk/>
            <pc:sldMk cId="166475364" sldId="312"/>
            <ac:spMk id="32" creationId="{0E533CEB-03DA-4F02-B538-00C024BF605D}"/>
          </ac:spMkLst>
        </pc:spChg>
        <pc:spChg chg="add mod">
          <ac:chgData name="Ravi Sundaram" userId="a7df020c0a403423" providerId="LiveId" clId="{9D5DFEDE-E4F3-4E9C-B061-EC74417695BC}" dt="2020-07-31T03:38:26.472" v="608" actId="1076"/>
          <ac:spMkLst>
            <pc:docMk/>
            <pc:sldMk cId="166475364" sldId="312"/>
            <ac:spMk id="51" creationId="{84789A8F-5A8D-47B0-B3EB-558EA65EC4B9}"/>
          </ac:spMkLst>
        </pc:spChg>
        <pc:spChg chg="add mod">
          <ac:chgData name="Ravi Sundaram" userId="a7df020c0a403423" providerId="LiveId" clId="{9D5DFEDE-E4F3-4E9C-B061-EC74417695BC}" dt="2020-07-31T03:38:26.472" v="608" actId="1076"/>
          <ac:spMkLst>
            <pc:docMk/>
            <pc:sldMk cId="166475364" sldId="312"/>
            <ac:spMk id="52" creationId="{95C81872-680E-4CEF-880D-EF1F48C0CCE1}"/>
          </ac:spMkLst>
        </pc:spChg>
        <pc:spChg chg="add mod">
          <ac:chgData name="Ravi Sundaram" userId="a7df020c0a403423" providerId="LiveId" clId="{9D5DFEDE-E4F3-4E9C-B061-EC74417695BC}" dt="2020-07-31T03:38:26.472" v="608" actId="1076"/>
          <ac:spMkLst>
            <pc:docMk/>
            <pc:sldMk cId="166475364" sldId="312"/>
            <ac:spMk id="53" creationId="{09FE73F4-A068-4316-AD82-5004DF5E6E79}"/>
          </ac:spMkLst>
        </pc:spChg>
        <pc:spChg chg="add mod">
          <ac:chgData name="Ravi Sundaram" userId="a7df020c0a403423" providerId="LiveId" clId="{9D5DFEDE-E4F3-4E9C-B061-EC74417695BC}" dt="2020-07-31T03:38:26.472" v="608" actId="1076"/>
          <ac:spMkLst>
            <pc:docMk/>
            <pc:sldMk cId="166475364" sldId="312"/>
            <ac:spMk id="54" creationId="{36D0A56B-938E-4889-AC2E-298B74E7E9CF}"/>
          </ac:spMkLst>
        </pc:spChg>
        <pc:spChg chg="add mod">
          <ac:chgData name="Ravi Sundaram" userId="a7df020c0a403423" providerId="LiveId" clId="{9D5DFEDE-E4F3-4E9C-B061-EC74417695BC}" dt="2020-07-31T03:38:26.472" v="608" actId="1076"/>
          <ac:spMkLst>
            <pc:docMk/>
            <pc:sldMk cId="166475364" sldId="312"/>
            <ac:spMk id="55" creationId="{41C59F9D-F5A5-4D9C-9763-4C4FC2C22FAF}"/>
          </ac:spMkLst>
        </pc:spChg>
        <pc:spChg chg="add mod">
          <ac:chgData name="Ravi Sundaram" userId="a7df020c0a403423" providerId="LiveId" clId="{9D5DFEDE-E4F3-4E9C-B061-EC74417695BC}" dt="2020-07-31T03:38:26.472" v="608" actId="1076"/>
          <ac:spMkLst>
            <pc:docMk/>
            <pc:sldMk cId="166475364" sldId="312"/>
            <ac:spMk id="56" creationId="{280FB6B2-F56D-4659-A3F8-E0BC24932E03}"/>
          </ac:spMkLst>
        </pc:spChg>
        <pc:spChg chg="add mod">
          <ac:chgData name="Ravi Sundaram" userId="a7df020c0a403423" providerId="LiveId" clId="{9D5DFEDE-E4F3-4E9C-B061-EC74417695BC}" dt="2020-07-31T03:38:26.472" v="608" actId="1076"/>
          <ac:spMkLst>
            <pc:docMk/>
            <pc:sldMk cId="166475364" sldId="312"/>
            <ac:spMk id="57" creationId="{EBF700EA-7861-47AF-9E2A-6156715C6097}"/>
          </ac:spMkLst>
        </pc:spChg>
        <pc:spChg chg="add mod">
          <ac:chgData name="Ravi Sundaram" userId="a7df020c0a403423" providerId="LiveId" clId="{9D5DFEDE-E4F3-4E9C-B061-EC74417695BC}" dt="2020-07-31T03:38:26.472" v="608" actId="1076"/>
          <ac:spMkLst>
            <pc:docMk/>
            <pc:sldMk cId="166475364" sldId="312"/>
            <ac:spMk id="58" creationId="{C88E307C-3625-4F36-98C0-668427C74D53}"/>
          </ac:spMkLst>
        </pc:spChg>
        <pc:spChg chg="add mod">
          <ac:chgData name="Ravi Sundaram" userId="a7df020c0a403423" providerId="LiveId" clId="{9D5DFEDE-E4F3-4E9C-B061-EC74417695BC}" dt="2020-07-31T03:38:26.472" v="608" actId="1076"/>
          <ac:spMkLst>
            <pc:docMk/>
            <pc:sldMk cId="166475364" sldId="312"/>
            <ac:spMk id="59" creationId="{E705E96E-9BFA-49EE-8647-F572496B6C98}"/>
          </ac:spMkLst>
        </pc:spChg>
        <pc:spChg chg="add mod">
          <ac:chgData name="Ravi Sundaram" userId="a7df020c0a403423" providerId="LiveId" clId="{9D5DFEDE-E4F3-4E9C-B061-EC74417695BC}" dt="2020-07-31T03:38:26.472" v="608" actId="1076"/>
          <ac:spMkLst>
            <pc:docMk/>
            <pc:sldMk cId="166475364" sldId="312"/>
            <ac:spMk id="60" creationId="{B65B69B9-FFFD-4704-A359-19D18AC1D41B}"/>
          </ac:spMkLst>
        </pc:spChg>
        <pc:spChg chg="add mod">
          <ac:chgData name="Ravi Sundaram" userId="a7df020c0a403423" providerId="LiveId" clId="{9D5DFEDE-E4F3-4E9C-B061-EC74417695BC}" dt="2020-07-31T03:38:26.472" v="608" actId="1076"/>
          <ac:spMkLst>
            <pc:docMk/>
            <pc:sldMk cId="166475364" sldId="312"/>
            <ac:spMk id="61" creationId="{FFAA1B6C-ACDD-493D-871A-4E07F1AE7F6C}"/>
          </ac:spMkLst>
        </pc:spChg>
        <pc:grpChg chg="del">
          <ac:chgData name="Ravi Sundaram" userId="a7df020c0a403423" providerId="LiveId" clId="{9D5DFEDE-E4F3-4E9C-B061-EC74417695BC}" dt="2020-07-31T03:38:17.454" v="606" actId="478"/>
          <ac:grpSpMkLst>
            <pc:docMk/>
            <pc:sldMk cId="166475364" sldId="312"/>
            <ac:grpSpMk id="9" creationId="{F7DCA68D-3816-418F-B2FB-210A137EC536}"/>
          </ac:grpSpMkLst>
        </pc:grpChg>
        <pc:grpChg chg="del">
          <ac:chgData name="Ravi Sundaram" userId="a7df020c0a403423" providerId="LiveId" clId="{9D5DFEDE-E4F3-4E9C-B061-EC74417695BC}" dt="2020-07-31T03:38:17.454" v="606" actId="478"/>
          <ac:grpSpMkLst>
            <pc:docMk/>
            <pc:sldMk cId="166475364" sldId="312"/>
            <ac:grpSpMk id="15" creationId="{6FCBF193-CC86-4E3D-B58E-E598CA7EEA1D}"/>
          </ac:grpSpMkLst>
        </pc:grpChg>
        <pc:grpChg chg="add mod">
          <ac:chgData name="Ravi Sundaram" userId="a7df020c0a403423" providerId="LiveId" clId="{9D5DFEDE-E4F3-4E9C-B061-EC74417695BC}" dt="2020-07-31T03:38:26.472" v="608" actId="1076"/>
          <ac:grpSpMkLst>
            <pc:docMk/>
            <pc:sldMk cId="166475364" sldId="312"/>
            <ac:grpSpMk id="33" creationId="{C9BAA951-A431-4580-A0D1-9AEAD1F6727F}"/>
          </ac:grpSpMkLst>
        </pc:grpChg>
        <pc:grpChg chg="add mod">
          <ac:chgData name="Ravi Sundaram" userId="a7df020c0a403423" providerId="LiveId" clId="{9D5DFEDE-E4F3-4E9C-B061-EC74417695BC}" dt="2020-07-31T03:38:26.472" v="608" actId="1076"/>
          <ac:grpSpMkLst>
            <pc:docMk/>
            <pc:sldMk cId="166475364" sldId="312"/>
            <ac:grpSpMk id="36" creationId="{5C4080C2-F7EB-485E-A462-FE0046044687}"/>
          </ac:grpSpMkLst>
        </pc:grpChg>
        <pc:grpChg chg="add mod">
          <ac:chgData name="Ravi Sundaram" userId="a7df020c0a403423" providerId="LiveId" clId="{9D5DFEDE-E4F3-4E9C-B061-EC74417695BC}" dt="2020-07-31T03:38:26.472" v="608" actId="1076"/>
          <ac:grpSpMkLst>
            <pc:docMk/>
            <pc:sldMk cId="166475364" sldId="312"/>
            <ac:grpSpMk id="39" creationId="{E401F479-9BEF-46A9-A243-9C6CE52A88BB}"/>
          </ac:grpSpMkLst>
        </pc:grpChg>
        <pc:grpChg chg="add mod">
          <ac:chgData name="Ravi Sundaram" userId="a7df020c0a403423" providerId="LiveId" clId="{9D5DFEDE-E4F3-4E9C-B061-EC74417695BC}" dt="2020-07-31T03:38:26.472" v="608" actId="1076"/>
          <ac:grpSpMkLst>
            <pc:docMk/>
            <pc:sldMk cId="166475364" sldId="312"/>
            <ac:grpSpMk id="45" creationId="{9EC9EBDC-C49C-4B3C-8F50-9FE2D6EE2FD4}"/>
          </ac:grpSpMkLst>
        </pc:grpChg>
      </pc:sldChg>
      <pc:sldChg chg="addSp delSp modSp add ord modAnim">
        <pc:chgData name="Ravi Sundaram" userId="a7df020c0a403423" providerId="LiveId" clId="{9D5DFEDE-E4F3-4E9C-B061-EC74417695BC}" dt="2020-07-31T04:05:22.104" v="625"/>
        <pc:sldMkLst>
          <pc:docMk/>
          <pc:sldMk cId="324842913" sldId="313"/>
        </pc:sldMkLst>
        <pc:spChg chg="del">
          <ac:chgData name="Ravi Sundaram" userId="a7df020c0a403423" providerId="LiveId" clId="{9D5DFEDE-E4F3-4E9C-B061-EC74417695BC}" dt="2020-07-31T04:03:22.888" v="617" actId="478"/>
          <ac:spMkLst>
            <pc:docMk/>
            <pc:sldMk cId="324842913" sldId="313"/>
            <ac:spMk id="32" creationId="{0E533CEB-03DA-4F02-B538-00C024BF605D}"/>
          </ac:spMkLst>
        </pc:spChg>
        <pc:spChg chg="del">
          <ac:chgData name="Ravi Sundaram" userId="a7df020c0a403423" providerId="LiveId" clId="{9D5DFEDE-E4F3-4E9C-B061-EC74417695BC}" dt="2020-07-31T04:03:22.888" v="617" actId="478"/>
          <ac:spMkLst>
            <pc:docMk/>
            <pc:sldMk cId="324842913" sldId="313"/>
            <ac:spMk id="51" creationId="{84789A8F-5A8D-47B0-B3EB-558EA65EC4B9}"/>
          </ac:spMkLst>
        </pc:spChg>
        <pc:spChg chg="del">
          <ac:chgData name="Ravi Sundaram" userId="a7df020c0a403423" providerId="LiveId" clId="{9D5DFEDE-E4F3-4E9C-B061-EC74417695BC}" dt="2020-07-31T04:03:22.888" v="617" actId="478"/>
          <ac:spMkLst>
            <pc:docMk/>
            <pc:sldMk cId="324842913" sldId="313"/>
            <ac:spMk id="52" creationId="{95C81872-680E-4CEF-880D-EF1F48C0CCE1}"/>
          </ac:spMkLst>
        </pc:spChg>
        <pc:spChg chg="del">
          <ac:chgData name="Ravi Sundaram" userId="a7df020c0a403423" providerId="LiveId" clId="{9D5DFEDE-E4F3-4E9C-B061-EC74417695BC}" dt="2020-07-31T04:03:22.888" v="617" actId="478"/>
          <ac:spMkLst>
            <pc:docMk/>
            <pc:sldMk cId="324842913" sldId="313"/>
            <ac:spMk id="53" creationId="{09FE73F4-A068-4316-AD82-5004DF5E6E79}"/>
          </ac:spMkLst>
        </pc:spChg>
        <pc:spChg chg="del">
          <ac:chgData name="Ravi Sundaram" userId="a7df020c0a403423" providerId="LiveId" clId="{9D5DFEDE-E4F3-4E9C-B061-EC74417695BC}" dt="2020-07-31T04:03:22.888" v="617" actId="478"/>
          <ac:spMkLst>
            <pc:docMk/>
            <pc:sldMk cId="324842913" sldId="313"/>
            <ac:spMk id="54" creationId="{36D0A56B-938E-4889-AC2E-298B74E7E9CF}"/>
          </ac:spMkLst>
        </pc:spChg>
        <pc:spChg chg="del">
          <ac:chgData name="Ravi Sundaram" userId="a7df020c0a403423" providerId="LiveId" clId="{9D5DFEDE-E4F3-4E9C-B061-EC74417695BC}" dt="2020-07-31T04:03:22.888" v="617" actId="478"/>
          <ac:spMkLst>
            <pc:docMk/>
            <pc:sldMk cId="324842913" sldId="313"/>
            <ac:spMk id="55" creationId="{41C59F9D-F5A5-4D9C-9763-4C4FC2C22FAF}"/>
          </ac:spMkLst>
        </pc:spChg>
        <pc:spChg chg="del">
          <ac:chgData name="Ravi Sundaram" userId="a7df020c0a403423" providerId="LiveId" clId="{9D5DFEDE-E4F3-4E9C-B061-EC74417695BC}" dt="2020-07-31T04:03:22.888" v="617" actId="478"/>
          <ac:spMkLst>
            <pc:docMk/>
            <pc:sldMk cId="324842913" sldId="313"/>
            <ac:spMk id="56" creationId="{280FB6B2-F56D-4659-A3F8-E0BC24932E03}"/>
          </ac:spMkLst>
        </pc:spChg>
        <pc:spChg chg="del">
          <ac:chgData name="Ravi Sundaram" userId="a7df020c0a403423" providerId="LiveId" clId="{9D5DFEDE-E4F3-4E9C-B061-EC74417695BC}" dt="2020-07-31T04:03:22.888" v="617" actId="478"/>
          <ac:spMkLst>
            <pc:docMk/>
            <pc:sldMk cId="324842913" sldId="313"/>
            <ac:spMk id="57" creationId="{EBF700EA-7861-47AF-9E2A-6156715C6097}"/>
          </ac:spMkLst>
        </pc:spChg>
        <pc:spChg chg="del">
          <ac:chgData name="Ravi Sundaram" userId="a7df020c0a403423" providerId="LiveId" clId="{9D5DFEDE-E4F3-4E9C-B061-EC74417695BC}" dt="2020-07-31T04:03:22.888" v="617" actId="478"/>
          <ac:spMkLst>
            <pc:docMk/>
            <pc:sldMk cId="324842913" sldId="313"/>
            <ac:spMk id="58" creationId="{C88E307C-3625-4F36-98C0-668427C74D53}"/>
          </ac:spMkLst>
        </pc:spChg>
        <pc:spChg chg="del">
          <ac:chgData name="Ravi Sundaram" userId="a7df020c0a403423" providerId="LiveId" clId="{9D5DFEDE-E4F3-4E9C-B061-EC74417695BC}" dt="2020-07-31T04:03:22.888" v="617" actId="478"/>
          <ac:spMkLst>
            <pc:docMk/>
            <pc:sldMk cId="324842913" sldId="313"/>
            <ac:spMk id="59" creationId="{E705E96E-9BFA-49EE-8647-F572496B6C98}"/>
          </ac:spMkLst>
        </pc:spChg>
        <pc:spChg chg="del">
          <ac:chgData name="Ravi Sundaram" userId="a7df020c0a403423" providerId="LiveId" clId="{9D5DFEDE-E4F3-4E9C-B061-EC74417695BC}" dt="2020-07-31T04:03:22.888" v="617" actId="478"/>
          <ac:spMkLst>
            <pc:docMk/>
            <pc:sldMk cId="324842913" sldId="313"/>
            <ac:spMk id="60" creationId="{B65B69B9-FFFD-4704-A359-19D18AC1D41B}"/>
          </ac:spMkLst>
        </pc:spChg>
        <pc:spChg chg="del">
          <ac:chgData name="Ravi Sundaram" userId="a7df020c0a403423" providerId="LiveId" clId="{9D5DFEDE-E4F3-4E9C-B061-EC74417695BC}" dt="2020-07-31T04:03:22.888" v="617" actId="478"/>
          <ac:spMkLst>
            <pc:docMk/>
            <pc:sldMk cId="324842913" sldId="313"/>
            <ac:spMk id="61" creationId="{FFAA1B6C-ACDD-493D-871A-4E07F1AE7F6C}"/>
          </ac:spMkLst>
        </pc:spChg>
        <pc:spChg chg="add mod">
          <ac:chgData name="Ravi Sundaram" userId="a7df020c0a403423" providerId="LiveId" clId="{9D5DFEDE-E4F3-4E9C-B061-EC74417695BC}" dt="2020-07-31T04:05:16.642" v="623" actId="1076"/>
          <ac:spMkLst>
            <pc:docMk/>
            <pc:sldMk cId="324842913" sldId="313"/>
            <ac:spMk id="62" creationId="{24BD62EC-6CCD-469B-A2BE-BB2CDAE33C70}"/>
          </ac:spMkLst>
        </pc:spChg>
        <pc:spChg chg="add mod">
          <ac:chgData name="Ravi Sundaram" userId="a7df020c0a403423" providerId="LiveId" clId="{9D5DFEDE-E4F3-4E9C-B061-EC74417695BC}" dt="2020-07-31T04:05:16.642" v="623" actId="1076"/>
          <ac:spMkLst>
            <pc:docMk/>
            <pc:sldMk cId="324842913" sldId="313"/>
            <ac:spMk id="63" creationId="{4EDFDD8C-327F-41E9-B422-C94C5DC2A2F6}"/>
          </ac:spMkLst>
        </pc:spChg>
        <pc:spChg chg="add mod">
          <ac:chgData name="Ravi Sundaram" userId="a7df020c0a403423" providerId="LiveId" clId="{9D5DFEDE-E4F3-4E9C-B061-EC74417695BC}" dt="2020-07-31T04:05:16.642" v="623" actId="1076"/>
          <ac:spMkLst>
            <pc:docMk/>
            <pc:sldMk cId="324842913" sldId="313"/>
            <ac:spMk id="64" creationId="{930D2606-C9C1-4407-B436-AD1B0055FE9E}"/>
          </ac:spMkLst>
        </pc:spChg>
        <pc:spChg chg="add mod">
          <ac:chgData name="Ravi Sundaram" userId="a7df020c0a403423" providerId="LiveId" clId="{9D5DFEDE-E4F3-4E9C-B061-EC74417695BC}" dt="2020-07-31T04:05:16.642" v="623" actId="1076"/>
          <ac:spMkLst>
            <pc:docMk/>
            <pc:sldMk cId="324842913" sldId="313"/>
            <ac:spMk id="65" creationId="{A99858AC-586B-4978-BE07-5000DD9555EE}"/>
          </ac:spMkLst>
        </pc:spChg>
        <pc:spChg chg="add mod">
          <ac:chgData name="Ravi Sundaram" userId="a7df020c0a403423" providerId="LiveId" clId="{9D5DFEDE-E4F3-4E9C-B061-EC74417695BC}" dt="2020-07-31T04:05:16.642" v="623" actId="1076"/>
          <ac:spMkLst>
            <pc:docMk/>
            <pc:sldMk cId="324842913" sldId="313"/>
            <ac:spMk id="66" creationId="{FE228547-2419-4E7C-A2CC-12337DA4D6AA}"/>
          </ac:spMkLst>
        </pc:spChg>
        <pc:spChg chg="add mod">
          <ac:chgData name="Ravi Sundaram" userId="a7df020c0a403423" providerId="LiveId" clId="{9D5DFEDE-E4F3-4E9C-B061-EC74417695BC}" dt="2020-07-31T04:05:16.642" v="623" actId="1076"/>
          <ac:spMkLst>
            <pc:docMk/>
            <pc:sldMk cId="324842913" sldId="313"/>
            <ac:spMk id="79" creationId="{48E64DF2-3254-4F40-9F28-5D46EF688C75}"/>
          </ac:spMkLst>
        </pc:spChg>
        <pc:spChg chg="add mod">
          <ac:chgData name="Ravi Sundaram" userId="a7df020c0a403423" providerId="LiveId" clId="{9D5DFEDE-E4F3-4E9C-B061-EC74417695BC}" dt="2020-07-31T04:05:16.642" v="623" actId="1076"/>
          <ac:spMkLst>
            <pc:docMk/>
            <pc:sldMk cId="324842913" sldId="313"/>
            <ac:spMk id="80" creationId="{3D3C771F-561E-4183-B067-2B4656F538EE}"/>
          </ac:spMkLst>
        </pc:spChg>
        <pc:spChg chg="add mod">
          <ac:chgData name="Ravi Sundaram" userId="a7df020c0a403423" providerId="LiveId" clId="{9D5DFEDE-E4F3-4E9C-B061-EC74417695BC}" dt="2020-07-31T04:05:16.642" v="623" actId="1076"/>
          <ac:spMkLst>
            <pc:docMk/>
            <pc:sldMk cId="324842913" sldId="313"/>
            <ac:spMk id="81" creationId="{FC9A45D0-81D8-423D-96EC-4B6380006FD5}"/>
          </ac:spMkLst>
        </pc:spChg>
        <pc:spChg chg="add mod">
          <ac:chgData name="Ravi Sundaram" userId="a7df020c0a403423" providerId="LiveId" clId="{9D5DFEDE-E4F3-4E9C-B061-EC74417695BC}" dt="2020-07-31T04:05:16.642" v="623" actId="1076"/>
          <ac:spMkLst>
            <pc:docMk/>
            <pc:sldMk cId="324842913" sldId="313"/>
            <ac:spMk id="82" creationId="{ECC27312-8EA2-44C5-B88F-537743BDDB1F}"/>
          </ac:spMkLst>
        </pc:spChg>
        <pc:spChg chg="add mod">
          <ac:chgData name="Ravi Sundaram" userId="a7df020c0a403423" providerId="LiveId" clId="{9D5DFEDE-E4F3-4E9C-B061-EC74417695BC}" dt="2020-07-31T04:05:16.642" v="623" actId="1076"/>
          <ac:spMkLst>
            <pc:docMk/>
            <pc:sldMk cId="324842913" sldId="313"/>
            <ac:spMk id="83" creationId="{6E4D5AEB-8FF3-44A3-8DE3-F194841ECECE}"/>
          </ac:spMkLst>
        </pc:spChg>
        <pc:spChg chg="add mod">
          <ac:chgData name="Ravi Sundaram" userId="a7df020c0a403423" providerId="LiveId" clId="{9D5DFEDE-E4F3-4E9C-B061-EC74417695BC}" dt="2020-07-31T04:05:16.642" v="623" actId="1076"/>
          <ac:spMkLst>
            <pc:docMk/>
            <pc:sldMk cId="324842913" sldId="313"/>
            <ac:spMk id="84" creationId="{2BF84676-2F50-4AD5-A783-FB2409E3A8C2}"/>
          </ac:spMkLst>
        </pc:spChg>
        <pc:spChg chg="add mod">
          <ac:chgData name="Ravi Sundaram" userId="a7df020c0a403423" providerId="LiveId" clId="{9D5DFEDE-E4F3-4E9C-B061-EC74417695BC}" dt="2020-07-31T04:05:16.642" v="623" actId="1076"/>
          <ac:spMkLst>
            <pc:docMk/>
            <pc:sldMk cId="324842913" sldId="313"/>
            <ac:spMk id="85" creationId="{8F923832-0AE3-41FF-8A8F-63BC1515C73C}"/>
          </ac:spMkLst>
        </pc:spChg>
        <pc:spChg chg="add mod">
          <ac:chgData name="Ravi Sundaram" userId="a7df020c0a403423" providerId="LiveId" clId="{9D5DFEDE-E4F3-4E9C-B061-EC74417695BC}" dt="2020-07-31T04:05:16.642" v="623" actId="1076"/>
          <ac:spMkLst>
            <pc:docMk/>
            <pc:sldMk cId="324842913" sldId="313"/>
            <ac:spMk id="86" creationId="{94611218-1572-4131-AEA7-E383ABF300B5}"/>
          </ac:spMkLst>
        </pc:spChg>
        <pc:spChg chg="add mod">
          <ac:chgData name="Ravi Sundaram" userId="a7df020c0a403423" providerId="LiveId" clId="{9D5DFEDE-E4F3-4E9C-B061-EC74417695BC}" dt="2020-07-31T04:05:16.642" v="623" actId="1076"/>
          <ac:spMkLst>
            <pc:docMk/>
            <pc:sldMk cId="324842913" sldId="313"/>
            <ac:spMk id="87" creationId="{BE14B715-C2A9-4160-B1E6-F38E12B8F9F3}"/>
          </ac:spMkLst>
        </pc:spChg>
        <pc:spChg chg="add mod">
          <ac:chgData name="Ravi Sundaram" userId="a7df020c0a403423" providerId="LiveId" clId="{9D5DFEDE-E4F3-4E9C-B061-EC74417695BC}" dt="2020-07-31T04:05:16.642" v="623" actId="1076"/>
          <ac:spMkLst>
            <pc:docMk/>
            <pc:sldMk cId="324842913" sldId="313"/>
            <ac:spMk id="88" creationId="{B85D3F37-71C5-4319-A2E8-9BB66F44ED59}"/>
          </ac:spMkLst>
        </pc:spChg>
        <pc:grpChg chg="del">
          <ac:chgData name="Ravi Sundaram" userId="a7df020c0a403423" providerId="LiveId" clId="{9D5DFEDE-E4F3-4E9C-B061-EC74417695BC}" dt="2020-07-31T04:03:22.888" v="617" actId="478"/>
          <ac:grpSpMkLst>
            <pc:docMk/>
            <pc:sldMk cId="324842913" sldId="313"/>
            <ac:grpSpMk id="33" creationId="{C9BAA951-A431-4580-A0D1-9AEAD1F6727F}"/>
          </ac:grpSpMkLst>
        </pc:grpChg>
        <pc:grpChg chg="del">
          <ac:chgData name="Ravi Sundaram" userId="a7df020c0a403423" providerId="LiveId" clId="{9D5DFEDE-E4F3-4E9C-B061-EC74417695BC}" dt="2020-07-31T04:03:22.888" v="617" actId="478"/>
          <ac:grpSpMkLst>
            <pc:docMk/>
            <pc:sldMk cId="324842913" sldId="313"/>
            <ac:grpSpMk id="36" creationId="{5C4080C2-F7EB-485E-A462-FE0046044687}"/>
          </ac:grpSpMkLst>
        </pc:grpChg>
        <pc:grpChg chg="del">
          <ac:chgData name="Ravi Sundaram" userId="a7df020c0a403423" providerId="LiveId" clId="{9D5DFEDE-E4F3-4E9C-B061-EC74417695BC}" dt="2020-07-31T04:03:22.888" v="617" actId="478"/>
          <ac:grpSpMkLst>
            <pc:docMk/>
            <pc:sldMk cId="324842913" sldId="313"/>
            <ac:grpSpMk id="39" creationId="{E401F479-9BEF-46A9-A243-9C6CE52A88BB}"/>
          </ac:grpSpMkLst>
        </pc:grpChg>
        <pc:grpChg chg="del">
          <ac:chgData name="Ravi Sundaram" userId="a7df020c0a403423" providerId="LiveId" clId="{9D5DFEDE-E4F3-4E9C-B061-EC74417695BC}" dt="2020-07-31T04:03:22.888" v="617" actId="478"/>
          <ac:grpSpMkLst>
            <pc:docMk/>
            <pc:sldMk cId="324842913" sldId="313"/>
            <ac:grpSpMk id="45" creationId="{9EC9EBDC-C49C-4B3C-8F50-9FE2D6EE2FD4}"/>
          </ac:grpSpMkLst>
        </pc:grpChg>
        <pc:grpChg chg="add mod">
          <ac:chgData name="Ravi Sundaram" userId="a7df020c0a403423" providerId="LiveId" clId="{9D5DFEDE-E4F3-4E9C-B061-EC74417695BC}" dt="2020-07-31T04:05:16.642" v="623" actId="1076"/>
          <ac:grpSpMkLst>
            <pc:docMk/>
            <pc:sldMk cId="324842913" sldId="313"/>
            <ac:grpSpMk id="67" creationId="{02E2F4B6-3D4E-44FB-86D0-C18483EF81E6}"/>
          </ac:grpSpMkLst>
        </pc:grpChg>
        <pc:grpChg chg="add mod">
          <ac:chgData name="Ravi Sundaram" userId="a7df020c0a403423" providerId="LiveId" clId="{9D5DFEDE-E4F3-4E9C-B061-EC74417695BC}" dt="2020-07-31T04:05:16.642" v="623" actId="1076"/>
          <ac:grpSpMkLst>
            <pc:docMk/>
            <pc:sldMk cId="324842913" sldId="313"/>
            <ac:grpSpMk id="73" creationId="{DE4493DF-F502-4330-AEF8-B368D4B9537D}"/>
          </ac:grpSpMkLst>
        </pc:grpChg>
      </pc:sldChg>
      <pc:sldChg chg="addSp delSp modSp add modAnim">
        <pc:chgData name="Ravi Sundaram" userId="a7df020c0a403423" providerId="LiveId" clId="{9D5DFEDE-E4F3-4E9C-B061-EC74417695BC}" dt="2020-07-31T04:04:27.955" v="621"/>
        <pc:sldMkLst>
          <pc:docMk/>
          <pc:sldMk cId="2382068394" sldId="314"/>
        </pc:sldMkLst>
        <pc:spChg chg="del">
          <ac:chgData name="Ravi Sundaram" userId="a7df020c0a403423" providerId="LiveId" clId="{9D5DFEDE-E4F3-4E9C-B061-EC74417695BC}" dt="2020-07-31T04:03:32.135" v="618" actId="478"/>
          <ac:spMkLst>
            <pc:docMk/>
            <pc:sldMk cId="2382068394" sldId="314"/>
            <ac:spMk id="32" creationId="{0E533CEB-03DA-4F02-B538-00C024BF605D}"/>
          </ac:spMkLst>
        </pc:spChg>
        <pc:spChg chg="del">
          <ac:chgData name="Ravi Sundaram" userId="a7df020c0a403423" providerId="LiveId" clId="{9D5DFEDE-E4F3-4E9C-B061-EC74417695BC}" dt="2020-07-31T04:03:32.135" v="618" actId="478"/>
          <ac:spMkLst>
            <pc:docMk/>
            <pc:sldMk cId="2382068394" sldId="314"/>
            <ac:spMk id="51" creationId="{84789A8F-5A8D-47B0-B3EB-558EA65EC4B9}"/>
          </ac:spMkLst>
        </pc:spChg>
        <pc:spChg chg="del">
          <ac:chgData name="Ravi Sundaram" userId="a7df020c0a403423" providerId="LiveId" clId="{9D5DFEDE-E4F3-4E9C-B061-EC74417695BC}" dt="2020-07-31T04:03:32.135" v="618" actId="478"/>
          <ac:spMkLst>
            <pc:docMk/>
            <pc:sldMk cId="2382068394" sldId="314"/>
            <ac:spMk id="52" creationId="{95C81872-680E-4CEF-880D-EF1F48C0CCE1}"/>
          </ac:spMkLst>
        </pc:spChg>
        <pc:spChg chg="del">
          <ac:chgData name="Ravi Sundaram" userId="a7df020c0a403423" providerId="LiveId" clId="{9D5DFEDE-E4F3-4E9C-B061-EC74417695BC}" dt="2020-07-31T04:03:32.135" v="618" actId="478"/>
          <ac:spMkLst>
            <pc:docMk/>
            <pc:sldMk cId="2382068394" sldId="314"/>
            <ac:spMk id="53" creationId="{09FE73F4-A068-4316-AD82-5004DF5E6E79}"/>
          </ac:spMkLst>
        </pc:spChg>
        <pc:spChg chg="del">
          <ac:chgData name="Ravi Sundaram" userId="a7df020c0a403423" providerId="LiveId" clId="{9D5DFEDE-E4F3-4E9C-B061-EC74417695BC}" dt="2020-07-31T04:03:32.135" v="618" actId="478"/>
          <ac:spMkLst>
            <pc:docMk/>
            <pc:sldMk cId="2382068394" sldId="314"/>
            <ac:spMk id="54" creationId="{36D0A56B-938E-4889-AC2E-298B74E7E9CF}"/>
          </ac:spMkLst>
        </pc:spChg>
        <pc:spChg chg="del">
          <ac:chgData name="Ravi Sundaram" userId="a7df020c0a403423" providerId="LiveId" clId="{9D5DFEDE-E4F3-4E9C-B061-EC74417695BC}" dt="2020-07-31T04:03:32.135" v="618" actId="478"/>
          <ac:spMkLst>
            <pc:docMk/>
            <pc:sldMk cId="2382068394" sldId="314"/>
            <ac:spMk id="55" creationId="{41C59F9D-F5A5-4D9C-9763-4C4FC2C22FAF}"/>
          </ac:spMkLst>
        </pc:spChg>
        <pc:spChg chg="del">
          <ac:chgData name="Ravi Sundaram" userId="a7df020c0a403423" providerId="LiveId" clId="{9D5DFEDE-E4F3-4E9C-B061-EC74417695BC}" dt="2020-07-31T04:03:32.135" v="618" actId="478"/>
          <ac:spMkLst>
            <pc:docMk/>
            <pc:sldMk cId="2382068394" sldId="314"/>
            <ac:spMk id="56" creationId="{280FB6B2-F56D-4659-A3F8-E0BC24932E03}"/>
          </ac:spMkLst>
        </pc:spChg>
        <pc:spChg chg="del">
          <ac:chgData name="Ravi Sundaram" userId="a7df020c0a403423" providerId="LiveId" clId="{9D5DFEDE-E4F3-4E9C-B061-EC74417695BC}" dt="2020-07-31T04:03:32.135" v="618" actId="478"/>
          <ac:spMkLst>
            <pc:docMk/>
            <pc:sldMk cId="2382068394" sldId="314"/>
            <ac:spMk id="57" creationId="{EBF700EA-7861-47AF-9E2A-6156715C6097}"/>
          </ac:spMkLst>
        </pc:spChg>
        <pc:spChg chg="del">
          <ac:chgData name="Ravi Sundaram" userId="a7df020c0a403423" providerId="LiveId" clId="{9D5DFEDE-E4F3-4E9C-B061-EC74417695BC}" dt="2020-07-31T04:03:32.135" v="618" actId="478"/>
          <ac:spMkLst>
            <pc:docMk/>
            <pc:sldMk cId="2382068394" sldId="314"/>
            <ac:spMk id="58" creationId="{C88E307C-3625-4F36-98C0-668427C74D53}"/>
          </ac:spMkLst>
        </pc:spChg>
        <pc:spChg chg="del">
          <ac:chgData name="Ravi Sundaram" userId="a7df020c0a403423" providerId="LiveId" clId="{9D5DFEDE-E4F3-4E9C-B061-EC74417695BC}" dt="2020-07-31T04:03:32.135" v="618" actId="478"/>
          <ac:spMkLst>
            <pc:docMk/>
            <pc:sldMk cId="2382068394" sldId="314"/>
            <ac:spMk id="59" creationId="{E705E96E-9BFA-49EE-8647-F572496B6C98}"/>
          </ac:spMkLst>
        </pc:spChg>
        <pc:spChg chg="del">
          <ac:chgData name="Ravi Sundaram" userId="a7df020c0a403423" providerId="LiveId" clId="{9D5DFEDE-E4F3-4E9C-B061-EC74417695BC}" dt="2020-07-31T04:03:32.135" v="618" actId="478"/>
          <ac:spMkLst>
            <pc:docMk/>
            <pc:sldMk cId="2382068394" sldId="314"/>
            <ac:spMk id="60" creationId="{B65B69B9-FFFD-4704-A359-19D18AC1D41B}"/>
          </ac:spMkLst>
        </pc:spChg>
        <pc:spChg chg="del">
          <ac:chgData name="Ravi Sundaram" userId="a7df020c0a403423" providerId="LiveId" clId="{9D5DFEDE-E4F3-4E9C-B061-EC74417695BC}" dt="2020-07-31T04:03:32.135" v="618" actId="478"/>
          <ac:spMkLst>
            <pc:docMk/>
            <pc:sldMk cId="2382068394" sldId="314"/>
            <ac:spMk id="61" creationId="{FFAA1B6C-ACDD-493D-871A-4E07F1AE7F6C}"/>
          </ac:spMkLst>
        </pc:spChg>
        <pc:spChg chg="add mod">
          <ac:chgData name="Ravi Sundaram" userId="a7df020c0a403423" providerId="LiveId" clId="{9D5DFEDE-E4F3-4E9C-B061-EC74417695BC}" dt="2020-07-31T04:04:24.833" v="620" actId="1076"/>
          <ac:spMkLst>
            <pc:docMk/>
            <pc:sldMk cId="2382068394" sldId="314"/>
            <ac:spMk id="62" creationId="{5EBA3025-1300-4B21-95C7-B8791E27ACDE}"/>
          </ac:spMkLst>
        </pc:spChg>
        <pc:spChg chg="add mod">
          <ac:chgData name="Ravi Sundaram" userId="a7df020c0a403423" providerId="LiveId" clId="{9D5DFEDE-E4F3-4E9C-B061-EC74417695BC}" dt="2020-07-31T04:04:24.833" v="620" actId="1076"/>
          <ac:spMkLst>
            <pc:docMk/>
            <pc:sldMk cId="2382068394" sldId="314"/>
            <ac:spMk id="63" creationId="{BA25B0C5-7FBC-4344-8FD1-005043168FB8}"/>
          </ac:spMkLst>
        </pc:spChg>
        <pc:spChg chg="add mod">
          <ac:chgData name="Ravi Sundaram" userId="a7df020c0a403423" providerId="LiveId" clId="{9D5DFEDE-E4F3-4E9C-B061-EC74417695BC}" dt="2020-07-31T04:04:24.833" v="620" actId="1076"/>
          <ac:spMkLst>
            <pc:docMk/>
            <pc:sldMk cId="2382068394" sldId="314"/>
            <ac:spMk id="64" creationId="{940A3667-2F7C-49A5-9190-2E12DC5BED1E}"/>
          </ac:spMkLst>
        </pc:spChg>
        <pc:spChg chg="add mod">
          <ac:chgData name="Ravi Sundaram" userId="a7df020c0a403423" providerId="LiveId" clId="{9D5DFEDE-E4F3-4E9C-B061-EC74417695BC}" dt="2020-07-31T04:04:24.833" v="620" actId="1076"/>
          <ac:spMkLst>
            <pc:docMk/>
            <pc:sldMk cId="2382068394" sldId="314"/>
            <ac:spMk id="80" creationId="{6B4FD63E-DAF4-412D-9476-85D0AAD06AA5}"/>
          </ac:spMkLst>
        </pc:spChg>
        <pc:spChg chg="add mod">
          <ac:chgData name="Ravi Sundaram" userId="a7df020c0a403423" providerId="LiveId" clId="{9D5DFEDE-E4F3-4E9C-B061-EC74417695BC}" dt="2020-07-31T04:04:24.833" v="620" actId="1076"/>
          <ac:spMkLst>
            <pc:docMk/>
            <pc:sldMk cId="2382068394" sldId="314"/>
            <ac:spMk id="81" creationId="{FA392A19-C17F-463A-A8FF-29E718A1FADF}"/>
          </ac:spMkLst>
        </pc:spChg>
        <pc:spChg chg="add mod">
          <ac:chgData name="Ravi Sundaram" userId="a7df020c0a403423" providerId="LiveId" clId="{9D5DFEDE-E4F3-4E9C-B061-EC74417695BC}" dt="2020-07-31T04:04:24.833" v="620" actId="1076"/>
          <ac:spMkLst>
            <pc:docMk/>
            <pc:sldMk cId="2382068394" sldId="314"/>
            <ac:spMk id="82" creationId="{C61F6D07-019E-46D3-A003-77BF6C9D4F33}"/>
          </ac:spMkLst>
        </pc:spChg>
        <pc:spChg chg="add mod">
          <ac:chgData name="Ravi Sundaram" userId="a7df020c0a403423" providerId="LiveId" clId="{9D5DFEDE-E4F3-4E9C-B061-EC74417695BC}" dt="2020-07-31T04:04:24.833" v="620" actId="1076"/>
          <ac:spMkLst>
            <pc:docMk/>
            <pc:sldMk cId="2382068394" sldId="314"/>
            <ac:spMk id="83" creationId="{8005B9A3-5209-4AE8-B341-1D15D1CE1895}"/>
          </ac:spMkLst>
        </pc:spChg>
        <pc:spChg chg="add mod">
          <ac:chgData name="Ravi Sundaram" userId="a7df020c0a403423" providerId="LiveId" clId="{9D5DFEDE-E4F3-4E9C-B061-EC74417695BC}" dt="2020-07-31T04:04:24.833" v="620" actId="1076"/>
          <ac:spMkLst>
            <pc:docMk/>
            <pc:sldMk cId="2382068394" sldId="314"/>
            <ac:spMk id="84" creationId="{42FB0C48-39D8-48AE-BD0C-2A4CD5AA8AAD}"/>
          </ac:spMkLst>
        </pc:spChg>
        <pc:spChg chg="add mod">
          <ac:chgData name="Ravi Sundaram" userId="a7df020c0a403423" providerId="LiveId" clId="{9D5DFEDE-E4F3-4E9C-B061-EC74417695BC}" dt="2020-07-31T04:04:24.833" v="620" actId="1076"/>
          <ac:spMkLst>
            <pc:docMk/>
            <pc:sldMk cId="2382068394" sldId="314"/>
            <ac:spMk id="85" creationId="{DEA21F2D-6CD9-425A-A7E7-1FC6C17151D7}"/>
          </ac:spMkLst>
        </pc:spChg>
        <pc:spChg chg="add mod">
          <ac:chgData name="Ravi Sundaram" userId="a7df020c0a403423" providerId="LiveId" clId="{9D5DFEDE-E4F3-4E9C-B061-EC74417695BC}" dt="2020-07-31T04:04:24.833" v="620" actId="1076"/>
          <ac:spMkLst>
            <pc:docMk/>
            <pc:sldMk cId="2382068394" sldId="314"/>
            <ac:spMk id="86" creationId="{E6E9D9FC-364E-4DE5-968B-392B073F0463}"/>
          </ac:spMkLst>
        </pc:spChg>
        <pc:spChg chg="add mod">
          <ac:chgData name="Ravi Sundaram" userId="a7df020c0a403423" providerId="LiveId" clId="{9D5DFEDE-E4F3-4E9C-B061-EC74417695BC}" dt="2020-07-31T04:04:24.833" v="620" actId="1076"/>
          <ac:spMkLst>
            <pc:docMk/>
            <pc:sldMk cId="2382068394" sldId="314"/>
            <ac:spMk id="87" creationId="{2F7CE8F0-DF70-4ED1-AAC4-3F3D9B4E13F4}"/>
          </ac:spMkLst>
        </pc:spChg>
        <pc:spChg chg="add mod">
          <ac:chgData name="Ravi Sundaram" userId="a7df020c0a403423" providerId="LiveId" clId="{9D5DFEDE-E4F3-4E9C-B061-EC74417695BC}" dt="2020-07-31T04:04:24.833" v="620" actId="1076"/>
          <ac:spMkLst>
            <pc:docMk/>
            <pc:sldMk cId="2382068394" sldId="314"/>
            <ac:spMk id="88" creationId="{F0978B02-71E2-4E26-8EFF-1F966AB53168}"/>
          </ac:spMkLst>
        </pc:spChg>
        <pc:spChg chg="add mod">
          <ac:chgData name="Ravi Sundaram" userId="a7df020c0a403423" providerId="LiveId" clId="{9D5DFEDE-E4F3-4E9C-B061-EC74417695BC}" dt="2020-07-31T04:04:24.833" v="620" actId="1076"/>
          <ac:spMkLst>
            <pc:docMk/>
            <pc:sldMk cId="2382068394" sldId="314"/>
            <ac:spMk id="89" creationId="{8D76FF9E-67F4-4906-B040-1350CBE53B78}"/>
          </ac:spMkLst>
        </pc:spChg>
        <pc:spChg chg="add mod">
          <ac:chgData name="Ravi Sundaram" userId="a7df020c0a403423" providerId="LiveId" clId="{9D5DFEDE-E4F3-4E9C-B061-EC74417695BC}" dt="2020-07-31T04:04:24.833" v="620" actId="1076"/>
          <ac:spMkLst>
            <pc:docMk/>
            <pc:sldMk cId="2382068394" sldId="314"/>
            <ac:spMk id="90" creationId="{CA6348D5-F657-4495-9FD5-B55F6A7B2E90}"/>
          </ac:spMkLst>
        </pc:spChg>
        <pc:grpChg chg="del">
          <ac:chgData name="Ravi Sundaram" userId="a7df020c0a403423" providerId="LiveId" clId="{9D5DFEDE-E4F3-4E9C-B061-EC74417695BC}" dt="2020-07-31T04:03:32.135" v="618" actId="478"/>
          <ac:grpSpMkLst>
            <pc:docMk/>
            <pc:sldMk cId="2382068394" sldId="314"/>
            <ac:grpSpMk id="33" creationId="{C9BAA951-A431-4580-A0D1-9AEAD1F6727F}"/>
          </ac:grpSpMkLst>
        </pc:grpChg>
        <pc:grpChg chg="del">
          <ac:chgData name="Ravi Sundaram" userId="a7df020c0a403423" providerId="LiveId" clId="{9D5DFEDE-E4F3-4E9C-B061-EC74417695BC}" dt="2020-07-31T04:03:32.135" v="618" actId="478"/>
          <ac:grpSpMkLst>
            <pc:docMk/>
            <pc:sldMk cId="2382068394" sldId="314"/>
            <ac:grpSpMk id="36" creationId="{5C4080C2-F7EB-485E-A462-FE0046044687}"/>
          </ac:grpSpMkLst>
        </pc:grpChg>
        <pc:grpChg chg="del">
          <ac:chgData name="Ravi Sundaram" userId="a7df020c0a403423" providerId="LiveId" clId="{9D5DFEDE-E4F3-4E9C-B061-EC74417695BC}" dt="2020-07-31T04:03:32.135" v="618" actId="478"/>
          <ac:grpSpMkLst>
            <pc:docMk/>
            <pc:sldMk cId="2382068394" sldId="314"/>
            <ac:grpSpMk id="39" creationId="{E401F479-9BEF-46A9-A243-9C6CE52A88BB}"/>
          </ac:grpSpMkLst>
        </pc:grpChg>
        <pc:grpChg chg="del">
          <ac:chgData name="Ravi Sundaram" userId="a7df020c0a403423" providerId="LiveId" clId="{9D5DFEDE-E4F3-4E9C-B061-EC74417695BC}" dt="2020-07-31T04:03:32.135" v="618" actId="478"/>
          <ac:grpSpMkLst>
            <pc:docMk/>
            <pc:sldMk cId="2382068394" sldId="314"/>
            <ac:grpSpMk id="45" creationId="{9EC9EBDC-C49C-4B3C-8F50-9FE2D6EE2FD4}"/>
          </ac:grpSpMkLst>
        </pc:grpChg>
        <pc:grpChg chg="add mod">
          <ac:chgData name="Ravi Sundaram" userId="a7df020c0a403423" providerId="LiveId" clId="{9D5DFEDE-E4F3-4E9C-B061-EC74417695BC}" dt="2020-07-31T04:04:24.833" v="620" actId="1076"/>
          <ac:grpSpMkLst>
            <pc:docMk/>
            <pc:sldMk cId="2382068394" sldId="314"/>
            <ac:grpSpMk id="65" creationId="{37B57320-971B-477E-8445-6447DA65F4DD}"/>
          </ac:grpSpMkLst>
        </pc:grpChg>
        <pc:grpChg chg="add mod">
          <ac:chgData name="Ravi Sundaram" userId="a7df020c0a403423" providerId="LiveId" clId="{9D5DFEDE-E4F3-4E9C-B061-EC74417695BC}" dt="2020-07-31T04:04:24.833" v="620" actId="1076"/>
          <ac:grpSpMkLst>
            <pc:docMk/>
            <pc:sldMk cId="2382068394" sldId="314"/>
            <ac:grpSpMk id="68" creationId="{2FFC52B2-8EDE-42EC-A877-84DD23D14595}"/>
          </ac:grpSpMkLst>
        </pc:grpChg>
        <pc:grpChg chg="add mod">
          <ac:chgData name="Ravi Sundaram" userId="a7df020c0a403423" providerId="LiveId" clId="{9D5DFEDE-E4F3-4E9C-B061-EC74417695BC}" dt="2020-07-31T04:04:24.833" v="620" actId="1076"/>
          <ac:grpSpMkLst>
            <pc:docMk/>
            <pc:sldMk cId="2382068394" sldId="314"/>
            <ac:grpSpMk id="74" creationId="{1DB787BA-75F1-4B15-9DB9-26BE777CDF19}"/>
          </ac:grpSpMkLst>
        </pc:grpChg>
      </pc:sldChg>
      <pc:sldChg chg="modSp add modAnim">
        <pc:chgData name="Ravi Sundaram" userId="a7df020c0a403423" providerId="LiveId" clId="{9D5DFEDE-E4F3-4E9C-B061-EC74417695BC}" dt="2020-07-31T15:46:27.706" v="1748" actId="20577"/>
        <pc:sldMkLst>
          <pc:docMk/>
          <pc:sldMk cId="902558462" sldId="315"/>
        </pc:sldMkLst>
        <pc:spChg chg="mod">
          <ac:chgData name="Ravi Sundaram" userId="a7df020c0a403423" providerId="LiveId" clId="{9D5DFEDE-E4F3-4E9C-B061-EC74417695BC}" dt="2020-07-31T04:10:53.418" v="737"/>
          <ac:spMkLst>
            <pc:docMk/>
            <pc:sldMk cId="902558462" sldId="315"/>
            <ac:spMk id="2" creationId="{5FA1FA58-59B8-4EFD-BF2B-069C457129B2}"/>
          </ac:spMkLst>
        </pc:spChg>
        <pc:spChg chg="mod">
          <ac:chgData name="Ravi Sundaram" userId="a7df020c0a403423" providerId="LiveId" clId="{9D5DFEDE-E4F3-4E9C-B061-EC74417695BC}" dt="2020-07-31T15:46:27.706" v="1748" actId="20577"/>
          <ac:spMkLst>
            <pc:docMk/>
            <pc:sldMk cId="902558462" sldId="315"/>
            <ac:spMk id="3" creationId="{03364FEF-F44A-4071-922A-E51980E95FCC}"/>
          </ac:spMkLst>
        </pc:spChg>
      </pc:sldChg>
    </pc:docChg>
  </pc:docChgLst>
  <pc:docChgLst>
    <pc:chgData name="Ravi Sundaram" userId="a7df020c0a403423" providerId="LiveId" clId="{19513EB1-AC3E-4F61-84D6-0DA1F241EEF1}"/>
    <pc:docChg chg="custSel delSld modSld">
      <pc:chgData name="Ravi Sundaram" userId="a7df020c0a403423" providerId="LiveId" clId="{19513EB1-AC3E-4F61-84D6-0DA1F241EEF1}" dt="2020-07-09T02:06:53.704" v="950" actId="2696"/>
      <pc:docMkLst>
        <pc:docMk/>
      </pc:docMkLst>
      <pc:sldChg chg="modSp">
        <pc:chgData name="Ravi Sundaram" userId="a7df020c0a403423" providerId="LiveId" clId="{19513EB1-AC3E-4F61-84D6-0DA1F241EEF1}" dt="2020-07-09T00:58:29.773" v="303" actId="20577"/>
        <pc:sldMkLst>
          <pc:docMk/>
          <pc:sldMk cId="4099122483" sldId="257"/>
        </pc:sldMkLst>
        <pc:spChg chg="mod">
          <ac:chgData name="Ravi Sundaram" userId="a7df020c0a403423" providerId="LiveId" clId="{19513EB1-AC3E-4F61-84D6-0DA1F241EEF1}" dt="2020-07-09T00:58:29.773" v="303" actId="20577"/>
          <ac:spMkLst>
            <pc:docMk/>
            <pc:sldMk cId="4099122483" sldId="257"/>
            <ac:spMk id="2" creationId="{80797C44-BBD0-4A67-A16E-1796651C5A29}"/>
          </ac:spMkLst>
        </pc:spChg>
        <pc:spChg chg="mod">
          <ac:chgData name="Ravi Sundaram" userId="a7df020c0a403423" providerId="LiveId" clId="{19513EB1-AC3E-4F61-84D6-0DA1F241EEF1}" dt="2020-07-06T06:00:55.560" v="175" actId="115"/>
          <ac:spMkLst>
            <pc:docMk/>
            <pc:sldMk cId="4099122483" sldId="257"/>
            <ac:spMk id="3" creationId="{0058199E-2156-4542-B134-D3536A98A899}"/>
          </ac:spMkLst>
        </pc:spChg>
      </pc:sldChg>
      <pc:sldChg chg="modSp">
        <pc:chgData name="Ravi Sundaram" userId="a7df020c0a403423" providerId="LiveId" clId="{19513EB1-AC3E-4F61-84D6-0DA1F241EEF1}" dt="2020-07-06T06:01:51.527" v="289" actId="20577"/>
        <pc:sldMkLst>
          <pc:docMk/>
          <pc:sldMk cId="3479009568" sldId="258"/>
        </pc:sldMkLst>
        <pc:spChg chg="mod">
          <ac:chgData name="Ravi Sundaram" userId="a7df020c0a403423" providerId="LiveId" clId="{19513EB1-AC3E-4F61-84D6-0DA1F241EEF1}" dt="2020-07-06T06:01:09.725" v="181" actId="20577"/>
          <ac:spMkLst>
            <pc:docMk/>
            <pc:sldMk cId="3479009568" sldId="258"/>
            <ac:spMk id="2" creationId="{5FA1FA58-59B8-4EFD-BF2B-069C457129B2}"/>
          </ac:spMkLst>
        </pc:spChg>
        <pc:spChg chg="mod">
          <ac:chgData name="Ravi Sundaram" userId="a7df020c0a403423" providerId="LiveId" clId="{19513EB1-AC3E-4F61-84D6-0DA1F241EEF1}" dt="2020-07-06T06:01:51.527" v="289" actId="20577"/>
          <ac:spMkLst>
            <pc:docMk/>
            <pc:sldMk cId="3479009568" sldId="258"/>
            <ac:spMk id="3" creationId="{03364FEF-F44A-4071-922A-E51980E95FCC}"/>
          </ac:spMkLst>
        </pc:spChg>
      </pc:sldChg>
      <pc:sldChg chg="del">
        <pc:chgData name="Ravi Sundaram" userId="a7df020c0a403423" providerId="LiveId" clId="{19513EB1-AC3E-4F61-84D6-0DA1F241EEF1}" dt="2020-07-06T05:58:14.600" v="103" actId="2696"/>
        <pc:sldMkLst>
          <pc:docMk/>
          <pc:sldMk cId="2070658356" sldId="259"/>
        </pc:sldMkLst>
      </pc:sldChg>
      <pc:sldChg chg="del">
        <pc:chgData name="Ravi Sundaram" userId="a7df020c0a403423" providerId="LiveId" clId="{19513EB1-AC3E-4F61-84D6-0DA1F241EEF1}" dt="2020-07-06T05:58:14.740" v="115" actId="2696"/>
        <pc:sldMkLst>
          <pc:docMk/>
          <pc:sldMk cId="585050186" sldId="260"/>
        </pc:sldMkLst>
      </pc:sldChg>
      <pc:sldChg chg="del">
        <pc:chgData name="Ravi Sundaram" userId="a7df020c0a403423" providerId="LiveId" clId="{19513EB1-AC3E-4F61-84D6-0DA1F241EEF1}" dt="2020-07-06T05:58:14.613" v="104" actId="2696"/>
        <pc:sldMkLst>
          <pc:docMk/>
          <pc:sldMk cId="3133888890" sldId="275"/>
        </pc:sldMkLst>
      </pc:sldChg>
      <pc:sldChg chg="del">
        <pc:chgData name="Ravi Sundaram" userId="a7df020c0a403423" providerId="LiveId" clId="{19513EB1-AC3E-4F61-84D6-0DA1F241EEF1}" dt="2020-07-06T05:58:14.624" v="105" actId="2696"/>
        <pc:sldMkLst>
          <pc:docMk/>
          <pc:sldMk cId="4279951466" sldId="276"/>
        </pc:sldMkLst>
      </pc:sldChg>
      <pc:sldChg chg="del">
        <pc:chgData name="Ravi Sundaram" userId="a7df020c0a403423" providerId="LiveId" clId="{19513EB1-AC3E-4F61-84D6-0DA1F241EEF1}" dt="2020-07-06T05:58:14.644" v="107" actId="2696"/>
        <pc:sldMkLst>
          <pc:docMk/>
          <pc:sldMk cId="827947371" sldId="277"/>
        </pc:sldMkLst>
      </pc:sldChg>
      <pc:sldChg chg="del">
        <pc:chgData name="Ravi Sundaram" userId="a7df020c0a403423" providerId="LiveId" clId="{19513EB1-AC3E-4F61-84D6-0DA1F241EEF1}" dt="2020-07-06T05:58:14.654" v="108" actId="2696"/>
        <pc:sldMkLst>
          <pc:docMk/>
          <pc:sldMk cId="1122615267" sldId="278"/>
        </pc:sldMkLst>
      </pc:sldChg>
      <pc:sldChg chg="del">
        <pc:chgData name="Ravi Sundaram" userId="a7df020c0a403423" providerId="LiveId" clId="{19513EB1-AC3E-4F61-84D6-0DA1F241EEF1}" dt="2020-07-06T05:58:14.664" v="109" actId="2696"/>
        <pc:sldMkLst>
          <pc:docMk/>
          <pc:sldMk cId="505879623" sldId="279"/>
        </pc:sldMkLst>
      </pc:sldChg>
      <pc:sldChg chg="del">
        <pc:chgData name="Ravi Sundaram" userId="a7df020c0a403423" providerId="LiveId" clId="{19513EB1-AC3E-4F61-84D6-0DA1F241EEF1}" dt="2020-07-06T05:58:14.675" v="110" actId="2696"/>
        <pc:sldMkLst>
          <pc:docMk/>
          <pc:sldMk cId="853875631" sldId="280"/>
        </pc:sldMkLst>
      </pc:sldChg>
      <pc:sldChg chg="del">
        <pc:chgData name="Ravi Sundaram" userId="a7df020c0a403423" providerId="LiveId" clId="{19513EB1-AC3E-4F61-84D6-0DA1F241EEF1}" dt="2020-07-06T05:58:14.634" v="106" actId="2696"/>
        <pc:sldMkLst>
          <pc:docMk/>
          <pc:sldMk cId="4033978330" sldId="281"/>
        </pc:sldMkLst>
      </pc:sldChg>
      <pc:sldChg chg="del">
        <pc:chgData name="Ravi Sundaram" userId="a7df020c0a403423" providerId="LiveId" clId="{19513EB1-AC3E-4F61-84D6-0DA1F241EEF1}" dt="2020-07-06T05:58:14.683" v="111" actId="2696"/>
        <pc:sldMkLst>
          <pc:docMk/>
          <pc:sldMk cId="2642526880" sldId="282"/>
        </pc:sldMkLst>
      </pc:sldChg>
      <pc:sldChg chg="del">
        <pc:chgData name="Ravi Sundaram" userId="a7df020c0a403423" providerId="LiveId" clId="{19513EB1-AC3E-4F61-84D6-0DA1F241EEF1}" dt="2020-07-06T05:58:14.694" v="112" actId="2696"/>
        <pc:sldMkLst>
          <pc:docMk/>
          <pc:sldMk cId="3660344932" sldId="283"/>
        </pc:sldMkLst>
      </pc:sldChg>
      <pc:sldChg chg="del">
        <pc:chgData name="Ravi Sundaram" userId="a7df020c0a403423" providerId="LiveId" clId="{19513EB1-AC3E-4F61-84D6-0DA1F241EEF1}" dt="2020-07-06T05:58:14.727" v="114" actId="2696"/>
        <pc:sldMkLst>
          <pc:docMk/>
          <pc:sldMk cId="3159837357" sldId="284"/>
        </pc:sldMkLst>
      </pc:sldChg>
      <pc:sldChg chg="del">
        <pc:chgData name="Ravi Sundaram" userId="a7df020c0a403423" providerId="LiveId" clId="{19513EB1-AC3E-4F61-84D6-0DA1F241EEF1}" dt="2020-07-06T05:58:14.706" v="113" actId="2696"/>
        <pc:sldMkLst>
          <pc:docMk/>
          <pc:sldMk cId="3661700666" sldId="285"/>
        </pc:sldMkLst>
      </pc:sldChg>
      <pc:sldChg chg="del">
        <pc:chgData name="Ravi Sundaram" userId="a7df020c0a403423" providerId="LiveId" clId="{19513EB1-AC3E-4F61-84D6-0DA1F241EEF1}" dt="2020-07-06T05:58:14.748" v="116" actId="2696"/>
        <pc:sldMkLst>
          <pc:docMk/>
          <pc:sldMk cId="4011775224" sldId="286"/>
        </pc:sldMkLst>
      </pc:sldChg>
      <pc:sldChg chg="del">
        <pc:chgData name="Ravi Sundaram" userId="a7df020c0a403423" providerId="LiveId" clId="{19513EB1-AC3E-4F61-84D6-0DA1F241EEF1}" dt="2020-07-06T05:58:14.765" v="117" actId="2696"/>
        <pc:sldMkLst>
          <pc:docMk/>
          <pc:sldMk cId="0" sldId="287"/>
        </pc:sldMkLst>
      </pc:sldChg>
      <pc:sldChg chg="del">
        <pc:chgData name="Ravi Sundaram" userId="a7df020c0a403423" providerId="LiveId" clId="{19513EB1-AC3E-4F61-84D6-0DA1F241EEF1}" dt="2020-07-06T05:58:14.791" v="118" actId="2696"/>
        <pc:sldMkLst>
          <pc:docMk/>
          <pc:sldMk cId="0" sldId="288"/>
        </pc:sldMkLst>
      </pc:sldChg>
      <pc:sldChg chg="del">
        <pc:chgData name="Ravi Sundaram" userId="a7df020c0a403423" providerId="LiveId" clId="{19513EB1-AC3E-4F61-84D6-0DA1F241EEF1}" dt="2020-07-06T05:58:14.809" v="119" actId="2696"/>
        <pc:sldMkLst>
          <pc:docMk/>
          <pc:sldMk cId="0" sldId="289"/>
        </pc:sldMkLst>
      </pc:sldChg>
      <pc:sldChg chg="del">
        <pc:chgData name="Ravi Sundaram" userId="a7df020c0a403423" providerId="LiveId" clId="{19513EB1-AC3E-4F61-84D6-0DA1F241EEF1}" dt="2020-07-06T05:58:14.818" v="121" actId="2696"/>
        <pc:sldMkLst>
          <pc:docMk/>
          <pc:sldMk cId="1548377129" sldId="290"/>
        </pc:sldMkLst>
      </pc:sldChg>
      <pc:sldChg chg="modSp del modNotesTx">
        <pc:chgData name="Ravi Sundaram" userId="a7df020c0a403423" providerId="LiveId" clId="{19513EB1-AC3E-4F61-84D6-0DA1F241EEF1}" dt="2020-07-09T02:06:51.123" v="949" actId="2696"/>
        <pc:sldMkLst>
          <pc:docMk/>
          <pc:sldMk cId="1873237354" sldId="291"/>
        </pc:sldMkLst>
        <pc:spChg chg="mod">
          <ac:chgData name="Ravi Sundaram" userId="a7df020c0a403423" providerId="LiveId" clId="{19513EB1-AC3E-4F61-84D6-0DA1F241EEF1}" dt="2020-07-09T01:50:18.851" v="738" actId="20577"/>
          <ac:spMkLst>
            <pc:docMk/>
            <pc:sldMk cId="1873237354" sldId="291"/>
            <ac:spMk id="3" creationId="{1C4EFA41-EDF3-4D89-812E-85BCE7B8A73E}"/>
          </ac:spMkLst>
        </pc:spChg>
      </pc:sldChg>
      <pc:sldChg chg="modSp">
        <pc:chgData name="Ravi Sundaram" userId="a7df020c0a403423" providerId="LiveId" clId="{19513EB1-AC3E-4F61-84D6-0DA1F241EEF1}" dt="2020-07-09T01:46:36.426" v="590" actId="20577"/>
        <pc:sldMkLst>
          <pc:docMk/>
          <pc:sldMk cId="2522838261" sldId="292"/>
        </pc:sldMkLst>
        <pc:spChg chg="mod">
          <ac:chgData name="Ravi Sundaram" userId="a7df020c0a403423" providerId="LiveId" clId="{19513EB1-AC3E-4F61-84D6-0DA1F241EEF1}" dt="2020-07-09T01:46:36.426" v="590" actId="20577"/>
          <ac:spMkLst>
            <pc:docMk/>
            <pc:sldMk cId="2522838261" sldId="292"/>
            <ac:spMk id="3" creationId="{2D4E71CA-3D64-48C3-A1BF-F506485AB5D0}"/>
          </ac:spMkLst>
        </pc:spChg>
      </pc:sldChg>
      <pc:sldChg chg="modSp">
        <pc:chgData name="Ravi Sundaram" userId="a7df020c0a403423" providerId="LiveId" clId="{19513EB1-AC3E-4F61-84D6-0DA1F241EEF1}" dt="2020-07-09T01:46:50.138" v="621" actId="20577"/>
        <pc:sldMkLst>
          <pc:docMk/>
          <pc:sldMk cId="2602221767" sldId="293"/>
        </pc:sldMkLst>
        <pc:spChg chg="mod">
          <ac:chgData name="Ravi Sundaram" userId="a7df020c0a403423" providerId="LiveId" clId="{19513EB1-AC3E-4F61-84D6-0DA1F241EEF1}" dt="2020-07-09T01:46:50.138" v="621" actId="20577"/>
          <ac:spMkLst>
            <pc:docMk/>
            <pc:sldMk cId="2602221767" sldId="293"/>
            <ac:spMk id="3" creationId="{2D4E71CA-3D64-48C3-A1BF-F506485AB5D0}"/>
          </ac:spMkLst>
        </pc:spChg>
      </pc:sldChg>
      <pc:sldChg chg="modSp">
        <pc:chgData name="Ravi Sundaram" userId="a7df020c0a403423" providerId="LiveId" clId="{19513EB1-AC3E-4F61-84D6-0DA1F241EEF1}" dt="2020-07-09T01:43:27.747" v="409" actId="20577"/>
        <pc:sldMkLst>
          <pc:docMk/>
          <pc:sldMk cId="2876685785" sldId="298"/>
        </pc:sldMkLst>
        <pc:spChg chg="mod">
          <ac:chgData name="Ravi Sundaram" userId="a7df020c0a403423" providerId="LiveId" clId="{19513EB1-AC3E-4F61-84D6-0DA1F241EEF1}" dt="2020-07-09T01:43:27.747" v="409" actId="20577"/>
          <ac:spMkLst>
            <pc:docMk/>
            <pc:sldMk cId="2876685785" sldId="298"/>
            <ac:spMk id="3" creationId="{2D4E71CA-3D64-48C3-A1BF-F506485AB5D0}"/>
          </ac:spMkLst>
        </pc:spChg>
      </pc:sldChg>
      <pc:sldChg chg="modSp">
        <pc:chgData name="Ravi Sundaram" userId="a7df020c0a403423" providerId="LiveId" clId="{19513EB1-AC3E-4F61-84D6-0DA1F241EEF1}" dt="2020-07-09T01:47:54.766" v="642" actId="12"/>
        <pc:sldMkLst>
          <pc:docMk/>
          <pc:sldMk cId="2572948063" sldId="301"/>
        </pc:sldMkLst>
        <pc:spChg chg="mod">
          <ac:chgData name="Ravi Sundaram" userId="a7df020c0a403423" providerId="LiveId" clId="{19513EB1-AC3E-4F61-84D6-0DA1F241EEF1}" dt="2020-07-09T01:47:54.766" v="642" actId="12"/>
          <ac:spMkLst>
            <pc:docMk/>
            <pc:sldMk cId="2572948063" sldId="301"/>
            <ac:spMk id="3" creationId="{2D4E71CA-3D64-48C3-A1BF-F506485AB5D0}"/>
          </ac:spMkLst>
        </pc:spChg>
      </pc:sldChg>
      <pc:sldChg chg="modSp">
        <pc:chgData name="Ravi Sundaram" userId="a7df020c0a403423" providerId="LiveId" clId="{19513EB1-AC3E-4F61-84D6-0DA1F241EEF1}" dt="2020-07-09T02:05:09.318" v="903" actId="20577"/>
        <pc:sldMkLst>
          <pc:docMk/>
          <pc:sldMk cId="1309514103" sldId="302"/>
        </pc:sldMkLst>
        <pc:spChg chg="mod">
          <ac:chgData name="Ravi Sundaram" userId="a7df020c0a403423" providerId="LiveId" clId="{19513EB1-AC3E-4F61-84D6-0DA1F241EEF1}" dt="2020-07-09T02:05:09.318" v="903" actId="20577"/>
          <ac:spMkLst>
            <pc:docMk/>
            <pc:sldMk cId="1309514103" sldId="302"/>
            <ac:spMk id="3" creationId="{2D4E71CA-3D64-48C3-A1BF-F506485AB5D0}"/>
          </ac:spMkLst>
        </pc:spChg>
      </pc:sldChg>
      <pc:sldChg chg="modSp del">
        <pc:chgData name="Ravi Sundaram" userId="a7df020c0a403423" providerId="LiveId" clId="{19513EB1-AC3E-4F61-84D6-0DA1F241EEF1}" dt="2020-07-09T02:06:53.704" v="950" actId="2696"/>
        <pc:sldMkLst>
          <pc:docMk/>
          <pc:sldMk cId="78219466" sldId="303"/>
        </pc:sldMkLst>
        <pc:spChg chg="mod">
          <ac:chgData name="Ravi Sundaram" userId="a7df020c0a403423" providerId="LiveId" clId="{19513EB1-AC3E-4F61-84D6-0DA1F241EEF1}" dt="2020-07-09T01:50:32.986" v="739" actId="20577"/>
          <ac:spMkLst>
            <pc:docMk/>
            <pc:sldMk cId="78219466" sldId="303"/>
            <ac:spMk id="3" creationId="{1C4EFA41-EDF3-4D89-812E-85BCE7B8A73E}"/>
          </ac:spMkLst>
        </pc:spChg>
      </pc:sldChg>
      <pc:sldChg chg="modSp">
        <pc:chgData name="Ravi Sundaram" userId="a7df020c0a403423" providerId="LiveId" clId="{19513EB1-AC3E-4F61-84D6-0DA1F241EEF1}" dt="2020-07-09T02:06:04.739" v="947" actId="20577"/>
        <pc:sldMkLst>
          <pc:docMk/>
          <pc:sldMk cId="1768516238" sldId="304"/>
        </pc:sldMkLst>
        <pc:spChg chg="mod">
          <ac:chgData name="Ravi Sundaram" userId="a7df020c0a403423" providerId="LiveId" clId="{19513EB1-AC3E-4F61-84D6-0DA1F241EEF1}" dt="2020-07-09T02:05:38.263" v="945" actId="20577"/>
          <ac:spMkLst>
            <pc:docMk/>
            <pc:sldMk cId="1768516238" sldId="304"/>
            <ac:spMk id="2" creationId="{04F1C0EF-92F3-4DD3-9656-EC5DA238C7DD}"/>
          </ac:spMkLst>
        </pc:spChg>
        <pc:spChg chg="mod">
          <ac:chgData name="Ravi Sundaram" userId="a7df020c0a403423" providerId="LiveId" clId="{19513EB1-AC3E-4F61-84D6-0DA1F241EEF1}" dt="2020-07-09T02:06:04.739" v="947" actId="20577"/>
          <ac:spMkLst>
            <pc:docMk/>
            <pc:sldMk cId="1768516238" sldId="304"/>
            <ac:spMk id="3" creationId="{1C4EFA41-EDF3-4D89-812E-85BCE7B8A73E}"/>
          </ac:spMkLst>
        </pc:spChg>
      </pc:sldChg>
      <pc:sldMasterChg chg="delSldLayout">
        <pc:chgData name="Ravi Sundaram" userId="a7df020c0a403423" providerId="LiveId" clId="{19513EB1-AC3E-4F61-84D6-0DA1F241EEF1}" dt="2020-07-06T05:58:14.810" v="120" actId="2696"/>
        <pc:sldMasterMkLst>
          <pc:docMk/>
          <pc:sldMasterMk cId="2006853913" sldId="2147483648"/>
        </pc:sldMasterMkLst>
        <pc:sldLayoutChg chg="del">
          <pc:chgData name="Ravi Sundaram" userId="a7df020c0a403423" providerId="LiveId" clId="{19513EB1-AC3E-4F61-84D6-0DA1F241EEF1}" dt="2020-07-06T05:58:14.810" v="120" actId="2696"/>
          <pc:sldLayoutMkLst>
            <pc:docMk/>
            <pc:sldMasterMk cId="2006853913" sldId="2147483648"/>
            <pc:sldLayoutMk cId="1015555657" sldId="2147483662"/>
          </pc:sldLayoutMkLst>
        </pc:sldLayoutChg>
      </pc:sldMasterChg>
    </pc:docChg>
  </pc:docChgLst>
  <pc:docChgLst>
    <pc:chgData name="Ravi Sundaram" userId="a7df020c0a403423" providerId="LiveId" clId="{B100C61C-D70C-4292-AE06-39CC4ACEB277}"/>
    <pc:docChg chg="custSel addSld delSld modSld">
      <pc:chgData name="Ravi Sundaram" userId="a7df020c0a403423" providerId="LiveId" clId="{B100C61C-D70C-4292-AE06-39CC4ACEB277}" dt="2020-07-12T06:05:36.740" v="1763" actId="20577"/>
      <pc:docMkLst>
        <pc:docMk/>
      </pc:docMkLst>
      <pc:sldChg chg="modSp">
        <pc:chgData name="Ravi Sundaram" userId="a7df020c0a403423" providerId="LiveId" clId="{B100C61C-D70C-4292-AE06-39CC4ACEB277}" dt="2020-07-10T02:34:52.528" v="61" actId="20577"/>
        <pc:sldMkLst>
          <pc:docMk/>
          <pc:sldMk cId="4099122483" sldId="257"/>
        </pc:sldMkLst>
        <pc:spChg chg="mod">
          <ac:chgData name="Ravi Sundaram" userId="a7df020c0a403423" providerId="LiveId" clId="{B100C61C-D70C-4292-AE06-39CC4ACEB277}" dt="2020-07-10T02:34:52.528" v="61" actId="20577"/>
          <ac:spMkLst>
            <pc:docMk/>
            <pc:sldMk cId="4099122483" sldId="257"/>
            <ac:spMk id="2" creationId="{80797C44-BBD0-4A67-A16E-1796651C5A29}"/>
          </ac:spMkLst>
        </pc:spChg>
      </pc:sldChg>
      <pc:sldChg chg="modSp">
        <pc:chgData name="Ravi Sundaram" userId="a7df020c0a403423" providerId="LiveId" clId="{B100C61C-D70C-4292-AE06-39CC4ACEB277}" dt="2020-07-10T03:13:23.989" v="300" actId="20577"/>
        <pc:sldMkLst>
          <pc:docMk/>
          <pc:sldMk cId="3479009568" sldId="258"/>
        </pc:sldMkLst>
        <pc:spChg chg="mod">
          <ac:chgData name="Ravi Sundaram" userId="a7df020c0a403423" providerId="LiveId" clId="{B100C61C-D70C-4292-AE06-39CC4ACEB277}" dt="2020-07-10T03:13:23.989" v="300" actId="20577"/>
          <ac:spMkLst>
            <pc:docMk/>
            <pc:sldMk cId="3479009568" sldId="258"/>
            <ac:spMk id="3" creationId="{03364FEF-F44A-4071-922A-E51980E95FCC}"/>
          </ac:spMkLst>
        </pc:spChg>
      </pc:sldChg>
      <pc:sldChg chg="del">
        <pc:chgData name="Ravi Sundaram" userId="a7df020c0a403423" providerId="LiveId" clId="{B100C61C-D70C-4292-AE06-39CC4ACEB277}" dt="2020-07-10T02:36:54.747" v="62" actId="2696"/>
        <pc:sldMkLst>
          <pc:docMk/>
          <pc:sldMk cId="2070658356" sldId="259"/>
        </pc:sldMkLst>
      </pc:sldChg>
      <pc:sldChg chg="modSp add">
        <pc:chgData name="Ravi Sundaram" userId="a7df020c0a403423" providerId="LiveId" clId="{B100C61C-D70C-4292-AE06-39CC4ACEB277}" dt="2020-07-12T05:59:44.566" v="1712" actId="255"/>
        <pc:sldMkLst>
          <pc:docMk/>
          <pc:sldMk cId="0" sldId="266"/>
        </pc:sldMkLst>
        <pc:spChg chg="mod">
          <ac:chgData name="Ravi Sundaram" userId="a7df020c0a403423" providerId="LiveId" clId="{B100C61C-D70C-4292-AE06-39CC4ACEB277}" dt="2020-07-12T05:59:44.566" v="1712" actId="255"/>
          <ac:spMkLst>
            <pc:docMk/>
            <pc:sldMk cId="0" sldId="266"/>
            <ac:spMk id="71683" creationId="{28616B48-0A3C-4B4D-91CA-F180CA2B39A6}"/>
          </ac:spMkLst>
        </pc:spChg>
      </pc:sldChg>
      <pc:sldChg chg="modSp add">
        <pc:chgData name="Ravi Sundaram" userId="a7df020c0a403423" providerId="LiveId" clId="{B100C61C-D70C-4292-AE06-39CC4ACEB277}" dt="2020-07-12T06:00:08.653" v="1714" actId="255"/>
        <pc:sldMkLst>
          <pc:docMk/>
          <pc:sldMk cId="0" sldId="267"/>
        </pc:sldMkLst>
        <pc:spChg chg="mod">
          <ac:chgData name="Ravi Sundaram" userId="a7df020c0a403423" providerId="LiveId" clId="{B100C61C-D70C-4292-AE06-39CC4ACEB277}" dt="2020-07-12T06:00:08.653" v="1714" actId="255"/>
          <ac:spMkLst>
            <pc:docMk/>
            <pc:sldMk cId="0" sldId="267"/>
            <ac:spMk id="72708" creationId="{AAB39294-C802-45D3-8220-A2E3737FF147}"/>
          </ac:spMkLst>
        </pc:spChg>
        <pc:spChg chg="mod">
          <ac:chgData name="Ravi Sundaram" userId="a7df020c0a403423" providerId="LiveId" clId="{B100C61C-D70C-4292-AE06-39CC4ACEB277}" dt="2020-07-12T06:00:01.229" v="1713" actId="255"/>
          <ac:spMkLst>
            <pc:docMk/>
            <pc:sldMk cId="0" sldId="267"/>
            <ac:spMk id="72709" creationId="{ACCF2CBA-E16D-49A4-8C8E-9B9E76AB2643}"/>
          </ac:spMkLst>
        </pc:spChg>
      </pc:sldChg>
      <pc:sldChg chg="modSp add">
        <pc:chgData name="Ravi Sundaram" userId="a7df020c0a403423" providerId="LiveId" clId="{B100C61C-D70C-4292-AE06-39CC4ACEB277}" dt="2020-07-12T06:00:39.177" v="1718" actId="255"/>
        <pc:sldMkLst>
          <pc:docMk/>
          <pc:sldMk cId="0" sldId="268"/>
        </pc:sldMkLst>
        <pc:spChg chg="mod">
          <ac:chgData name="Ravi Sundaram" userId="a7df020c0a403423" providerId="LiveId" clId="{B100C61C-D70C-4292-AE06-39CC4ACEB277}" dt="2020-07-12T06:00:32.837" v="1717" actId="255"/>
          <ac:spMkLst>
            <pc:docMk/>
            <pc:sldMk cId="0" sldId="268"/>
            <ac:spMk id="73736" creationId="{3BD04B98-F3D5-4F9E-B9D2-DD2118E67DD9}"/>
          </ac:spMkLst>
        </pc:spChg>
        <pc:spChg chg="mod">
          <ac:chgData name="Ravi Sundaram" userId="a7df020c0a403423" providerId="LiveId" clId="{B100C61C-D70C-4292-AE06-39CC4ACEB277}" dt="2020-07-12T06:00:39.177" v="1718" actId="255"/>
          <ac:spMkLst>
            <pc:docMk/>
            <pc:sldMk cId="0" sldId="268"/>
            <ac:spMk id="73737" creationId="{E5968B2D-1D7E-4851-B0D6-9AAB7757788B}"/>
          </ac:spMkLst>
        </pc:spChg>
        <pc:spChg chg="mod">
          <ac:chgData name="Ravi Sundaram" userId="a7df020c0a403423" providerId="LiveId" clId="{B100C61C-D70C-4292-AE06-39CC4ACEB277}" dt="2020-07-12T06:00:24.817" v="1716" actId="255"/>
          <ac:spMkLst>
            <pc:docMk/>
            <pc:sldMk cId="0" sldId="268"/>
            <ac:spMk id="73738" creationId="{C7EBBA88-9BB8-45FF-9663-23568391FB9D}"/>
          </ac:spMkLst>
        </pc:spChg>
        <pc:spChg chg="mod">
          <ac:chgData name="Ravi Sundaram" userId="a7df020c0a403423" providerId="LiveId" clId="{B100C61C-D70C-4292-AE06-39CC4ACEB277}" dt="2020-07-12T06:00:17.323" v="1715" actId="255"/>
          <ac:spMkLst>
            <pc:docMk/>
            <pc:sldMk cId="0" sldId="268"/>
            <ac:spMk id="73739" creationId="{1606CD40-9000-4A0D-99A8-398E218224F4}"/>
          </ac:spMkLst>
        </pc:spChg>
        <pc:grpChg chg="mod">
          <ac:chgData name="Ravi Sundaram" userId="a7df020c0a403423" providerId="LiveId" clId="{B100C61C-D70C-4292-AE06-39CC4ACEB277}" dt="2020-07-12T06:00:39.177" v="1718" actId="255"/>
          <ac:grpSpMkLst>
            <pc:docMk/>
            <pc:sldMk cId="0" sldId="268"/>
            <ac:grpSpMk id="73735" creationId="{376F3878-32A2-4349-8CC4-7AB90EA4C4C3}"/>
          </ac:grpSpMkLst>
        </pc:grpChg>
      </pc:sldChg>
      <pc:sldChg chg="modSp add">
        <pc:chgData name="Ravi Sundaram" userId="a7df020c0a403423" providerId="LiveId" clId="{B100C61C-D70C-4292-AE06-39CC4ACEB277}" dt="2020-07-12T06:01:44.598" v="1726" actId="255"/>
        <pc:sldMkLst>
          <pc:docMk/>
          <pc:sldMk cId="0" sldId="269"/>
        </pc:sldMkLst>
        <pc:spChg chg="mod">
          <ac:chgData name="Ravi Sundaram" userId="a7df020c0a403423" providerId="LiveId" clId="{B100C61C-D70C-4292-AE06-39CC4ACEB277}" dt="2020-07-12T06:01:23.425" v="1723" actId="255"/>
          <ac:spMkLst>
            <pc:docMk/>
            <pc:sldMk cId="0" sldId="269"/>
            <ac:spMk id="74764" creationId="{3C25FC5C-8CB3-4315-94FB-C8249973F9DB}"/>
          </ac:spMkLst>
        </pc:spChg>
        <pc:spChg chg="mod">
          <ac:chgData name="Ravi Sundaram" userId="a7df020c0a403423" providerId="LiveId" clId="{B100C61C-D70C-4292-AE06-39CC4ACEB277}" dt="2020-07-12T06:01:30.832" v="1724" actId="255"/>
          <ac:spMkLst>
            <pc:docMk/>
            <pc:sldMk cId="0" sldId="269"/>
            <ac:spMk id="74765" creationId="{B0D626D8-F7C3-423E-A41F-E7A12B3A944B}"/>
          </ac:spMkLst>
        </pc:spChg>
        <pc:spChg chg="mod">
          <ac:chgData name="Ravi Sundaram" userId="a7df020c0a403423" providerId="LiveId" clId="{B100C61C-D70C-4292-AE06-39CC4ACEB277}" dt="2020-07-12T06:01:37.839" v="1725" actId="255"/>
          <ac:spMkLst>
            <pc:docMk/>
            <pc:sldMk cId="0" sldId="269"/>
            <ac:spMk id="74766" creationId="{27C5492B-96D9-4AEA-A725-03C6BE40A62E}"/>
          </ac:spMkLst>
        </pc:spChg>
        <pc:spChg chg="mod">
          <ac:chgData name="Ravi Sundaram" userId="a7df020c0a403423" providerId="LiveId" clId="{B100C61C-D70C-4292-AE06-39CC4ACEB277}" dt="2020-07-12T06:01:44.598" v="1726" actId="255"/>
          <ac:spMkLst>
            <pc:docMk/>
            <pc:sldMk cId="0" sldId="269"/>
            <ac:spMk id="74767" creationId="{3E896EB0-C57A-4DD5-94B8-5C1993863353}"/>
          </ac:spMkLst>
        </pc:spChg>
        <pc:spChg chg="mod">
          <ac:chgData name="Ravi Sundaram" userId="a7df020c0a403423" providerId="LiveId" clId="{B100C61C-D70C-4292-AE06-39CC4ACEB277}" dt="2020-07-12T06:00:50.345" v="1719" actId="255"/>
          <ac:spMkLst>
            <pc:docMk/>
            <pc:sldMk cId="0" sldId="269"/>
            <ac:spMk id="74770" creationId="{36E01D49-591D-4A15-9328-4CA82145968A}"/>
          </ac:spMkLst>
        </pc:spChg>
        <pc:spChg chg="mod">
          <ac:chgData name="Ravi Sundaram" userId="a7df020c0a403423" providerId="LiveId" clId="{B100C61C-D70C-4292-AE06-39CC4ACEB277}" dt="2020-07-12T06:00:57.815" v="1720" actId="255"/>
          <ac:spMkLst>
            <pc:docMk/>
            <pc:sldMk cId="0" sldId="269"/>
            <ac:spMk id="74773" creationId="{1AD3EE61-9C14-4120-9323-981E9D98DD78}"/>
          </ac:spMkLst>
        </pc:spChg>
        <pc:spChg chg="mod">
          <ac:chgData name="Ravi Sundaram" userId="a7df020c0a403423" providerId="LiveId" clId="{B100C61C-D70C-4292-AE06-39CC4ACEB277}" dt="2020-07-12T06:01:03.903" v="1721" actId="255"/>
          <ac:spMkLst>
            <pc:docMk/>
            <pc:sldMk cId="0" sldId="269"/>
            <ac:spMk id="74778" creationId="{2EB8C787-213D-4889-B74B-D1AF9350BCBA}"/>
          </ac:spMkLst>
        </pc:spChg>
        <pc:spChg chg="mod">
          <ac:chgData name="Ravi Sundaram" userId="a7df020c0a403423" providerId="LiveId" clId="{B100C61C-D70C-4292-AE06-39CC4ACEB277}" dt="2020-07-12T06:01:13.996" v="1722" actId="255"/>
          <ac:spMkLst>
            <pc:docMk/>
            <pc:sldMk cId="0" sldId="269"/>
            <ac:spMk id="74779" creationId="{A25F35F6-2E73-4CC8-B1A5-1E037A7E8CA7}"/>
          </ac:spMkLst>
        </pc:spChg>
      </pc:sldChg>
      <pc:sldChg chg="modSp add">
        <pc:chgData name="Ravi Sundaram" userId="a7df020c0a403423" providerId="LiveId" clId="{B100C61C-D70C-4292-AE06-39CC4ACEB277}" dt="2020-07-10T03:43:22.880" v="1642" actId="255"/>
        <pc:sldMkLst>
          <pc:docMk/>
          <pc:sldMk cId="0" sldId="270"/>
        </pc:sldMkLst>
        <pc:spChg chg="mod">
          <ac:chgData name="Ravi Sundaram" userId="a7df020c0a403423" providerId="LiveId" clId="{B100C61C-D70C-4292-AE06-39CC4ACEB277}" dt="2020-07-10T03:42:36.349" v="1637" actId="255"/>
          <ac:spMkLst>
            <pc:docMk/>
            <pc:sldMk cId="0" sldId="270"/>
            <ac:spMk id="75788" creationId="{5E75DD0C-EC17-4F41-A4A3-4A39B3ECC11A}"/>
          </ac:spMkLst>
        </pc:spChg>
        <pc:spChg chg="mod">
          <ac:chgData name="Ravi Sundaram" userId="a7df020c0a403423" providerId="LiveId" clId="{B100C61C-D70C-4292-AE06-39CC4ACEB277}" dt="2020-07-10T03:42:43.148" v="1638" actId="255"/>
          <ac:spMkLst>
            <pc:docMk/>
            <pc:sldMk cId="0" sldId="270"/>
            <ac:spMk id="75789" creationId="{8BA05CEC-ED50-4198-89EA-17709EBA3518}"/>
          </ac:spMkLst>
        </pc:spChg>
        <pc:spChg chg="mod">
          <ac:chgData name="Ravi Sundaram" userId="a7df020c0a403423" providerId="LiveId" clId="{B100C61C-D70C-4292-AE06-39CC4ACEB277}" dt="2020-07-10T03:42:57.825" v="1640" actId="255"/>
          <ac:spMkLst>
            <pc:docMk/>
            <pc:sldMk cId="0" sldId="270"/>
            <ac:spMk id="75790" creationId="{5F4BA520-D21C-453A-A06D-E2A508C8F0E1}"/>
          </ac:spMkLst>
        </pc:spChg>
        <pc:spChg chg="mod">
          <ac:chgData name="Ravi Sundaram" userId="a7df020c0a403423" providerId="LiveId" clId="{B100C61C-D70C-4292-AE06-39CC4ACEB277}" dt="2020-07-10T03:43:10.995" v="1641" actId="255"/>
          <ac:spMkLst>
            <pc:docMk/>
            <pc:sldMk cId="0" sldId="270"/>
            <ac:spMk id="75791" creationId="{88B31066-0413-4FDC-B731-0C4B66E80D31}"/>
          </ac:spMkLst>
        </pc:spChg>
        <pc:spChg chg="mod">
          <ac:chgData name="Ravi Sundaram" userId="a7df020c0a403423" providerId="LiveId" clId="{B100C61C-D70C-4292-AE06-39CC4ACEB277}" dt="2020-07-10T03:42:27.986" v="1636" actId="255"/>
          <ac:spMkLst>
            <pc:docMk/>
            <pc:sldMk cId="0" sldId="270"/>
            <ac:spMk id="75792" creationId="{46773003-5721-41AC-A411-7EA7EF63A412}"/>
          </ac:spMkLst>
        </pc:spChg>
        <pc:spChg chg="mod">
          <ac:chgData name="Ravi Sundaram" userId="a7df020c0a403423" providerId="LiveId" clId="{B100C61C-D70C-4292-AE06-39CC4ACEB277}" dt="2020-07-10T03:42:49.902" v="1639" actId="255"/>
          <ac:spMkLst>
            <pc:docMk/>
            <pc:sldMk cId="0" sldId="270"/>
            <ac:spMk id="75793" creationId="{B95036CD-2F18-459E-A5EB-6D7934FF741D}"/>
          </ac:spMkLst>
        </pc:spChg>
        <pc:spChg chg="mod">
          <ac:chgData name="Ravi Sundaram" userId="a7df020c0a403423" providerId="LiveId" clId="{B100C61C-D70C-4292-AE06-39CC4ACEB277}" dt="2020-07-10T03:43:22.880" v="1642" actId="255"/>
          <ac:spMkLst>
            <pc:docMk/>
            <pc:sldMk cId="0" sldId="270"/>
            <ac:spMk id="75794" creationId="{0F8465ED-160D-4A10-9934-8FC25DB1CD57}"/>
          </ac:spMkLst>
        </pc:spChg>
        <pc:spChg chg="mod">
          <ac:chgData name="Ravi Sundaram" userId="a7df020c0a403423" providerId="LiveId" clId="{B100C61C-D70C-4292-AE06-39CC4ACEB277}" dt="2020-07-10T03:42:12.275" v="1634" actId="255"/>
          <ac:spMkLst>
            <pc:docMk/>
            <pc:sldMk cId="0" sldId="270"/>
            <ac:spMk id="75796" creationId="{17A1E33E-2D63-40C0-A1A2-78DFC93EF655}"/>
          </ac:spMkLst>
        </pc:spChg>
        <pc:spChg chg="mod">
          <ac:chgData name="Ravi Sundaram" userId="a7df020c0a403423" providerId="LiveId" clId="{B100C61C-D70C-4292-AE06-39CC4ACEB277}" dt="2020-07-10T03:42:20.063" v="1635" actId="255"/>
          <ac:spMkLst>
            <pc:docMk/>
            <pc:sldMk cId="0" sldId="270"/>
            <ac:spMk id="75799" creationId="{C3404450-65FC-449F-81E1-2799C956FE7A}"/>
          </ac:spMkLst>
        </pc:spChg>
      </pc:sldChg>
      <pc:sldChg chg="modSp add">
        <pc:chgData name="Ravi Sundaram" userId="a7df020c0a403423" providerId="LiveId" clId="{B100C61C-D70C-4292-AE06-39CC4ACEB277}" dt="2020-07-12T06:03:08.578" v="1731" actId="14100"/>
        <pc:sldMkLst>
          <pc:docMk/>
          <pc:sldMk cId="0" sldId="272"/>
        </pc:sldMkLst>
        <pc:spChg chg="mod">
          <ac:chgData name="Ravi Sundaram" userId="a7df020c0a403423" providerId="LiveId" clId="{B100C61C-D70C-4292-AE06-39CC4ACEB277}" dt="2020-07-10T03:43:37.896" v="1643" actId="255"/>
          <ac:spMkLst>
            <pc:docMk/>
            <pc:sldMk cId="0" sldId="272"/>
            <ac:spMk id="77848" creationId="{E41AB748-3AF6-4C9B-9B3D-5B9913B5911F}"/>
          </ac:spMkLst>
        </pc:spChg>
        <pc:spChg chg="mod">
          <ac:chgData name="Ravi Sundaram" userId="a7df020c0a403423" providerId="LiveId" clId="{B100C61C-D70C-4292-AE06-39CC4ACEB277}" dt="2020-07-10T03:44:07.024" v="1647" actId="255"/>
          <ac:spMkLst>
            <pc:docMk/>
            <pc:sldMk cId="0" sldId="272"/>
            <ac:spMk id="77857" creationId="{1187DD84-9C08-4D1C-B7D2-1CD2D732384E}"/>
          </ac:spMkLst>
        </pc:spChg>
        <pc:spChg chg="mod">
          <ac:chgData name="Ravi Sundaram" userId="a7df020c0a403423" providerId="LiveId" clId="{B100C61C-D70C-4292-AE06-39CC4ACEB277}" dt="2020-07-10T03:44:13.899" v="1648" actId="255"/>
          <ac:spMkLst>
            <pc:docMk/>
            <pc:sldMk cId="0" sldId="272"/>
            <ac:spMk id="77858" creationId="{34938888-F668-42C8-A75A-F7625BB11CC1}"/>
          </ac:spMkLst>
        </pc:spChg>
        <pc:spChg chg="mod">
          <ac:chgData name="Ravi Sundaram" userId="a7df020c0a403423" providerId="LiveId" clId="{B100C61C-D70C-4292-AE06-39CC4ACEB277}" dt="2020-07-10T03:44:21.571" v="1649" actId="255"/>
          <ac:spMkLst>
            <pc:docMk/>
            <pc:sldMk cId="0" sldId="272"/>
            <ac:spMk id="77859" creationId="{EF71ABF9-9AB0-429C-B584-3A8D3199BB1A}"/>
          </ac:spMkLst>
        </pc:spChg>
        <pc:spChg chg="mod">
          <ac:chgData name="Ravi Sundaram" userId="a7df020c0a403423" providerId="LiveId" clId="{B100C61C-D70C-4292-AE06-39CC4ACEB277}" dt="2020-07-10T03:44:28.941" v="1650" actId="255"/>
          <ac:spMkLst>
            <pc:docMk/>
            <pc:sldMk cId="0" sldId="272"/>
            <ac:spMk id="77860" creationId="{9B70288C-802B-42DD-BA14-A495DB275E29}"/>
          </ac:spMkLst>
        </pc:spChg>
        <pc:spChg chg="mod">
          <ac:chgData name="Ravi Sundaram" userId="a7df020c0a403423" providerId="LiveId" clId="{B100C61C-D70C-4292-AE06-39CC4ACEB277}" dt="2020-07-10T03:43:53.827" v="1645" actId="255"/>
          <ac:spMkLst>
            <pc:docMk/>
            <pc:sldMk cId="0" sldId="272"/>
            <ac:spMk id="77861" creationId="{05119FC0-9F6B-4E08-B9B8-C39167C23436}"/>
          </ac:spMkLst>
        </pc:spChg>
        <pc:spChg chg="mod">
          <ac:chgData name="Ravi Sundaram" userId="a7df020c0a403423" providerId="LiveId" clId="{B100C61C-D70C-4292-AE06-39CC4ACEB277}" dt="2020-07-10T03:44:00.408" v="1646" actId="255"/>
          <ac:spMkLst>
            <pc:docMk/>
            <pc:sldMk cId="0" sldId="272"/>
            <ac:spMk id="77862" creationId="{8E747950-BD98-4970-AC3F-B158E2F653F9}"/>
          </ac:spMkLst>
        </pc:spChg>
        <pc:spChg chg="mod">
          <ac:chgData name="Ravi Sundaram" userId="a7df020c0a403423" providerId="LiveId" clId="{B100C61C-D70C-4292-AE06-39CC4ACEB277}" dt="2020-07-10T03:44:36.883" v="1651" actId="255"/>
          <ac:spMkLst>
            <pc:docMk/>
            <pc:sldMk cId="0" sldId="272"/>
            <ac:spMk id="77863" creationId="{5F1F0582-3518-4C73-BCE4-8238278A992A}"/>
          </ac:spMkLst>
        </pc:spChg>
        <pc:spChg chg="mod">
          <ac:chgData name="Ravi Sundaram" userId="a7df020c0a403423" providerId="LiveId" clId="{B100C61C-D70C-4292-AE06-39CC4ACEB277}" dt="2020-07-10T03:43:47.943" v="1644" actId="255"/>
          <ac:spMkLst>
            <pc:docMk/>
            <pc:sldMk cId="0" sldId="272"/>
            <ac:spMk id="77870" creationId="{77ADECA9-F60F-48CC-BAC7-CC8E0EA09597}"/>
          </ac:spMkLst>
        </pc:spChg>
        <pc:graphicFrameChg chg="mod">
          <ac:chgData name="Ravi Sundaram" userId="a7df020c0a403423" providerId="LiveId" clId="{B100C61C-D70C-4292-AE06-39CC4ACEB277}" dt="2020-07-12T06:03:08.578" v="1731" actId="14100"/>
          <ac:graphicFrameMkLst>
            <pc:docMk/>
            <pc:sldMk cId="0" sldId="272"/>
            <ac:graphicFrameMk id="77867" creationId="{DA7AA5F1-50DC-4360-B667-FC603449A847}"/>
          </ac:graphicFrameMkLst>
        </pc:graphicFrameChg>
      </pc:sldChg>
      <pc:sldChg chg="modSp add">
        <pc:chgData name="Ravi Sundaram" userId="a7df020c0a403423" providerId="LiveId" clId="{B100C61C-D70C-4292-AE06-39CC4ACEB277}" dt="2020-07-12T06:02:51.848" v="1730" actId="14100"/>
        <pc:sldMkLst>
          <pc:docMk/>
          <pc:sldMk cId="0" sldId="273"/>
        </pc:sldMkLst>
        <pc:spChg chg="mod">
          <ac:chgData name="Ravi Sundaram" userId="a7df020c0a403423" providerId="LiveId" clId="{B100C61C-D70C-4292-AE06-39CC4ACEB277}" dt="2020-07-10T03:45:00.087" v="1652" actId="255"/>
          <ac:spMkLst>
            <pc:docMk/>
            <pc:sldMk cId="0" sldId="273"/>
            <ac:spMk id="78874" creationId="{6637FB6A-1960-483C-990A-0A5BC00CC318}"/>
          </ac:spMkLst>
        </pc:spChg>
        <pc:spChg chg="mod">
          <ac:chgData name="Ravi Sundaram" userId="a7df020c0a403423" providerId="LiveId" clId="{B100C61C-D70C-4292-AE06-39CC4ACEB277}" dt="2020-07-10T03:45:24.510" v="1656" actId="255"/>
          <ac:spMkLst>
            <pc:docMk/>
            <pc:sldMk cId="0" sldId="273"/>
            <ac:spMk id="78883" creationId="{89B18928-9216-4B26-BC20-2098E3240B9E}"/>
          </ac:spMkLst>
        </pc:spChg>
        <pc:spChg chg="mod">
          <ac:chgData name="Ravi Sundaram" userId="a7df020c0a403423" providerId="LiveId" clId="{B100C61C-D70C-4292-AE06-39CC4ACEB277}" dt="2020-07-10T03:45:30.962" v="1657" actId="255"/>
          <ac:spMkLst>
            <pc:docMk/>
            <pc:sldMk cId="0" sldId="273"/>
            <ac:spMk id="78884" creationId="{4A538C12-1075-4315-B56F-74EAF4FBABBC}"/>
          </ac:spMkLst>
        </pc:spChg>
        <pc:spChg chg="mod">
          <ac:chgData name="Ravi Sundaram" userId="a7df020c0a403423" providerId="LiveId" clId="{B100C61C-D70C-4292-AE06-39CC4ACEB277}" dt="2020-07-10T03:45:36.356" v="1658" actId="255"/>
          <ac:spMkLst>
            <pc:docMk/>
            <pc:sldMk cId="0" sldId="273"/>
            <ac:spMk id="78885" creationId="{9ACD43D7-984B-4E73-A15E-420E8778B726}"/>
          </ac:spMkLst>
        </pc:spChg>
        <pc:spChg chg="mod">
          <ac:chgData name="Ravi Sundaram" userId="a7df020c0a403423" providerId="LiveId" clId="{B100C61C-D70C-4292-AE06-39CC4ACEB277}" dt="2020-07-10T03:45:42.653" v="1659" actId="255"/>
          <ac:spMkLst>
            <pc:docMk/>
            <pc:sldMk cId="0" sldId="273"/>
            <ac:spMk id="78886" creationId="{BEA9B188-E949-4520-BE99-57EEAE9E22EB}"/>
          </ac:spMkLst>
        </pc:spChg>
        <pc:spChg chg="mod">
          <ac:chgData name="Ravi Sundaram" userId="a7df020c0a403423" providerId="LiveId" clId="{B100C61C-D70C-4292-AE06-39CC4ACEB277}" dt="2020-07-10T03:45:12.081" v="1654" actId="255"/>
          <ac:spMkLst>
            <pc:docMk/>
            <pc:sldMk cId="0" sldId="273"/>
            <ac:spMk id="78887" creationId="{03A3FD50-CA57-4C99-8AE0-47742CD9DA63}"/>
          </ac:spMkLst>
        </pc:spChg>
        <pc:spChg chg="mod">
          <ac:chgData name="Ravi Sundaram" userId="a7df020c0a403423" providerId="LiveId" clId="{B100C61C-D70C-4292-AE06-39CC4ACEB277}" dt="2020-07-10T03:45:17.962" v="1655" actId="255"/>
          <ac:spMkLst>
            <pc:docMk/>
            <pc:sldMk cId="0" sldId="273"/>
            <ac:spMk id="78888" creationId="{7A49D024-A55A-4444-9020-2DF86F9D5DBE}"/>
          </ac:spMkLst>
        </pc:spChg>
        <pc:spChg chg="mod">
          <ac:chgData name="Ravi Sundaram" userId="a7df020c0a403423" providerId="LiveId" clId="{B100C61C-D70C-4292-AE06-39CC4ACEB277}" dt="2020-07-10T03:45:49.971" v="1660" actId="255"/>
          <ac:spMkLst>
            <pc:docMk/>
            <pc:sldMk cId="0" sldId="273"/>
            <ac:spMk id="78889" creationId="{71B697C9-9C6C-4720-92A9-B316CED7894E}"/>
          </ac:spMkLst>
        </pc:spChg>
        <pc:spChg chg="mod">
          <ac:chgData name="Ravi Sundaram" userId="a7df020c0a403423" providerId="LiveId" clId="{B100C61C-D70C-4292-AE06-39CC4ACEB277}" dt="2020-07-10T03:45:06.499" v="1653" actId="255"/>
          <ac:spMkLst>
            <pc:docMk/>
            <pc:sldMk cId="0" sldId="273"/>
            <ac:spMk id="78895" creationId="{6B04E03A-1780-4660-9107-36CAA5BAE01A}"/>
          </ac:spMkLst>
        </pc:spChg>
        <pc:graphicFrameChg chg="mod">
          <ac:chgData name="Ravi Sundaram" userId="a7df020c0a403423" providerId="LiveId" clId="{B100C61C-D70C-4292-AE06-39CC4ACEB277}" dt="2020-07-12T06:02:51.848" v="1730" actId="14100"/>
          <ac:graphicFrameMkLst>
            <pc:docMk/>
            <pc:sldMk cId="0" sldId="273"/>
            <ac:graphicFrameMk id="78891" creationId="{AB000739-E657-4EFF-9188-93C77BCDFF31}"/>
          </ac:graphicFrameMkLst>
        </pc:graphicFrameChg>
        <pc:graphicFrameChg chg="mod">
          <ac:chgData name="Ravi Sundaram" userId="a7df020c0a403423" providerId="LiveId" clId="{B100C61C-D70C-4292-AE06-39CC4ACEB277}" dt="2020-07-12T06:02:33.878" v="1727" actId="14100"/>
          <ac:graphicFrameMkLst>
            <pc:docMk/>
            <pc:sldMk cId="0" sldId="273"/>
            <ac:graphicFrameMk id="78892" creationId="{124CD7DA-B379-4EDF-8220-247A6825CFA4}"/>
          </ac:graphicFrameMkLst>
        </pc:graphicFrameChg>
      </pc:sldChg>
      <pc:sldChg chg="modSp add">
        <pc:chgData name="Ravi Sundaram" userId="a7df020c0a403423" providerId="LiveId" clId="{B100C61C-D70C-4292-AE06-39CC4ACEB277}" dt="2020-07-12T06:03:37.162" v="1737" actId="1076"/>
        <pc:sldMkLst>
          <pc:docMk/>
          <pc:sldMk cId="0" sldId="274"/>
        </pc:sldMkLst>
        <pc:spChg chg="mod">
          <ac:chgData name="Ravi Sundaram" userId="a7df020c0a403423" providerId="LiveId" clId="{B100C61C-D70C-4292-AE06-39CC4ACEB277}" dt="2020-07-10T03:46:02.967" v="1661" actId="255"/>
          <ac:spMkLst>
            <pc:docMk/>
            <pc:sldMk cId="0" sldId="274"/>
            <ac:spMk id="79901" creationId="{80979B22-B69C-4C59-861E-EE93511FB2E9}"/>
          </ac:spMkLst>
        </pc:spChg>
        <pc:spChg chg="mod">
          <ac:chgData name="Ravi Sundaram" userId="a7df020c0a403423" providerId="LiveId" clId="{B100C61C-D70C-4292-AE06-39CC4ACEB277}" dt="2020-07-10T03:46:30.211" v="1665" actId="255"/>
          <ac:spMkLst>
            <pc:docMk/>
            <pc:sldMk cId="0" sldId="274"/>
            <ac:spMk id="79910" creationId="{21AD14AF-B46A-4F98-A42A-6BA13A875DEF}"/>
          </ac:spMkLst>
        </pc:spChg>
        <pc:spChg chg="mod">
          <ac:chgData name="Ravi Sundaram" userId="a7df020c0a403423" providerId="LiveId" clId="{B100C61C-D70C-4292-AE06-39CC4ACEB277}" dt="2020-07-10T03:46:36.131" v="1666" actId="255"/>
          <ac:spMkLst>
            <pc:docMk/>
            <pc:sldMk cId="0" sldId="274"/>
            <ac:spMk id="79911" creationId="{0D41467F-D7E0-4A02-9EA3-7AE5F6E0FED4}"/>
          </ac:spMkLst>
        </pc:spChg>
        <pc:spChg chg="mod">
          <ac:chgData name="Ravi Sundaram" userId="a7df020c0a403423" providerId="LiveId" clId="{B100C61C-D70C-4292-AE06-39CC4ACEB277}" dt="2020-07-10T03:46:42.834" v="1667" actId="255"/>
          <ac:spMkLst>
            <pc:docMk/>
            <pc:sldMk cId="0" sldId="274"/>
            <ac:spMk id="79912" creationId="{15BE770D-5779-40B0-AFBB-6380F8EA8858}"/>
          </ac:spMkLst>
        </pc:spChg>
        <pc:spChg chg="mod">
          <ac:chgData name="Ravi Sundaram" userId="a7df020c0a403423" providerId="LiveId" clId="{B100C61C-D70C-4292-AE06-39CC4ACEB277}" dt="2020-07-10T03:46:49.373" v="1668" actId="255"/>
          <ac:spMkLst>
            <pc:docMk/>
            <pc:sldMk cId="0" sldId="274"/>
            <ac:spMk id="79913" creationId="{1885D231-EE12-4B3C-A10A-09247589E426}"/>
          </ac:spMkLst>
        </pc:spChg>
        <pc:spChg chg="mod">
          <ac:chgData name="Ravi Sundaram" userId="a7df020c0a403423" providerId="LiveId" clId="{B100C61C-D70C-4292-AE06-39CC4ACEB277}" dt="2020-07-10T03:46:15.773" v="1663" actId="255"/>
          <ac:spMkLst>
            <pc:docMk/>
            <pc:sldMk cId="0" sldId="274"/>
            <ac:spMk id="79914" creationId="{93CB225B-B76D-42D0-B775-2AAA40668D01}"/>
          </ac:spMkLst>
        </pc:spChg>
        <pc:spChg chg="mod">
          <ac:chgData name="Ravi Sundaram" userId="a7df020c0a403423" providerId="LiveId" clId="{B100C61C-D70C-4292-AE06-39CC4ACEB277}" dt="2020-07-10T03:46:22.101" v="1664" actId="255"/>
          <ac:spMkLst>
            <pc:docMk/>
            <pc:sldMk cId="0" sldId="274"/>
            <ac:spMk id="79915" creationId="{CD2A2399-617E-4780-9EE1-10FE615BD411}"/>
          </ac:spMkLst>
        </pc:spChg>
        <pc:spChg chg="mod">
          <ac:chgData name="Ravi Sundaram" userId="a7df020c0a403423" providerId="LiveId" clId="{B100C61C-D70C-4292-AE06-39CC4ACEB277}" dt="2020-07-10T03:46:57.372" v="1669" actId="255"/>
          <ac:spMkLst>
            <pc:docMk/>
            <pc:sldMk cId="0" sldId="274"/>
            <ac:spMk id="79916" creationId="{0A57616A-1349-4A93-859F-BEDE56D9BD51}"/>
          </ac:spMkLst>
        </pc:spChg>
        <pc:spChg chg="mod">
          <ac:chgData name="Ravi Sundaram" userId="a7df020c0a403423" providerId="LiveId" clId="{B100C61C-D70C-4292-AE06-39CC4ACEB277}" dt="2020-07-10T03:46:09.861" v="1662" actId="255"/>
          <ac:spMkLst>
            <pc:docMk/>
            <pc:sldMk cId="0" sldId="274"/>
            <ac:spMk id="79924" creationId="{0DAEBDFD-EA7B-4078-A06B-FAACEA10B4DE}"/>
          </ac:spMkLst>
        </pc:spChg>
        <pc:graphicFrameChg chg="mod">
          <ac:chgData name="Ravi Sundaram" userId="a7df020c0a403423" providerId="LiveId" clId="{B100C61C-D70C-4292-AE06-39CC4ACEB277}" dt="2020-07-12T06:03:37.162" v="1737" actId="1076"/>
          <ac:graphicFrameMkLst>
            <pc:docMk/>
            <pc:sldMk cId="0" sldId="274"/>
            <ac:graphicFrameMk id="79927" creationId="{7C052F6D-4E08-41E1-8C51-521013113E7E}"/>
          </ac:graphicFrameMkLst>
        </pc:graphicFrameChg>
        <pc:graphicFrameChg chg="mod">
          <ac:chgData name="Ravi Sundaram" userId="a7df020c0a403423" providerId="LiveId" clId="{B100C61C-D70C-4292-AE06-39CC4ACEB277}" dt="2020-07-12T06:03:17.872" v="1732" actId="14100"/>
          <ac:graphicFrameMkLst>
            <pc:docMk/>
            <pc:sldMk cId="0" sldId="274"/>
            <ac:graphicFrameMk id="79928" creationId="{8E725558-C5E3-498D-B0C8-D3422D620A02}"/>
          </ac:graphicFrameMkLst>
        </pc:graphicFrameChg>
        <pc:graphicFrameChg chg="mod">
          <ac:chgData name="Ravi Sundaram" userId="a7df020c0a403423" providerId="LiveId" clId="{B100C61C-D70C-4292-AE06-39CC4ACEB277}" dt="2020-07-12T06:03:34.581" v="1736" actId="1076"/>
          <ac:graphicFrameMkLst>
            <pc:docMk/>
            <pc:sldMk cId="0" sldId="274"/>
            <ac:graphicFrameMk id="79933" creationId="{854BFE44-DB45-4B3F-A675-21E6A813B5BC}"/>
          </ac:graphicFrameMkLst>
        </pc:graphicFrameChg>
      </pc:sldChg>
      <pc:sldChg chg="delSp modSp add">
        <pc:chgData name="Ravi Sundaram" userId="a7df020c0a403423" providerId="LiveId" clId="{B100C61C-D70C-4292-AE06-39CC4ACEB277}" dt="2020-07-12T06:04:37.400" v="1745" actId="14100"/>
        <pc:sldMkLst>
          <pc:docMk/>
          <pc:sldMk cId="0" sldId="277"/>
        </pc:sldMkLst>
        <pc:spChg chg="mod">
          <ac:chgData name="Ravi Sundaram" userId="a7df020c0a403423" providerId="LiveId" clId="{B100C61C-D70C-4292-AE06-39CC4ACEB277}" dt="2020-07-10T03:41:59.782" v="1633" actId="255"/>
          <ac:spMkLst>
            <pc:docMk/>
            <pc:sldMk cId="0" sldId="277"/>
            <ac:spMk id="82951" creationId="{312D8E0C-49D5-4564-ADFF-4DC0511F08A7}"/>
          </ac:spMkLst>
        </pc:spChg>
        <pc:spChg chg="mod">
          <ac:chgData name="Ravi Sundaram" userId="a7df020c0a403423" providerId="LiveId" clId="{B100C61C-D70C-4292-AE06-39CC4ACEB277}" dt="2020-07-10T03:49:05.161" v="1674" actId="255"/>
          <ac:spMkLst>
            <pc:docMk/>
            <pc:sldMk cId="0" sldId="277"/>
            <ac:spMk id="82957" creationId="{A7006930-2152-468F-B18D-970934EADB58}"/>
          </ac:spMkLst>
        </pc:spChg>
        <pc:spChg chg="mod">
          <ac:chgData name="Ravi Sundaram" userId="a7df020c0a403423" providerId="LiveId" clId="{B100C61C-D70C-4292-AE06-39CC4ACEB277}" dt="2020-07-10T03:49:17.950" v="1676" actId="255"/>
          <ac:spMkLst>
            <pc:docMk/>
            <pc:sldMk cId="0" sldId="277"/>
            <ac:spMk id="82958" creationId="{7BA17C3A-DA8D-44C7-AC2B-68E543EEAD96}"/>
          </ac:spMkLst>
        </pc:spChg>
        <pc:spChg chg="mod">
          <ac:chgData name="Ravi Sundaram" userId="a7df020c0a403423" providerId="LiveId" clId="{B100C61C-D70C-4292-AE06-39CC4ACEB277}" dt="2020-07-10T03:49:23.821" v="1677" actId="255"/>
          <ac:spMkLst>
            <pc:docMk/>
            <pc:sldMk cId="0" sldId="277"/>
            <ac:spMk id="82959" creationId="{D5A87BA6-E28F-4FDD-9F33-DC092733891D}"/>
          </ac:spMkLst>
        </pc:spChg>
        <pc:spChg chg="mod">
          <ac:chgData name="Ravi Sundaram" userId="a7df020c0a403423" providerId="LiveId" clId="{B100C61C-D70C-4292-AE06-39CC4ACEB277}" dt="2020-07-10T03:49:29.693" v="1678" actId="255"/>
          <ac:spMkLst>
            <pc:docMk/>
            <pc:sldMk cId="0" sldId="277"/>
            <ac:spMk id="82960" creationId="{DA3F5641-C815-4F28-9745-C3F5CA9F73B8}"/>
          </ac:spMkLst>
        </pc:spChg>
        <pc:spChg chg="mod">
          <ac:chgData name="Ravi Sundaram" userId="a7df020c0a403423" providerId="LiveId" clId="{B100C61C-D70C-4292-AE06-39CC4ACEB277}" dt="2020-07-10T03:47:37.449" v="1673" actId="255"/>
          <ac:spMkLst>
            <pc:docMk/>
            <pc:sldMk cId="0" sldId="277"/>
            <ac:spMk id="82961" creationId="{809D0BEA-A2C9-477A-BBF7-7003CA224F54}"/>
          </ac:spMkLst>
        </pc:spChg>
        <pc:spChg chg="mod">
          <ac:chgData name="Ravi Sundaram" userId="a7df020c0a403423" providerId="LiveId" clId="{B100C61C-D70C-4292-AE06-39CC4ACEB277}" dt="2020-07-10T03:49:11.326" v="1675" actId="255"/>
          <ac:spMkLst>
            <pc:docMk/>
            <pc:sldMk cId="0" sldId="277"/>
            <ac:spMk id="82963" creationId="{67913F30-C00B-4F89-925E-591EF1845CA5}"/>
          </ac:spMkLst>
        </pc:spChg>
        <pc:spChg chg="mod">
          <ac:chgData name="Ravi Sundaram" userId="a7df020c0a403423" providerId="LiveId" clId="{B100C61C-D70C-4292-AE06-39CC4ACEB277}" dt="2020-07-10T03:47:31.226" v="1672" actId="255"/>
          <ac:spMkLst>
            <pc:docMk/>
            <pc:sldMk cId="0" sldId="277"/>
            <ac:spMk id="82965" creationId="{A26FA75D-9EE5-4FAB-BF17-4D39719F5173}"/>
          </ac:spMkLst>
        </pc:spChg>
        <pc:spChg chg="mod">
          <ac:chgData name="Ravi Sundaram" userId="a7df020c0a403423" providerId="LiveId" clId="{B100C61C-D70C-4292-AE06-39CC4ACEB277}" dt="2020-07-12T06:04:10.140" v="1741" actId="14100"/>
          <ac:spMkLst>
            <pc:docMk/>
            <pc:sldMk cId="0" sldId="277"/>
            <ac:spMk id="82971" creationId="{7D3E533C-6B51-4465-A3BD-ADEC3A2F6480}"/>
          </ac:spMkLst>
        </pc:spChg>
        <pc:spChg chg="mod">
          <ac:chgData name="Ravi Sundaram" userId="a7df020c0a403423" providerId="LiveId" clId="{B100C61C-D70C-4292-AE06-39CC4ACEB277}" dt="2020-07-10T03:47:20.438" v="1671" actId="255"/>
          <ac:spMkLst>
            <pc:docMk/>
            <pc:sldMk cId="0" sldId="277"/>
            <ac:spMk id="82974" creationId="{B22A2ADE-EDFE-4D58-B6E5-E0D409151BE1}"/>
          </ac:spMkLst>
        </pc:spChg>
        <pc:spChg chg="mod">
          <ac:chgData name="Ravi Sundaram" userId="a7df020c0a403423" providerId="LiveId" clId="{B100C61C-D70C-4292-AE06-39CC4ACEB277}" dt="2020-07-10T03:47:12.690" v="1670" actId="255"/>
          <ac:spMkLst>
            <pc:docMk/>
            <pc:sldMk cId="0" sldId="277"/>
            <ac:spMk id="82975" creationId="{D771D0EC-F7F2-460E-B4C6-C8D498E793DD}"/>
          </ac:spMkLst>
        </pc:spChg>
        <pc:spChg chg="del">
          <ac:chgData name="Ravi Sundaram" userId="a7df020c0a403423" providerId="LiveId" clId="{B100C61C-D70C-4292-AE06-39CC4ACEB277}" dt="2020-07-10T03:41:15.095" v="1631" actId="478"/>
          <ac:spMkLst>
            <pc:docMk/>
            <pc:sldMk cId="0" sldId="277"/>
            <ac:spMk id="82977" creationId="{9A05BD9C-9AF8-4751-8DF3-C7FA8A0475C4}"/>
          </ac:spMkLst>
        </pc:spChg>
        <pc:graphicFrameChg chg="mod">
          <ac:chgData name="Ravi Sundaram" userId="a7df020c0a403423" providerId="LiveId" clId="{B100C61C-D70C-4292-AE06-39CC4ACEB277}" dt="2020-07-12T06:04:21.425" v="1743" actId="14100"/>
          <ac:graphicFrameMkLst>
            <pc:docMk/>
            <pc:sldMk cId="0" sldId="277"/>
            <ac:graphicFrameMk id="82968" creationId="{913F96B9-EC75-4609-BC13-F556967BF761}"/>
          </ac:graphicFrameMkLst>
        </pc:graphicFrameChg>
        <pc:graphicFrameChg chg="mod">
          <ac:chgData name="Ravi Sundaram" userId="a7df020c0a403423" providerId="LiveId" clId="{B100C61C-D70C-4292-AE06-39CC4ACEB277}" dt="2020-07-12T06:04:16.512" v="1742" actId="14100"/>
          <ac:graphicFrameMkLst>
            <pc:docMk/>
            <pc:sldMk cId="0" sldId="277"/>
            <ac:graphicFrameMk id="82969" creationId="{4652DB8E-F504-406E-86AA-6762D8639029}"/>
          </ac:graphicFrameMkLst>
        </pc:graphicFrameChg>
        <pc:graphicFrameChg chg="mod">
          <ac:chgData name="Ravi Sundaram" userId="a7df020c0a403423" providerId="LiveId" clId="{B100C61C-D70C-4292-AE06-39CC4ACEB277}" dt="2020-07-12T06:04:37.400" v="1745" actId="14100"/>
          <ac:graphicFrameMkLst>
            <pc:docMk/>
            <pc:sldMk cId="0" sldId="277"/>
            <ac:graphicFrameMk id="82970" creationId="{8E9CF839-7F61-4E29-AB39-A1BFDDA81703}"/>
          </ac:graphicFrameMkLst>
        </pc:graphicFrameChg>
        <pc:graphicFrameChg chg="mod">
          <ac:chgData name="Ravi Sundaram" userId="a7df020c0a403423" providerId="LiveId" clId="{B100C61C-D70C-4292-AE06-39CC4ACEB277}" dt="2020-07-12T06:03:58.339" v="1739" actId="14100"/>
          <ac:graphicFrameMkLst>
            <pc:docMk/>
            <pc:sldMk cId="0" sldId="277"/>
            <ac:graphicFrameMk id="82972" creationId="{0C4DDB9E-84A8-426F-8778-5E4DD03E2F53}"/>
          </ac:graphicFrameMkLst>
        </pc:graphicFrameChg>
      </pc:sldChg>
      <pc:sldChg chg="modSp modAnim">
        <pc:chgData name="Ravi Sundaram" userId="a7df020c0a403423" providerId="LiveId" clId="{B100C61C-D70C-4292-AE06-39CC4ACEB277}" dt="2020-07-12T06:05:36.740" v="1763" actId="20577"/>
        <pc:sldMkLst>
          <pc:docMk/>
          <pc:sldMk cId="3455594306" sldId="305"/>
        </pc:sldMkLst>
        <pc:spChg chg="mod">
          <ac:chgData name="Ravi Sundaram" userId="a7df020c0a403423" providerId="LiveId" clId="{B100C61C-D70C-4292-AE06-39CC4ACEB277}" dt="2020-07-12T06:05:36.740" v="1763" actId="20577"/>
          <ac:spMkLst>
            <pc:docMk/>
            <pc:sldMk cId="3455594306" sldId="305"/>
            <ac:spMk id="3" creationId="{1C4EFA41-EDF3-4D89-812E-85BCE7B8A73E}"/>
          </ac:spMkLst>
        </pc:spChg>
      </pc:sldChg>
      <pc:sldChg chg="del">
        <pc:chgData name="Ravi Sundaram" userId="a7df020c0a403423" providerId="LiveId" clId="{B100C61C-D70C-4292-AE06-39CC4ACEB277}" dt="2020-07-10T02:36:54.818" v="63" actId="2696"/>
        <pc:sldMkLst>
          <pc:docMk/>
          <pc:sldMk cId="202630305" sldId="306"/>
        </pc:sldMkLst>
      </pc:sldChg>
      <pc:sldChg chg="add del">
        <pc:chgData name="Ravi Sundaram" userId="a7df020c0a403423" providerId="LiveId" clId="{B100C61C-D70C-4292-AE06-39CC4ACEB277}" dt="2020-07-10T03:21:21.153" v="690" actId="2696"/>
        <pc:sldMkLst>
          <pc:docMk/>
          <pc:sldMk cId="2764986246" sldId="306"/>
        </pc:sldMkLst>
      </pc:sldChg>
      <pc:sldChg chg="modSp add modAnim">
        <pc:chgData name="Ravi Sundaram" userId="a7df020c0a403423" providerId="LiveId" clId="{B100C61C-D70C-4292-AE06-39CC4ACEB277}" dt="2020-07-12T05:57:28.225" v="1680"/>
        <pc:sldMkLst>
          <pc:docMk/>
          <pc:sldMk cId="622130112" sldId="307"/>
        </pc:sldMkLst>
        <pc:spChg chg="mod">
          <ac:chgData name="Ravi Sundaram" userId="a7df020c0a403423" providerId="LiveId" clId="{B100C61C-D70C-4292-AE06-39CC4ACEB277}" dt="2020-07-10T03:18:21.961" v="641" actId="20577"/>
          <ac:spMkLst>
            <pc:docMk/>
            <pc:sldMk cId="622130112" sldId="307"/>
            <ac:spMk id="2" creationId="{5FA1FA58-59B8-4EFD-BF2B-069C457129B2}"/>
          </ac:spMkLst>
        </pc:spChg>
        <pc:spChg chg="mod">
          <ac:chgData name="Ravi Sundaram" userId="a7df020c0a403423" providerId="LiveId" clId="{B100C61C-D70C-4292-AE06-39CC4ACEB277}" dt="2020-07-10T03:20:01.432" v="687" actId="20577"/>
          <ac:spMkLst>
            <pc:docMk/>
            <pc:sldMk cId="622130112" sldId="307"/>
            <ac:spMk id="3" creationId="{03364FEF-F44A-4071-922A-E51980E95FCC}"/>
          </ac:spMkLst>
        </pc:spChg>
      </pc:sldChg>
      <pc:sldChg chg="del">
        <pc:chgData name="Ravi Sundaram" userId="a7df020c0a403423" providerId="LiveId" clId="{B100C61C-D70C-4292-AE06-39CC4ACEB277}" dt="2020-07-10T02:36:54.830" v="64" actId="2696"/>
        <pc:sldMkLst>
          <pc:docMk/>
          <pc:sldMk cId="2506444983" sldId="307"/>
        </pc:sldMkLst>
      </pc:sldChg>
      <pc:sldChg chg="modSp add modAnim">
        <pc:chgData name="Ravi Sundaram" userId="a7df020c0a403423" providerId="LiveId" clId="{B100C61C-D70C-4292-AE06-39CC4ACEB277}" dt="2020-07-12T05:57:48.964" v="1682"/>
        <pc:sldMkLst>
          <pc:docMk/>
          <pc:sldMk cId="454749232" sldId="308"/>
        </pc:sldMkLst>
        <pc:spChg chg="mod">
          <ac:chgData name="Ravi Sundaram" userId="a7df020c0a403423" providerId="LiveId" clId="{B100C61C-D70C-4292-AE06-39CC4ACEB277}" dt="2020-07-10T03:21:51.851" v="712" actId="20577"/>
          <ac:spMkLst>
            <pc:docMk/>
            <pc:sldMk cId="454749232" sldId="308"/>
            <ac:spMk id="3" creationId="{03364FEF-F44A-4071-922A-E51980E95FCC}"/>
          </ac:spMkLst>
        </pc:spChg>
      </pc:sldChg>
      <pc:sldChg chg="del">
        <pc:chgData name="Ravi Sundaram" userId="a7df020c0a403423" providerId="LiveId" clId="{B100C61C-D70C-4292-AE06-39CC4ACEB277}" dt="2020-07-10T02:36:54.839" v="65" actId="2696"/>
        <pc:sldMkLst>
          <pc:docMk/>
          <pc:sldMk cId="2965344762" sldId="308"/>
        </pc:sldMkLst>
      </pc:sldChg>
      <pc:sldChg chg="del">
        <pc:chgData name="Ravi Sundaram" userId="a7df020c0a403423" providerId="LiveId" clId="{B100C61C-D70C-4292-AE06-39CC4ACEB277}" dt="2020-07-10T02:36:54.850" v="66" actId="2696"/>
        <pc:sldMkLst>
          <pc:docMk/>
          <pc:sldMk cId="380021759" sldId="309"/>
        </pc:sldMkLst>
      </pc:sldChg>
      <pc:sldChg chg="modSp add modAnim">
        <pc:chgData name="Ravi Sundaram" userId="a7df020c0a403423" providerId="LiveId" clId="{B100C61C-D70C-4292-AE06-39CC4ACEB277}" dt="2020-07-12T05:59:04.099" v="1709"/>
        <pc:sldMkLst>
          <pc:docMk/>
          <pc:sldMk cId="4269088506" sldId="309"/>
        </pc:sldMkLst>
        <pc:spChg chg="mod">
          <ac:chgData name="Ravi Sundaram" userId="a7df020c0a403423" providerId="LiveId" clId="{B100C61C-D70C-4292-AE06-39CC4ACEB277}" dt="2020-07-10T03:22:15.764" v="714"/>
          <ac:spMkLst>
            <pc:docMk/>
            <pc:sldMk cId="4269088506" sldId="309"/>
            <ac:spMk id="2" creationId="{5FA1FA58-59B8-4EFD-BF2B-069C457129B2}"/>
          </ac:spMkLst>
        </pc:spChg>
        <pc:spChg chg="mod">
          <ac:chgData name="Ravi Sundaram" userId="a7df020c0a403423" providerId="LiveId" clId="{B100C61C-D70C-4292-AE06-39CC4ACEB277}" dt="2020-07-12T05:58:43.718" v="1707" actId="20577"/>
          <ac:spMkLst>
            <pc:docMk/>
            <pc:sldMk cId="4269088506" sldId="309"/>
            <ac:spMk id="3" creationId="{03364FEF-F44A-4071-922A-E51980E95FCC}"/>
          </ac:spMkLst>
        </pc:spChg>
      </pc:sldChg>
      <pc:sldChg chg="del">
        <pc:chgData name="Ravi Sundaram" userId="a7df020c0a403423" providerId="LiveId" clId="{B100C61C-D70C-4292-AE06-39CC4ACEB277}" dt="2020-07-10T02:36:54.857" v="67" actId="2696"/>
        <pc:sldMkLst>
          <pc:docMk/>
          <pc:sldMk cId="2211901668" sldId="310"/>
        </pc:sldMkLst>
      </pc:sldChg>
      <pc:sldChg chg="modSp add modAnim">
        <pc:chgData name="Ravi Sundaram" userId="a7df020c0a403423" providerId="LiveId" clId="{B100C61C-D70C-4292-AE06-39CC4ACEB277}" dt="2020-07-12T05:59:16.776" v="1711"/>
        <pc:sldMkLst>
          <pc:docMk/>
          <pc:sldMk cId="2555859227" sldId="310"/>
        </pc:sldMkLst>
        <pc:spChg chg="mod">
          <ac:chgData name="Ravi Sundaram" userId="a7df020c0a403423" providerId="LiveId" clId="{B100C61C-D70C-4292-AE06-39CC4ACEB277}" dt="2020-07-10T03:32:43.616" v="1052" actId="20577"/>
          <ac:spMkLst>
            <pc:docMk/>
            <pc:sldMk cId="2555859227" sldId="310"/>
            <ac:spMk id="2" creationId="{5FA1FA58-59B8-4EFD-BF2B-069C457129B2}"/>
          </ac:spMkLst>
        </pc:spChg>
        <pc:spChg chg="mod">
          <ac:chgData name="Ravi Sundaram" userId="a7df020c0a403423" providerId="LiveId" clId="{B100C61C-D70C-4292-AE06-39CC4ACEB277}" dt="2020-07-10T03:39:58.033" v="1630" actId="20577"/>
          <ac:spMkLst>
            <pc:docMk/>
            <pc:sldMk cId="2555859227" sldId="310"/>
            <ac:spMk id="3" creationId="{03364FEF-F44A-4071-922A-E51980E95FCC}"/>
          </ac:spMkLst>
        </pc:spChg>
      </pc:sldChg>
      <pc:sldChg chg="del">
        <pc:chgData name="Ravi Sundaram" userId="a7df020c0a403423" providerId="LiveId" clId="{B100C61C-D70C-4292-AE06-39CC4ACEB277}" dt="2020-07-10T02:36:54.870" v="68" actId="2696"/>
        <pc:sldMkLst>
          <pc:docMk/>
          <pc:sldMk cId="335736984" sldId="311"/>
        </pc:sldMkLst>
      </pc:sldChg>
      <pc:sldChg chg="del">
        <pc:chgData name="Ravi Sundaram" userId="a7df020c0a403423" providerId="LiveId" clId="{B100C61C-D70C-4292-AE06-39CC4ACEB277}" dt="2020-07-10T02:36:54.904" v="69" actId="2696"/>
        <pc:sldMkLst>
          <pc:docMk/>
          <pc:sldMk cId="3625756718" sldId="312"/>
        </pc:sldMkLst>
      </pc:sldChg>
    </pc:docChg>
  </pc:docChgLst>
  <pc:docChgLst>
    <pc:chgData name="Ravi Sundaram" userId="a7df020c0a403423" providerId="LiveId" clId="{080751A1-5FB8-48F9-AC91-3A4745451AF4}"/>
    <pc:docChg chg="custSel addSld delSld modSld">
      <pc:chgData name="Ravi Sundaram" userId="a7df020c0a403423" providerId="LiveId" clId="{080751A1-5FB8-48F9-AC91-3A4745451AF4}" dt="2020-07-10T02:17:48.113" v="1423" actId="20577"/>
      <pc:docMkLst>
        <pc:docMk/>
      </pc:docMkLst>
      <pc:sldChg chg="modSp">
        <pc:chgData name="Ravi Sundaram" userId="a7df020c0a403423" providerId="LiveId" clId="{080751A1-5FB8-48F9-AC91-3A4745451AF4}" dt="2020-07-09T22:33:02.526" v="75" actId="20577"/>
        <pc:sldMkLst>
          <pc:docMk/>
          <pc:sldMk cId="4099122483" sldId="257"/>
        </pc:sldMkLst>
        <pc:spChg chg="mod">
          <ac:chgData name="Ravi Sundaram" userId="a7df020c0a403423" providerId="LiveId" clId="{080751A1-5FB8-48F9-AC91-3A4745451AF4}" dt="2020-07-09T22:33:02.526" v="75" actId="20577"/>
          <ac:spMkLst>
            <pc:docMk/>
            <pc:sldMk cId="4099122483" sldId="257"/>
            <ac:spMk id="2" creationId="{80797C44-BBD0-4A67-A16E-1796651C5A29}"/>
          </ac:spMkLst>
        </pc:spChg>
      </pc:sldChg>
      <pc:sldChg chg="modSp">
        <pc:chgData name="Ravi Sundaram" userId="a7df020c0a403423" providerId="LiveId" clId="{080751A1-5FB8-48F9-AC91-3A4745451AF4}" dt="2020-07-10T00:31:01.275" v="97" actId="20577"/>
        <pc:sldMkLst>
          <pc:docMk/>
          <pc:sldMk cId="3479009568" sldId="258"/>
        </pc:sldMkLst>
        <pc:spChg chg="mod">
          <ac:chgData name="Ravi Sundaram" userId="a7df020c0a403423" providerId="LiveId" clId="{080751A1-5FB8-48F9-AC91-3A4745451AF4}" dt="2020-07-10T00:31:01.275" v="97" actId="20577"/>
          <ac:spMkLst>
            <pc:docMk/>
            <pc:sldMk cId="3479009568" sldId="258"/>
            <ac:spMk id="3" creationId="{03364FEF-F44A-4071-922A-E51980E95FCC}"/>
          </ac:spMkLst>
        </pc:spChg>
      </pc:sldChg>
      <pc:sldChg chg="modSp add">
        <pc:chgData name="Ravi Sundaram" userId="a7df020c0a403423" providerId="LiveId" clId="{080751A1-5FB8-48F9-AC91-3A4745451AF4}" dt="2020-07-10T00:32:24.356" v="111" actId="20577"/>
        <pc:sldMkLst>
          <pc:docMk/>
          <pc:sldMk cId="2070658356" sldId="259"/>
        </pc:sldMkLst>
        <pc:spChg chg="mod">
          <ac:chgData name="Ravi Sundaram" userId="a7df020c0a403423" providerId="LiveId" clId="{080751A1-5FB8-48F9-AC91-3A4745451AF4}" dt="2020-07-10T00:32:24.356" v="111" actId="20577"/>
          <ac:spMkLst>
            <pc:docMk/>
            <pc:sldMk cId="2070658356" sldId="259"/>
            <ac:spMk id="3" creationId="{1C4EFA41-EDF3-4D89-812E-85BCE7B8A73E}"/>
          </ac:spMkLst>
        </pc:spChg>
      </pc:sldChg>
      <pc:sldChg chg="del">
        <pc:chgData name="Ravi Sundaram" userId="a7df020c0a403423" providerId="LiveId" clId="{080751A1-5FB8-48F9-AC91-3A4745451AF4}" dt="2020-07-10T00:26:22.715" v="81" actId="2696"/>
        <pc:sldMkLst>
          <pc:docMk/>
          <pc:sldMk cId="2522838261" sldId="292"/>
        </pc:sldMkLst>
      </pc:sldChg>
      <pc:sldChg chg="del">
        <pc:chgData name="Ravi Sundaram" userId="a7df020c0a403423" providerId="LiveId" clId="{080751A1-5FB8-48F9-AC91-3A4745451AF4}" dt="2020-07-10T00:26:22.728" v="82" actId="2696"/>
        <pc:sldMkLst>
          <pc:docMk/>
          <pc:sldMk cId="2602221767" sldId="293"/>
        </pc:sldMkLst>
      </pc:sldChg>
      <pc:sldChg chg="del">
        <pc:chgData name="Ravi Sundaram" userId="a7df020c0a403423" providerId="LiveId" clId="{080751A1-5FB8-48F9-AC91-3A4745451AF4}" dt="2020-07-10T00:26:22.668" v="77" actId="2696"/>
        <pc:sldMkLst>
          <pc:docMk/>
          <pc:sldMk cId="4249748749" sldId="294"/>
        </pc:sldMkLst>
      </pc:sldChg>
      <pc:sldChg chg="del">
        <pc:chgData name="Ravi Sundaram" userId="a7df020c0a403423" providerId="LiveId" clId="{080751A1-5FB8-48F9-AC91-3A4745451AF4}" dt="2020-07-10T00:26:22.683" v="78" actId="2696"/>
        <pc:sldMkLst>
          <pc:docMk/>
          <pc:sldMk cId="3777554877" sldId="295"/>
        </pc:sldMkLst>
      </pc:sldChg>
      <pc:sldChg chg="del">
        <pc:chgData name="Ravi Sundaram" userId="a7df020c0a403423" providerId="LiveId" clId="{080751A1-5FB8-48F9-AC91-3A4745451AF4}" dt="2020-07-10T00:26:22.694" v="79" actId="2696"/>
        <pc:sldMkLst>
          <pc:docMk/>
          <pc:sldMk cId="3801658020" sldId="296"/>
        </pc:sldMkLst>
      </pc:sldChg>
      <pc:sldChg chg="del">
        <pc:chgData name="Ravi Sundaram" userId="a7df020c0a403423" providerId="LiveId" clId="{080751A1-5FB8-48F9-AC91-3A4745451AF4}" dt="2020-07-10T00:26:22.705" v="80" actId="2696"/>
        <pc:sldMkLst>
          <pc:docMk/>
          <pc:sldMk cId="2780867210" sldId="297"/>
        </pc:sldMkLst>
      </pc:sldChg>
      <pc:sldChg chg="del">
        <pc:chgData name="Ravi Sundaram" userId="a7df020c0a403423" providerId="LiveId" clId="{080751A1-5FB8-48F9-AC91-3A4745451AF4}" dt="2020-07-10T00:26:22.739" v="83" actId="2696"/>
        <pc:sldMkLst>
          <pc:docMk/>
          <pc:sldMk cId="2876685785" sldId="298"/>
        </pc:sldMkLst>
      </pc:sldChg>
      <pc:sldChg chg="del">
        <pc:chgData name="Ravi Sundaram" userId="a7df020c0a403423" providerId="LiveId" clId="{080751A1-5FB8-48F9-AC91-3A4745451AF4}" dt="2020-07-10T00:26:22.757" v="84" actId="2696"/>
        <pc:sldMkLst>
          <pc:docMk/>
          <pc:sldMk cId="3039323288" sldId="300"/>
        </pc:sldMkLst>
      </pc:sldChg>
      <pc:sldChg chg="del">
        <pc:chgData name="Ravi Sundaram" userId="a7df020c0a403423" providerId="LiveId" clId="{080751A1-5FB8-48F9-AC91-3A4745451AF4}" dt="2020-07-10T00:26:22.770" v="85" actId="2696"/>
        <pc:sldMkLst>
          <pc:docMk/>
          <pc:sldMk cId="2572948063" sldId="301"/>
        </pc:sldMkLst>
      </pc:sldChg>
      <pc:sldChg chg="del">
        <pc:chgData name="Ravi Sundaram" userId="a7df020c0a403423" providerId="LiveId" clId="{080751A1-5FB8-48F9-AC91-3A4745451AF4}" dt="2020-07-10T00:26:22.781" v="86" actId="2696"/>
        <pc:sldMkLst>
          <pc:docMk/>
          <pc:sldMk cId="1309514103" sldId="302"/>
        </pc:sldMkLst>
      </pc:sldChg>
      <pc:sldChg chg="del">
        <pc:chgData name="Ravi Sundaram" userId="a7df020c0a403423" providerId="LiveId" clId="{080751A1-5FB8-48F9-AC91-3A4745451AF4}" dt="2020-07-10T00:26:22.795" v="87" actId="2696"/>
        <pc:sldMkLst>
          <pc:docMk/>
          <pc:sldMk cId="1768516238" sldId="304"/>
        </pc:sldMkLst>
      </pc:sldChg>
      <pc:sldChg chg="modSp add">
        <pc:chgData name="Ravi Sundaram" userId="a7df020c0a403423" providerId="LiveId" clId="{080751A1-5FB8-48F9-AC91-3A4745451AF4}" dt="2020-07-10T01:27:57.173" v="130" actId="20577"/>
        <pc:sldMkLst>
          <pc:docMk/>
          <pc:sldMk cId="3455594306" sldId="305"/>
        </pc:sldMkLst>
        <pc:spChg chg="mod">
          <ac:chgData name="Ravi Sundaram" userId="a7df020c0a403423" providerId="LiveId" clId="{080751A1-5FB8-48F9-AC91-3A4745451AF4}" dt="2020-07-10T01:27:57.173" v="130" actId="20577"/>
          <ac:spMkLst>
            <pc:docMk/>
            <pc:sldMk cId="3455594306" sldId="305"/>
            <ac:spMk id="3" creationId="{1C4EFA41-EDF3-4D89-812E-85BCE7B8A73E}"/>
          </ac:spMkLst>
        </pc:spChg>
      </pc:sldChg>
      <pc:sldChg chg="modSp add">
        <pc:chgData name="Ravi Sundaram" userId="a7df020c0a403423" providerId="LiveId" clId="{080751A1-5FB8-48F9-AC91-3A4745451AF4}" dt="2020-07-10T01:33:19.811" v="283" actId="20577"/>
        <pc:sldMkLst>
          <pc:docMk/>
          <pc:sldMk cId="202630305" sldId="306"/>
        </pc:sldMkLst>
        <pc:spChg chg="mod">
          <ac:chgData name="Ravi Sundaram" userId="a7df020c0a403423" providerId="LiveId" clId="{080751A1-5FB8-48F9-AC91-3A4745451AF4}" dt="2020-07-10T01:28:50.439" v="174" actId="20577"/>
          <ac:spMkLst>
            <pc:docMk/>
            <pc:sldMk cId="202630305" sldId="306"/>
            <ac:spMk id="2" creationId="{04F1C0EF-92F3-4DD3-9656-EC5DA238C7DD}"/>
          </ac:spMkLst>
        </pc:spChg>
        <pc:spChg chg="mod">
          <ac:chgData name="Ravi Sundaram" userId="a7df020c0a403423" providerId="LiveId" clId="{080751A1-5FB8-48F9-AC91-3A4745451AF4}" dt="2020-07-10T01:33:19.811" v="283" actId="20577"/>
          <ac:spMkLst>
            <pc:docMk/>
            <pc:sldMk cId="202630305" sldId="306"/>
            <ac:spMk id="3" creationId="{1C4EFA41-EDF3-4D89-812E-85BCE7B8A73E}"/>
          </ac:spMkLst>
        </pc:spChg>
      </pc:sldChg>
      <pc:sldChg chg="modSp add">
        <pc:chgData name="Ravi Sundaram" userId="a7df020c0a403423" providerId="LiveId" clId="{080751A1-5FB8-48F9-AC91-3A4745451AF4}" dt="2020-07-10T01:42:41.342" v="651" actId="947"/>
        <pc:sldMkLst>
          <pc:docMk/>
          <pc:sldMk cId="2506444983" sldId="307"/>
        </pc:sldMkLst>
        <pc:spChg chg="mod">
          <ac:chgData name="Ravi Sundaram" userId="a7df020c0a403423" providerId="LiveId" clId="{080751A1-5FB8-48F9-AC91-3A4745451AF4}" dt="2020-07-10T01:34:39.549" v="293" actId="20577"/>
          <ac:spMkLst>
            <pc:docMk/>
            <pc:sldMk cId="2506444983" sldId="307"/>
            <ac:spMk id="2" creationId="{04F1C0EF-92F3-4DD3-9656-EC5DA238C7DD}"/>
          </ac:spMkLst>
        </pc:spChg>
        <pc:spChg chg="mod">
          <ac:chgData name="Ravi Sundaram" userId="a7df020c0a403423" providerId="LiveId" clId="{080751A1-5FB8-48F9-AC91-3A4745451AF4}" dt="2020-07-10T01:42:41.342" v="651" actId="947"/>
          <ac:spMkLst>
            <pc:docMk/>
            <pc:sldMk cId="2506444983" sldId="307"/>
            <ac:spMk id="3" creationId="{1C4EFA41-EDF3-4D89-812E-85BCE7B8A73E}"/>
          </ac:spMkLst>
        </pc:spChg>
      </pc:sldChg>
      <pc:sldChg chg="addSp delSp modSp add">
        <pc:chgData name="Ravi Sundaram" userId="a7df020c0a403423" providerId="LiveId" clId="{080751A1-5FB8-48F9-AC91-3A4745451AF4}" dt="2020-07-10T01:57:25.952" v="910" actId="207"/>
        <pc:sldMkLst>
          <pc:docMk/>
          <pc:sldMk cId="2965344762" sldId="308"/>
        </pc:sldMkLst>
        <pc:spChg chg="mod">
          <ac:chgData name="Ravi Sundaram" userId="a7df020c0a403423" providerId="LiveId" clId="{080751A1-5FB8-48F9-AC91-3A4745451AF4}" dt="2020-07-10T01:44:24.868" v="678" actId="20577"/>
          <ac:spMkLst>
            <pc:docMk/>
            <pc:sldMk cId="2965344762" sldId="308"/>
            <ac:spMk id="2" creationId="{04F1C0EF-92F3-4DD3-9656-EC5DA238C7DD}"/>
          </ac:spMkLst>
        </pc:spChg>
        <pc:spChg chg="mod">
          <ac:chgData name="Ravi Sundaram" userId="a7df020c0a403423" providerId="LiveId" clId="{080751A1-5FB8-48F9-AC91-3A4745451AF4}" dt="2020-07-10T01:50:32.570" v="824" actId="14100"/>
          <ac:spMkLst>
            <pc:docMk/>
            <pc:sldMk cId="2965344762" sldId="308"/>
            <ac:spMk id="3" creationId="{1C4EFA41-EDF3-4D89-812E-85BCE7B8A73E}"/>
          </ac:spMkLst>
        </pc:spChg>
        <pc:spChg chg="add mod">
          <ac:chgData name="Ravi Sundaram" userId="a7df020c0a403423" providerId="LiveId" clId="{080751A1-5FB8-48F9-AC91-3A4745451AF4}" dt="2020-07-10T01:52:31.317" v="853" actId="1076"/>
          <ac:spMkLst>
            <pc:docMk/>
            <pc:sldMk cId="2965344762" sldId="308"/>
            <ac:spMk id="11" creationId="{C417491F-09B5-49C5-9CD7-6D0A7A92FB16}"/>
          </ac:spMkLst>
        </pc:spChg>
        <pc:spChg chg="add mod">
          <ac:chgData name="Ravi Sundaram" userId="a7df020c0a403423" providerId="LiveId" clId="{080751A1-5FB8-48F9-AC91-3A4745451AF4}" dt="2020-07-10T01:52:41.867" v="860" actId="20577"/>
          <ac:spMkLst>
            <pc:docMk/>
            <pc:sldMk cId="2965344762" sldId="308"/>
            <ac:spMk id="12" creationId="{4114CE50-24C8-4310-9911-3ECE23DD922C}"/>
          </ac:spMkLst>
        </pc:spChg>
        <pc:spChg chg="add mod">
          <ac:chgData name="Ravi Sundaram" userId="a7df020c0a403423" providerId="LiveId" clId="{080751A1-5FB8-48F9-AC91-3A4745451AF4}" dt="2020-07-10T01:54:55.034" v="888" actId="207"/>
          <ac:spMkLst>
            <pc:docMk/>
            <pc:sldMk cId="2965344762" sldId="308"/>
            <ac:spMk id="19" creationId="{8531D519-CD89-4045-98F1-02F7315AC5DD}"/>
          </ac:spMkLst>
        </pc:spChg>
        <pc:spChg chg="add mod">
          <ac:chgData name="Ravi Sundaram" userId="a7df020c0a403423" providerId="LiveId" clId="{080751A1-5FB8-48F9-AC91-3A4745451AF4}" dt="2020-07-10T01:57:25.952" v="910" actId="207"/>
          <ac:spMkLst>
            <pc:docMk/>
            <pc:sldMk cId="2965344762" sldId="308"/>
            <ac:spMk id="33" creationId="{96492979-318C-471B-B380-05549DB7EB3E}"/>
          </ac:spMkLst>
        </pc:spChg>
        <pc:cxnChg chg="add del mod">
          <ac:chgData name="Ravi Sundaram" userId="a7df020c0a403423" providerId="LiveId" clId="{080751A1-5FB8-48F9-AC91-3A4745451AF4}" dt="2020-07-10T01:53:41.819" v="864" actId="478"/>
          <ac:cxnSpMkLst>
            <pc:docMk/>
            <pc:sldMk cId="2965344762" sldId="308"/>
            <ac:cxnSpMk id="5" creationId="{0BFD1F8E-2263-4E5A-A295-9886D4F52E18}"/>
          </ac:cxnSpMkLst>
        </pc:cxnChg>
        <pc:cxnChg chg="add mod">
          <ac:chgData name="Ravi Sundaram" userId="a7df020c0a403423" providerId="LiveId" clId="{080751A1-5FB8-48F9-AC91-3A4745451AF4}" dt="2020-07-10T01:51:23.542" v="829" actId="692"/>
          <ac:cxnSpMkLst>
            <pc:docMk/>
            <pc:sldMk cId="2965344762" sldId="308"/>
            <ac:cxnSpMk id="7" creationId="{12AED8AD-5C1D-4CF7-B491-390E8D07A10B}"/>
          </ac:cxnSpMkLst>
        </pc:cxnChg>
        <pc:cxnChg chg="add del mod">
          <ac:chgData name="Ravi Sundaram" userId="a7df020c0a403423" providerId="LiveId" clId="{080751A1-5FB8-48F9-AC91-3A4745451AF4}" dt="2020-07-10T01:53:29.769" v="862" actId="478"/>
          <ac:cxnSpMkLst>
            <pc:docMk/>
            <pc:sldMk cId="2965344762" sldId="308"/>
            <ac:cxnSpMk id="8" creationId="{5932A7FC-57E3-4307-8AF4-ED89A1CF9B12}"/>
          </ac:cxnSpMkLst>
        </pc:cxnChg>
        <pc:cxnChg chg="add mod">
          <ac:chgData name="Ravi Sundaram" userId="a7df020c0a403423" providerId="LiveId" clId="{080751A1-5FB8-48F9-AC91-3A4745451AF4}" dt="2020-07-10T01:54:11.175" v="870" actId="692"/>
          <ac:cxnSpMkLst>
            <pc:docMk/>
            <pc:sldMk cId="2965344762" sldId="308"/>
            <ac:cxnSpMk id="14" creationId="{3982F9A8-E514-4834-8FDB-28D55DA760DF}"/>
          </ac:cxnSpMkLst>
        </pc:cxnChg>
        <pc:cxnChg chg="add mod">
          <ac:chgData name="Ravi Sundaram" userId="a7df020c0a403423" providerId="LiveId" clId="{080751A1-5FB8-48F9-AC91-3A4745451AF4}" dt="2020-07-10T01:53:57.434" v="867" actId="14100"/>
          <ac:cxnSpMkLst>
            <pc:docMk/>
            <pc:sldMk cId="2965344762" sldId="308"/>
            <ac:cxnSpMk id="15" creationId="{3476262C-D58B-4E6B-982B-4EAC1FE3EB8F}"/>
          </ac:cxnSpMkLst>
        </pc:cxnChg>
        <pc:cxnChg chg="add del">
          <ac:chgData name="Ravi Sundaram" userId="a7df020c0a403423" providerId="LiveId" clId="{080751A1-5FB8-48F9-AC91-3A4745451AF4}" dt="2020-07-10T01:54:23.458" v="872"/>
          <ac:cxnSpMkLst>
            <pc:docMk/>
            <pc:sldMk cId="2965344762" sldId="308"/>
            <ac:cxnSpMk id="18" creationId="{70C28DF8-6103-45D2-9F37-B49A6F23D200}"/>
          </ac:cxnSpMkLst>
        </pc:cxnChg>
        <pc:cxnChg chg="add mod">
          <ac:chgData name="Ravi Sundaram" userId="a7df020c0a403423" providerId="LiveId" clId="{080751A1-5FB8-48F9-AC91-3A4745451AF4}" dt="2020-07-10T01:55:54.161" v="892" actId="692"/>
          <ac:cxnSpMkLst>
            <pc:docMk/>
            <pc:sldMk cId="2965344762" sldId="308"/>
            <ac:cxnSpMk id="21" creationId="{841375BF-A7E1-4A7D-95BB-D4945A3CDA31}"/>
          </ac:cxnSpMkLst>
        </pc:cxnChg>
        <pc:cxnChg chg="add mod">
          <ac:chgData name="Ravi Sundaram" userId="a7df020c0a403423" providerId="LiveId" clId="{080751A1-5FB8-48F9-AC91-3A4745451AF4}" dt="2020-07-10T01:56:24.112" v="896" actId="14100"/>
          <ac:cxnSpMkLst>
            <pc:docMk/>
            <pc:sldMk cId="2965344762" sldId="308"/>
            <ac:cxnSpMk id="22" creationId="{D22E35DE-8273-4AAE-9B80-948145B11870}"/>
          </ac:cxnSpMkLst>
        </pc:cxnChg>
        <pc:cxnChg chg="add mod">
          <ac:chgData name="Ravi Sundaram" userId="a7df020c0a403423" providerId="LiveId" clId="{080751A1-5FB8-48F9-AC91-3A4745451AF4}" dt="2020-07-10T01:56:38.527" v="899" actId="14100"/>
          <ac:cxnSpMkLst>
            <pc:docMk/>
            <pc:sldMk cId="2965344762" sldId="308"/>
            <ac:cxnSpMk id="26" creationId="{D67E2CB7-97AF-4A79-ACAE-1F9D8BF98F40}"/>
          </ac:cxnSpMkLst>
        </pc:cxnChg>
        <pc:cxnChg chg="add mod">
          <ac:chgData name="Ravi Sundaram" userId="a7df020c0a403423" providerId="LiveId" clId="{080751A1-5FB8-48F9-AC91-3A4745451AF4}" dt="2020-07-10T01:57:02.920" v="905" actId="14100"/>
          <ac:cxnSpMkLst>
            <pc:docMk/>
            <pc:sldMk cId="2965344762" sldId="308"/>
            <ac:cxnSpMk id="28" creationId="{570512CB-5015-42E2-8357-05DBB471F8A4}"/>
          </ac:cxnSpMkLst>
        </pc:cxnChg>
      </pc:sldChg>
      <pc:sldChg chg="modSp add">
        <pc:chgData name="Ravi Sundaram" userId="a7df020c0a403423" providerId="LiveId" clId="{080751A1-5FB8-48F9-AC91-3A4745451AF4}" dt="2020-07-10T02:06:53.457" v="1213" actId="20577"/>
        <pc:sldMkLst>
          <pc:docMk/>
          <pc:sldMk cId="380021759" sldId="309"/>
        </pc:sldMkLst>
        <pc:spChg chg="mod">
          <ac:chgData name="Ravi Sundaram" userId="a7df020c0a403423" providerId="LiveId" clId="{080751A1-5FB8-48F9-AC91-3A4745451AF4}" dt="2020-07-10T01:59:51.186" v="973" actId="20577"/>
          <ac:spMkLst>
            <pc:docMk/>
            <pc:sldMk cId="380021759" sldId="309"/>
            <ac:spMk id="2" creationId="{04F1C0EF-92F3-4DD3-9656-EC5DA238C7DD}"/>
          </ac:spMkLst>
        </pc:spChg>
        <pc:spChg chg="mod">
          <ac:chgData name="Ravi Sundaram" userId="a7df020c0a403423" providerId="LiveId" clId="{080751A1-5FB8-48F9-AC91-3A4745451AF4}" dt="2020-07-10T02:06:53.457" v="1213" actId="20577"/>
          <ac:spMkLst>
            <pc:docMk/>
            <pc:sldMk cId="380021759" sldId="309"/>
            <ac:spMk id="3" creationId="{1C4EFA41-EDF3-4D89-812E-85BCE7B8A73E}"/>
          </ac:spMkLst>
        </pc:spChg>
      </pc:sldChg>
      <pc:sldChg chg="modSp add">
        <pc:chgData name="Ravi Sundaram" userId="a7df020c0a403423" providerId="LiveId" clId="{080751A1-5FB8-48F9-AC91-3A4745451AF4}" dt="2020-07-10T02:11:04.160" v="1261" actId="20577"/>
        <pc:sldMkLst>
          <pc:docMk/>
          <pc:sldMk cId="2211901668" sldId="310"/>
        </pc:sldMkLst>
        <pc:spChg chg="mod">
          <ac:chgData name="Ravi Sundaram" userId="a7df020c0a403423" providerId="LiveId" clId="{080751A1-5FB8-48F9-AC91-3A4745451AF4}" dt="2020-07-10T02:05:14.123" v="1164" actId="20577"/>
          <ac:spMkLst>
            <pc:docMk/>
            <pc:sldMk cId="2211901668" sldId="310"/>
            <ac:spMk id="2" creationId="{04F1C0EF-92F3-4DD3-9656-EC5DA238C7DD}"/>
          </ac:spMkLst>
        </pc:spChg>
        <pc:spChg chg="mod">
          <ac:chgData name="Ravi Sundaram" userId="a7df020c0a403423" providerId="LiveId" clId="{080751A1-5FB8-48F9-AC91-3A4745451AF4}" dt="2020-07-10T02:11:04.160" v="1261" actId="20577"/>
          <ac:spMkLst>
            <pc:docMk/>
            <pc:sldMk cId="2211901668" sldId="310"/>
            <ac:spMk id="3" creationId="{1C4EFA41-EDF3-4D89-812E-85BCE7B8A73E}"/>
          </ac:spMkLst>
        </pc:spChg>
      </pc:sldChg>
      <pc:sldChg chg="modSp add">
        <pc:chgData name="Ravi Sundaram" userId="a7df020c0a403423" providerId="LiveId" clId="{080751A1-5FB8-48F9-AC91-3A4745451AF4}" dt="2020-07-10T02:14:09.254" v="1380" actId="20577"/>
        <pc:sldMkLst>
          <pc:docMk/>
          <pc:sldMk cId="335736984" sldId="311"/>
        </pc:sldMkLst>
        <pc:spChg chg="mod">
          <ac:chgData name="Ravi Sundaram" userId="a7df020c0a403423" providerId="LiveId" clId="{080751A1-5FB8-48F9-AC91-3A4745451AF4}" dt="2020-07-10T02:12:02.354" v="1299" actId="20577"/>
          <ac:spMkLst>
            <pc:docMk/>
            <pc:sldMk cId="335736984" sldId="311"/>
            <ac:spMk id="2" creationId="{04F1C0EF-92F3-4DD3-9656-EC5DA238C7DD}"/>
          </ac:spMkLst>
        </pc:spChg>
        <pc:spChg chg="mod">
          <ac:chgData name="Ravi Sundaram" userId="a7df020c0a403423" providerId="LiveId" clId="{080751A1-5FB8-48F9-AC91-3A4745451AF4}" dt="2020-07-10T02:14:09.254" v="1380" actId="20577"/>
          <ac:spMkLst>
            <pc:docMk/>
            <pc:sldMk cId="335736984" sldId="311"/>
            <ac:spMk id="3" creationId="{1C4EFA41-EDF3-4D89-812E-85BCE7B8A73E}"/>
          </ac:spMkLst>
        </pc:spChg>
      </pc:sldChg>
      <pc:sldChg chg="modSp add">
        <pc:chgData name="Ravi Sundaram" userId="a7df020c0a403423" providerId="LiveId" clId="{080751A1-5FB8-48F9-AC91-3A4745451AF4}" dt="2020-07-10T02:17:48.113" v="1423" actId="20577"/>
        <pc:sldMkLst>
          <pc:docMk/>
          <pc:sldMk cId="3625756718" sldId="312"/>
        </pc:sldMkLst>
        <pc:spChg chg="mod">
          <ac:chgData name="Ravi Sundaram" userId="a7df020c0a403423" providerId="LiveId" clId="{080751A1-5FB8-48F9-AC91-3A4745451AF4}" dt="2020-07-10T02:15:18.774" v="1390" actId="20577"/>
          <ac:spMkLst>
            <pc:docMk/>
            <pc:sldMk cId="3625756718" sldId="312"/>
            <ac:spMk id="2" creationId="{04F1C0EF-92F3-4DD3-9656-EC5DA238C7DD}"/>
          </ac:spMkLst>
        </pc:spChg>
        <pc:spChg chg="mod">
          <ac:chgData name="Ravi Sundaram" userId="a7df020c0a403423" providerId="LiveId" clId="{080751A1-5FB8-48F9-AC91-3A4745451AF4}" dt="2020-07-10T02:17:48.113" v="1423" actId="20577"/>
          <ac:spMkLst>
            <pc:docMk/>
            <pc:sldMk cId="3625756718" sldId="312"/>
            <ac:spMk id="3" creationId="{1C4EFA41-EDF3-4D89-812E-85BCE7B8A73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B73B14-E03D-4C36-A9A9-DDF34C9C76C4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2575FB-1220-46CE-B9EB-2DF038F4E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296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7B66A-B261-4E9B-B884-0E08F3996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A6F6A9-CB80-4838-9194-C1D4806501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8C919-F7DB-4D92-8230-BE2600AD5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702EAE-90CF-42E4-9D14-B51C620FC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72B40-2763-4320-95FD-79EAF4930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2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65F9D-EB46-464A-9C1F-36F52A033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E2D95-61E5-4BA6-A5CA-989CDDC25D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A30BF0-DEA8-4F87-8199-C96828545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A42B86-28A3-44DB-9CFB-1A1C0FF4A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D0C2B3-6C04-46A0-8FA7-0063446F2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988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22C2D-7AD7-4039-949A-2027C8F80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7EFC05-C3D5-426B-A838-A7F0C52618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E9E0A-1F89-4190-BC9C-B9E9F0997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B166D-848F-4CB8-8A44-D60A37F50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ED63A5-CC65-4162-9521-BA95ECD3D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002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54BD8-C0A3-43A7-9732-BA4FD6FF9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5813D-6C9D-4545-AA01-E0C57C9098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9235D6-133C-4A12-BD8B-3A15F48D5E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4C587C-1331-44D1-83D3-0B8854C24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23FC86-6C1E-499F-AB30-D19B24A0A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652A89-22C3-45AD-BCD2-6FF037FC3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811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F58E2-82E8-4BD5-A304-4EF171821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701953-3B7F-4B14-9B3B-0BA693B2F1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C8E5DE-211A-4124-9442-641AEE501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484F4D-9B29-47E3-8C8A-D2DF81EC0E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4DC0E2-E01E-4DBE-A2D7-E8BD341921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33BCC3-372E-4D85-A683-9274F59CF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1154E9-9F74-429E-86F9-69DD81D59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7C6BB3-2072-4777-B179-8FB5A8F78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950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A94A6-5DF6-47C6-B60B-99F61A5FF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81011E-25AB-4FB9-A747-F1E58849D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4F2190-B682-4144-983C-080CBD314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9E53F1-0E9A-4302-B4D8-60A31EE14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930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80136C-067E-49CF-BEFB-07DCD05CC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DB2C96-B1E3-42ED-8203-CA1BD4250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033A53-F566-47F1-8F54-EB975B360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508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45B4A-0671-47E5-83D9-49994E714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B3781-23BB-4681-AA1A-3F931A427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38D9E8-D8B4-462F-9876-EE4339BB1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8E83D1-9453-43F1-8018-1094AF33D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67543E-4DA3-46F9-B662-BC517F2B4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256846-A283-4D1C-B6E2-BA550C209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539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F9D4D-C3DE-4F73-A1E1-0879EC663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351224-56BF-4517-B358-05EEB2CCBA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559471-0385-4433-8AFE-F7A59EC032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76818A-4939-449E-A64E-08F4AE8EE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108150-FC02-4AE2-ADA5-62EEC4241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2A9674-8609-4504-A853-B14F9D05C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610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C15A7-2E0C-4D10-A18E-6D4C8C5BF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D9F29E-B286-4821-873A-4EEBDDA907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CEC13E-20DD-4FA1-84FA-0DC0C2686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5F46F0-D564-4E7F-94CB-C728ED71A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677A7-30EC-4454-BE13-EDADC1B54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299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538BB8-1524-4263-8145-DD7BF0F6D7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2F6161-598E-41A1-94D4-0CB9C5F320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ABBA5-CB02-4CF4-834F-78CD0EE3F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05DEC-DA76-449C-95DA-37378675A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DEDC1-4F32-4D8B-9B85-B93C062C2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904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0F615-C80C-4577-B8C0-60EF203ED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3CD97-97A8-4B3D-BCFA-4F23FDA8F7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A63E9-8815-42F1-8F7E-8D0C3C0A3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0D9C8-F031-4208-B5FA-65A96CC7B6FA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BCAB7F-DC4A-450A-8EC8-53CB35CFB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23FE77-9520-40B4-AF8F-7D8D9CC06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9BE43-225A-480C-9C42-2CD467CB48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0629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1FD75-4EA0-492F-BF12-B79E79F63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FA7A9A-7AB0-4835-B99C-FC240E7B64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L2.</a:t>
            </a:r>
            <a:fld id="{00947AF7-6B57-49E7-9462-FCC01CFF1FD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10454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C83CAB-A5A6-4427-9403-D15078A23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D33D35-FFB0-41EC-B656-BBA19813B4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2EF149-9FF9-44EA-A48F-86A3F23EEC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D7C2BA-BD82-4009-A526-3CB63542CE01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F134C8-0AC4-4373-84B9-4926B6707B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86F41-206B-4D3D-BD01-1955F6F685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875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0244C0-42D6-467E-A100-0E78E1276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997938-D6DE-4603-956D-AFF345DF40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2ADE1D-8F0D-48D6-B74C-332A21BE56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0D9C8-F031-4208-B5FA-65A96CC7B6FA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FDDDC5-B42E-4025-9BA1-A73D4D3EF6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247E8-581C-41DA-849A-F588F08214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C9BE43-225A-480C-9C42-2CD467CB48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853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97C44-BBD0-4A67-A16E-1796651C5A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2819" y="1204598"/>
            <a:ext cx="9144000" cy="3843765"/>
          </a:xfrm>
        </p:spPr>
        <p:txBody>
          <a:bodyPr>
            <a:noAutofit/>
          </a:bodyPr>
          <a:lstStyle/>
          <a:p>
            <a:r>
              <a:rPr lang="en-US" sz="4000" u="sng" dirty="0"/>
              <a:t>CS5800 – ALGORITHMS</a:t>
            </a:r>
            <a:br>
              <a:rPr lang="en-US" sz="4000" dirty="0"/>
            </a:br>
            <a:br>
              <a:rPr lang="en-US" sz="4000" dirty="0"/>
            </a:br>
            <a:r>
              <a:rPr lang="en-US" sz="4000" dirty="0"/>
              <a:t>MODULE 4. DIVIDE &amp; CONQUER - II</a:t>
            </a:r>
            <a:br>
              <a:rPr lang="en-US" sz="4000" dirty="0"/>
            </a:br>
            <a:br>
              <a:rPr lang="en-US" sz="4000" dirty="0"/>
            </a:br>
            <a:r>
              <a:rPr lang="en-US" sz="4000" dirty="0"/>
              <a:t>Lesson 1: Merge Sort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58199E-2156-4542-B134-D3536A98A8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52819" y="5688991"/>
            <a:ext cx="9144000" cy="477733"/>
          </a:xfrm>
        </p:spPr>
        <p:txBody>
          <a:bodyPr/>
          <a:lstStyle/>
          <a:p>
            <a:r>
              <a:rPr lang="en-US" u="sng" dirty="0"/>
              <a:t>Ravi Sundaram</a:t>
            </a:r>
          </a:p>
        </p:txBody>
      </p:sp>
    </p:spTree>
    <p:extLst>
      <p:ext uri="{BB962C8B-B14F-4D97-AF65-F5344CB8AC3E}">
        <p14:creationId xmlns:p14="http://schemas.microsoft.com/office/powerpoint/2010/main" val="4099122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1FA58-59B8-4EFD-BF2B-069C45712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4FEF-F44A-4071-922A-E51980E95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Divide &amp; Conquer – recap</a:t>
            </a:r>
          </a:p>
          <a:p>
            <a:r>
              <a:rPr lang="en-US" dirty="0"/>
              <a:t>Sorting – many applications</a:t>
            </a:r>
          </a:p>
          <a:p>
            <a:r>
              <a:rPr lang="en-US" dirty="0"/>
              <a:t>Merge Sort </a:t>
            </a:r>
          </a:p>
          <a:p>
            <a:pPr lvl="1"/>
            <a:r>
              <a:rPr lang="en-US" dirty="0"/>
              <a:t>Algorithm</a:t>
            </a:r>
          </a:p>
          <a:p>
            <a:pPr lvl="1"/>
            <a:r>
              <a:rPr lang="en-US" dirty="0"/>
              <a:t>Efficient merging</a:t>
            </a:r>
          </a:p>
          <a:p>
            <a:r>
              <a:rPr lang="en-US" dirty="0"/>
              <a:t>Analysis</a:t>
            </a:r>
          </a:p>
          <a:p>
            <a:pPr lvl="1"/>
            <a:r>
              <a:rPr lang="en-US" dirty="0"/>
              <a:t>Recursion Tree</a:t>
            </a:r>
          </a:p>
          <a:p>
            <a:r>
              <a:rPr lang="en-US" dirty="0"/>
              <a:t>Summary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479009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1FA58-59B8-4EFD-BF2B-069C45712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Divide &amp; Conquer – 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4FEF-F44A-4071-922A-E51980E95F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4338"/>
            <a:ext cx="10515600" cy="4802625"/>
          </a:xfrm>
        </p:spPr>
        <p:txBody>
          <a:bodyPr>
            <a:normAutofit fontScale="85000" lnSpcReduction="20000"/>
          </a:bodyPr>
          <a:lstStyle/>
          <a:p>
            <a:endParaRPr lang="en-US" dirty="0"/>
          </a:p>
          <a:p>
            <a:r>
              <a:rPr lang="en-US" altLang="en-US" dirty="0"/>
              <a:t>Divide and conquer.</a:t>
            </a:r>
          </a:p>
          <a:p>
            <a:pPr lvl="1"/>
            <a:r>
              <a:rPr lang="en-US" altLang="en-US" dirty="0"/>
              <a:t>Break up problem into several parts.</a:t>
            </a:r>
          </a:p>
          <a:p>
            <a:pPr lvl="1"/>
            <a:r>
              <a:rPr lang="en-US" altLang="en-US" dirty="0"/>
              <a:t>Solve each part recursively.</a:t>
            </a:r>
          </a:p>
          <a:p>
            <a:pPr lvl="1"/>
            <a:r>
              <a:rPr lang="en-US" altLang="en-US" dirty="0"/>
              <a:t>Combine solutions to sub-problems into overall solution.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Most common usage.</a:t>
            </a:r>
          </a:p>
          <a:p>
            <a:pPr lvl="1"/>
            <a:r>
              <a:rPr lang="en-US" altLang="en-US" dirty="0"/>
              <a:t>Break up problem of size n into two equal parts of size ½n.</a:t>
            </a:r>
          </a:p>
          <a:p>
            <a:pPr lvl="1"/>
            <a:r>
              <a:rPr lang="en-US" altLang="en-US" dirty="0"/>
              <a:t>Solve two parts recursively.</a:t>
            </a:r>
          </a:p>
          <a:p>
            <a:pPr lvl="1"/>
            <a:r>
              <a:rPr lang="en-US" altLang="en-US" dirty="0"/>
              <a:t>Combine two solutions into overall solution in linear time.</a:t>
            </a:r>
          </a:p>
          <a:p>
            <a:endParaRPr lang="en-US" altLang="en-US" dirty="0"/>
          </a:p>
          <a:p>
            <a:r>
              <a:rPr lang="en-US" altLang="en-US" dirty="0"/>
              <a:t>Consequence.</a:t>
            </a:r>
          </a:p>
          <a:p>
            <a:pPr lvl="1"/>
            <a:r>
              <a:rPr lang="en-US" altLang="en-US" dirty="0"/>
              <a:t>Brute force :-  n</a:t>
            </a:r>
            <a:r>
              <a:rPr lang="en-US" altLang="en-US" sz="2000" baseline="30000" dirty="0"/>
              <a:t>2</a:t>
            </a:r>
            <a:r>
              <a:rPr lang="en-US" altLang="en-US" dirty="0"/>
              <a:t>.</a:t>
            </a:r>
          </a:p>
          <a:p>
            <a:pPr lvl="1"/>
            <a:r>
              <a:rPr lang="en-US" altLang="en-US" dirty="0"/>
              <a:t>Divide and conquer :- n log n.</a:t>
            </a:r>
          </a:p>
          <a:p>
            <a:pPr marL="0" indent="0">
              <a:buNone/>
            </a:pP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622130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1FA58-59B8-4EFD-BF2B-069C45712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Sorting – many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4FEF-F44A-4071-922A-E51980E95F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82145" cy="4351338"/>
          </a:xfrm>
        </p:spPr>
        <p:txBody>
          <a:bodyPr>
            <a:normAutofit fontScale="92500"/>
          </a:bodyPr>
          <a:lstStyle/>
          <a:p>
            <a:r>
              <a:rPr lang="en-US" dirty="0"/>
              <a:t>Sorting.  Given an array of n elements, rearrange them in ascending order.</a:t>
            </a:r>
          </a:p>
          <a:p>
            <a:endParaRPr lang="en-US" dirty="0"/>
          </a:p>
          <a:p>
            <a:r>
              <a:rPr lang="en-US" dirty="0"/>
              <a:t>Specific Applications: </a:t>
            </a:r>
          </a:p>
          <a:p>
            <a:pPr lvl="1"/>
            <a:r>
              <a:rPr lang="en-US" dirty="0"/>
              <a:t>Sort a list of names.</a:t>
            </a:r>
          </a:p>
          <a:p>
            <a:pPr lvl="1"/>
            <a:r>
              <a:rPr lang="en-US" dirty="0"/>
              <a:t>Organize an MP3 library.</a:t>
            </a:r>
          </a:p>
          <a:p>
            <a:pPr lvl="1"/>
            <a:r>
              <a:rPr lang="en-US" dirty="0"/>
              <a:t>Display Google PageRank results.</a:t>
            </a:r>
          </a:p>
          <a:p>
            <a:pPr lvl="1"/>
            <a:r>
              <a:rPr lang="en-US" dirty="0"/>
              <a:t>Find the median. </a:t>
            </a:r>
          </a:p>
          <a:p>
            <a:pPr lvl="1"/>
            <a:r>
              <a:rPr lang="en-US" dirty="0"/>
              <a:t>Find the closest pair.</a:t>
            </a:r>
          </a:p>
          <a:p>
            <a:pPr lvl="1"/>
            <a:r>
              <a:rPr lang="en-US" dirty="0"/>
              <a:t>Binary search in a database.</a:t>
            </a:r>
          </a:p>
          <a:p>
            <a:pPr lvl="1"/>
            <a:r>
              <a:rPr lang="en-US" dirty="0"/>
              <a:t>Identify statistical outliers.</a:t>
            </a:r>
          </a:p>
          <a:p>
            <a:pPr lvl="1"/>
            <a:r>
              <a:rPr lang="en-US" dirty="0"/>
              <a:t>Find duplicates in a mailing list.</a:t>
            </a:r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4C92D59-295E-4A26-A694-4C410F97DDA1}"/>
              </a:ext>
            </a:extLst>
          </p:cNvPr>
          <p:cNvSpPr txBox="1">
            <a:spLocks/>
          </p:cNvSpPr>
          <p:nvPr/>
        </p:nvSpPr>
        <p:spPr>
          <a:xfrm>
            <a:off x="6416771" y="3012884"/>
            <a:ext cx="3898063" cy="340981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General areas: </a:t>
            </a:r>
          </a:p>
          <a:p>
            <a:pPr lvl="1"/>
            <a:r>
              <a:rPr lang="en-US" dirty="0"/>
              <a:t>Data compression.</a:t>
            </a:r>
          </a:p>
          <a:p>
            <a:pPr lvl="1"/>
            <a:r>
              <a:rPr lang="en-US" dirty="0"/>
              <a:t>Computer graphics. </a:t>
            </a:r>
          </a:p>
          <a:p>
            <a:pPr lvl="1"/>
            <a:r>
              <a:rPr lang="en-US" dirty="0"/>
              <a:t>Computational biology.</a:t>
            </a:r>
          </a:p>
          <a:p>
            <a:pPr lvl="1"/>
            <a:r>
              <a:rPr lang="en-US" dirty="0"/>
              <a:t>Supply chain management.</a:t>
            </a:r>
          </a:p>
          <a:p>
            <a:pPr lvl="1"/>
            <a:r>
              <a:rPr lang="en-US" dirty="0"/>
              <a:t>Book recommendations on Amazon.</a:t>
            </a:r>
          </a:p>
          <a:p>
            <a:pPr lvl="1"/>
            <a:r>
              <a:rPr lang="en-US" dirty="0"/>
              <a:t>Load balancing on a parallel computer.</a:t>
            </a:r>
          </a:p>
        </p:txBody>
      </p:sp>
    </p:spTree>
    <p:extLst>
      <p:ext uri="{BB962C8B-B14F-4D97-AF65-F5344CB8AC3E}">
        <p14:creationId xmlns:p14="http://schemas.microsoft.com/office/powerpoint/2010/main" val="454749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1FA58-59B8-4EFD-BF2B-069C45712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 –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4FEF-F44A-4071-922A-E51980E95F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56469"/>
            <a:ext cx="11136608" cy="4720494"/>
          </a:xfrm>
        </p:spPr>
        <p:txBody>
          <a:bodyPr>
            <a:normAutofit/>
          </a:bodyPr>
          <a:lstStyle/>
          <a:p>
            <a:r>
              <a:rPr lang="en-US" altLang="en-US" dirty="0" err="1"/>
              <a:t>Mergesort</a:t>
            </a:r>
            <a:r>
              <a:rPr lang="en-US" altLang="en-US" dirty="0"/>
              <a:t>.</a:t>
            </a:r>
          </a:p>
          <a:p>
            <a:pPr lvl="1"/>
            <a:r>
              <a:rPr lang="en-US" altLang="en-US" dirty="0"/>
              <a:t>Divide array into two halves.</a:t>
            </a:r>
          </a:p>
          <a:p>
            <a:pPr lvl="1"/>
            <a:r>
              <a:rPr lang="en-US" altLang="en-US" dirty="0"/>
              <a:t>Recursively sort each half.</a:t>
            </a:r>
          </a:p>
          <a:p>
            <a:pPr lvl="1"/>
            <a:r>
              <a:rPr lang="en-US" altLang="en-US" dirty="0"/>
              <a:t>Merge two halves to make sorted whole.</a:t>
            </a:r>
          </a:p>
        </p:txBody>
      </p:sp>
      <p:grpSp>
        <p:nvGrpSpPr>
          <p:cNvPr id="4" name="Group 50">
            <a:extLst>
              <a:ext uri="{FF2B5EF4-FFF2-40B4-BE49-F238E27FC236}">
                <a16:creationId xmlns:a16="http://schemas.microsoft.com/office/drawing/2014/main" id="{FC0681ED-20C9-405D-BA67-E798FD0E6A01}"/>
              </a:ext>
            </a:extLst>
          </p:cNvPr>
          <p:cNvGrpSpPr>
            <a:grpSpLocks/>
          </p:cNvGrpSpPr>
          <p:nvPr/>
        </p:nvGrpSpPr>
        <p:grpSpPr bwMode="auto">
          <a:xfrm>
            <a:off x="1406231" y="3429000"/>
            <a:ext cx="5486400" cy="2251075"/>
            <a:chOff x="816" y="2400"/>
            <a:chExt cx="3744" cy="1536"/>
          </a:xfrm>
        </p:grpSpPr>
        <p:sp>
          <p:nvSpPr>
            <p:cNvPr id="5" name="Rectangle 7">
              <a:extLst>
                <a:ext uri="{FF2B5EF4-FFF2-40B4-BE49-F238E27FC236}">
                  <a16:creationId xmlns:a16="http://schemas.microsoft.com/office/drawing/2014/main" id="{AB33D892-2D9A-4A04-9878-F61F8DC80D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2400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en-US" b="1">
                  <a:latin typeface="Courier New" panose="02070309020205020404" pitchFamily="49" charset="0"/>
                </a:rPr>
                <a:t>A</a:t>
              </a:r>
            </a:p>
          </p:txBody>
        </p:sp>
        <p:sp>
          <p:nvSpPr>
            <p:cNvPr id="6" name="Rectangle 8">
              <a:extLst>
                <a:ext uri="{FF2B5EF4-FFF2-40B4-BE49-F238E27FC236}">
                  <a16:creationId xmlns:a16="http://schemas.microsoft.com/office/drawing/2014/main" id="{8C0EA57D-31AA-4CA7-A6D5-097AA09760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2400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en-US" b="1">
                  <a:latin typeface="Courier New" panose="02070309020205020404" pitchFamily="49" charset="0"/>
                </a:rPr>
                <a:t>L</a:t>
              </a:r>
            </a:p>
          </p:txBody>
        </p:sp>
        <p:sp>
          <p:nvSpPr>
            <p:cNvPr id="7" name="Rectangle 9">
              <a:extLst>
                <a:ext uri="{FF2B5EF4-FFF2-40B4-BE49-F238E27FC236}">
                  <a16:creationId xmlns:a16="http://schemas.microsoft.com/office/drawing/2014/main" id="{1B4150A1-5240-4054-B1F0-BE8383ED83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2400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en-US" b="1">
                  <a:latin typeface="Courier New" panose="02070309020205020404" pitchFamily="49" charset="0"/>
                </a:rPr>
                <a:t>G</a:t>
              </a:r>
            </a:p>
          </p:txBody>
        </p:sp>
        <p:sp>
          <p:nvSpPr>
            <p:cNvPr id="8" name="Rectangle 10">
              <a:extLst>
                <a:ext uri="{FF2B5EF4-FFF2-40B4-BE49-F238E27FC236}">
                  <a16:creationId xmlns:a16="http://schemas.microsoft.com/office/drawing/2014/main" id="{F898E527-EA54-47AC-A0CA-E72375FBB7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2400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en-US" b="1">
                  <a:latin typeface="Courier New" panose="02070309020205020404" pitchFamily="49" charset="0"/>
                </a:rPr>
                <a:t>O</a:t>
              </a:r>
            </a:p>
          </p:txBody>
        </p:sp>
        <p:sp>
          <p:nvSpPr>
            <p:cNvPr id="9" name="Rectangle 11">
              <a:extLst>
                <a:ext uri="{FF2B5EF4-FFF2-40B4-BE49-F238E27FC236}">
                  <a16:creationId xmlns:a16="http://schemas.microsoft.com/office/drawing/2014/main" id="{15CE4529-CF5A-4CAD-A8C3-59EFE9A703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2400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en-US" b="1">
                  <a:latin typeface="Courier New" panose="02070309020205020404" pitchFamily="49" charset="0"/>
                </a:rPr>
                <a:t>R</a:t>
              </a:r>
            </a:p>
          </p:txBody>
        </p:sp>
        <p:sp>
          <p:nvSpPr>
            <p:cNvPr id="10" name="Rectangle 12">
              <a:extLst>
                <a:ext uri="{FF2B5EF4-FFF2-40B4-BE49-F238E27FC236}">
                  <a16:creationId xmlns:a16="http://schemas.microsoft.com/office/drawing/2014/main" id="{DE8D4604-58A7-43CA-92D9-18CF820B0C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2400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en-US" b="1" dirty="0">
                  <a:latin typeface="Courier New" panose="02070309020205020404" pitchFamily="49" charset="0"/>
                </a:rPr>
                <a:t>I</a:t>
              </a:r>
            </a:p>
          </p:txBody>
        </p:sp>
        <p:sp>
          <p:nvSpPr>
            <p:cNvPr id="11" name="Rectangle 13">
              <a:extLst>
                <a:ext uri="{FF2B5EF4-FFF2-40B4-BE49-F238E27FC236}">
                  <a16:creationId xmlns:a16="http://schemas.microsoft.com/office/drawing/2014/main" id="{CBC46802-85D5-4277-96E0-BFB0235819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2400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en-US" b="1">
                  <a:latin typeface="Courier New" panose="02070309020205020404" pitchFamily="49" charset="0"/>
                </a:rPr>
                <a:t>T</a:t>
              </a:r>
            </a:p>
          </p:txBody>
        </p:sp>
        <p:sp>
          <p:nvSpPr>
            <p:cNvPr id="12" name="Rectangle 14">
              <a:extLst>
                <a:ext uri="{FF2B5EF4-FFF2-40B4-BE49-F238E27FC236}">
                  <a16:creationId xmlns:a16="http://schemas.microsoft.com/office/drawing/2014/main" id="{4B5F6783-5590-4A27-B874-990A29A1AD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2400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en-US" b="1">
                  <a:latin typeface="Courier New" panose="02070309020205020404" pitchFamily="49" charset="0"/>
                </a:rPr>
                <a:t>H</a:t>
              </a:r>
            </a:p>
          </p:txBody>
        </p:sp>
        <p:sp>
          <p:nvSpPr>
            <p:cNvPr id="13" name="Rectangle 15">
              <a:extLst>
                <a:ext uri="{FF2B5EF4-FFF2-40B4-BE49-F238E27FC236}">
                  <a16:creationId xmlns:a16="http://schemas.microsoft.com/office/drawing/2014/main" id="{57484C99-9E9B-4A6B-BBA7-0FFA0C8CD7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2400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en-US" b="1">
                  <a:latin typeface="Courier New" panose="02070309020205020404" pitchFamily="49" charset="0"/>
                </a:rPr>
                <a:t>M</a:t>
              </a:r>
            </a:p>
          </p:txBody>
        </p:sp>
        <p:sp>
          <p:nvSpPr>
            <p:cNvPr id="14" name="Rectangle 16">
              <a:extLst>
                <a:ext uri="{FF2B5EF4-FFF2-40B4-BE49-F238E27FC236}">
                  <a16:creationId xmlns:a16="http://schemas.microsoft.com/office/drawing/2014/main" id="{0C98E0FD-743D-4D19-B856-AF3C88FD48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2400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en-US" b="1">
                  <a:latin typeface="Courier New" panose="02070309020205020404" pitchFamily="49" charset="0"/>
                </a:rPr>
                <a:t>S</a:t>
              </a:r>
            </a:p>
          </p:txBody>
        </p:sp>
        <p:sp>
          <p:nvSpPr>
            <p:cNvPr id="15" name="Rectangle 18">
              <a:extLst>
                <a:ext uri="{FF2B5EF4-FFF2-40B4-BE49-F238E27FC236}">
                  <a16:creationId xmlns:a16="http://schemas.microsoft.com/office/drawing/2014/main" id="{773CB9C4-A3BB-4B30-A253-41A1D29827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2832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en-US" b="1">
                  <a:latin typeface="Courier New" panose="02070309020205020404" pitchFamily="49" charset="0"/>
                </a:rPr>
                <a:t>A</a:t>
              </a:r>
            </a:p>
          </p:txBody>
        </p:sp>
        <p:sp>
          <p:nvSpPr>
            <p:cNvPr id="16" name="Rectangle 19">
              <a:extLst>
                <a:ext uri="{FF2B5EF4-FFF2-40B4-BE49-F238E27FC236}">
                  <a16:creationId xmlns:a16="http://schemas.microsoft.com/office/drawing/2014/main" id="{F9F1D844-9111-482C-B3E6-909E79BE9C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832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en-US" b="1">
                  <a:latin typeface="Courier New" panose="02070309020205020404" pitchFamily="49" charset="0"/>
                </a:rPr>
                <a:t>L</a:t>
              </a:r>
            </a:p>
          </p:txBody>
        </p:sp>
        <p:sp>
          <p:nvSpPr>
            <p:cNvPr id="17" name="Rectangle 20">
              <a:extLst>
                <a:ext uri="{FF2B5EF4-FFF2-40B4-BE49-F238E27FC236}">
                  <a16:creationId xmlns:a16="http://schemas.microsoft.com/office/drawing/2014/main" id="{5A362374-C3A6-4FEB-8893-DF1BBA79C2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2832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en-US" b="1">
                  <a:latin typeface="Courier New" panose="02070309020205020404" pitchFamily="49" charset="0"/>
                </a:rPr>
                <a:t>G</a:t>
              </a:r>
            </a:p>
          </p:txBody>
        </p:sp>
        <p:sp>
          <p:nvSpPr>
            <p:cNvPr id="18" name="Rectangle 21">
              <a:extLst>
                <a:ext uri="{FF2B5EF4-FFF2-40B4-BE49-F238E27FC236}">
                  <a16:creationId xmlns:a16="http://schemas.microsoft.com/office/drawing/2014/main" id="{A193F93E-90B9-4020-866B-82DD299E6D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832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en-US" b="1">
                  <a:latin typeface="Courier New" panose="02070309020205020404" pitchFamily="49" charset="0"/>
                </a:rPr>
                <a:t>O</a:t>
              </a:r>
            </a:p>
          </p:txBody>
        </p:sp>
        <p:sp>
          <p:nvSpPr>
            <p:cNvPr id="19" name="Rectangle 22">
              <a:extLst>
                <a:ext uri="{FF2B5EF4-FFF2-40B4-BE49-F238E27FC236}">
                  <a16:creationId xmlns:a16="http://schemas.microsoft.com/office/drawing/2014/main" id="{16A8CD32-3055-4F25-9201-9AB821C812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2832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en-US" b="1">
                  <a:latin typeface="Courier New" panose="02070309020205020404" pitchFamily="49" charset="0"/>
                </a:rPr>
                <a:t>R</a:t>
              </a:r>
            </a:p>
          </p:txBody>
        </p:sp>
        <p:sp>
          <p:nvSpPr>
            <p:cNvPr id="20" name="Rectangle 23">
              <a:extLst>
                <a:ext uri="{FF2B5EF4-FFF2-40B4-BE49-F238E27FC236}">
                  <a16:creationId xmlns:a16="http://schemas.microsoft.com/office/drawing/2014/main" id="{A3076988-BF16-455E-BACD-5AD9422D9D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2832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en-US" b="1">
                  <a:latin typeface="Courier New" panose="02070309020205020404" pitchFamily="49" charset="0"/>
                </a:rPr>
                <a:t>I</a:t>
              </a:r>
            </a:p>
          </p:txBody>
        </p:sp>
        <p:sp>
          <p:nvSpPr>
            <p:cNvPr id="21" name="Rectangle 24">
              <a:extLst>
                <a:ext uri="{FF2B5EF4-FFF2-40B4-BE49-F238E27FC236}">
                  <a16:creationId xmlns:a16="http://schemas.microsoft.com/office/drawing/2014/main" id="{EBD83BE7-1351-4A22-970B-F5E5A98C0A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832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en-US" b="1">
                  <a:latin typeface="Courier New" panose="02070309020205020404" pitchFamily="49" charset="0"/>
                </a:rPr>
                <a:t>T</a:t>
              </a:r>
            </a:p>
          </p:txBody>
        </p:sp>
        <p:sp>
          <p:nvSpPr>
            <p:cNvPr id="22" name="Rectangle 25">
              <a:extLst>
                <a:ext uri="{FF2B5EF4-FFF2-40B4-BE49-F238E27FC236}">
                  <a16:creationId xmlns:a16="http://schemas.microsoft.com/office/drawing/2014/main" id="{191EF42B-C4B6-4F8D-B446-34B6607D52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2832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en-US" b="1">
                  <a:latin typeface="Courier New" panose="02070309020205020404" pitchFamily="49" charset="0"/>
                </a:rPr>
                <a:t>H</a:t>
              </a:r>
            </a:p>
          </p:txBody>
        </p:sp>
        <p:sp>
          <p:nvSpPr>
            <p:cNvPr id="23" name="Rectangle 26">
              <a:extLst>
                <a:ext uri="{FF2B5EF4-FFF2-40B4-BE49-F238E27FC236}">
                  <a16:creationId xmlns:a16="http://schemas.microsoft.com/office/drawing/2014/main" id="{CA47362A-23A9-4888-8906-5CD04671E1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2832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en-US" b="1">
                  <a:latin typeface="Courier New" panose="02070309020205020404" pitchFamily="49" charset="0"/>
                </a:rPr>
                <a:t>M</a:t>
              </a:r>
            </a:p>
          </p:txBody>
        </p:sp>
        <p:sp>
          <p:nvSpPr>
            <p:cNvPr id="24" name="Rectangle 27">
              <a:extLst>
                <a:ext uri="{FF2B5EF4-FFF2-40B4-BE49-F238E27FC236}">
                  <a16:creationId xmlns:a16="http://schemas.microsoft.com/office/drawing/2014/main" id="{AA874502-AEF9-436B-855C-54B171FF6D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2832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en-US" b="1">
                  <a:latin typeface="Courier New" panose="02070309020205020404" pitchFamily="49" charset="0"/>
                </a:rPr>
                <a:t>S</a:t>
              </a:r>
            </a:p>
          </p:txBody>
        </p:sp>
        <p:sp>
          <p:nvSpPr>
            <p:cNvPr id="25" name="Rectangle 28">
              <a:extLst>
                <a:ext uri="{FF2B5EF4-FFF2-40B4-BE49-F238E27FC236}">
                  <a16:creationId xmlns:a16="http://schemas.microsoft.com/office/drawing/2014/main" id="{C9E68771-F2DE-48E5-A10E-D95EF202F5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en-US" b="1">
                  <a:latin typeface="Courier New" panose="02070309020205020404" pitchFamily="49" charset="0"/>
                </a:rPr>
                <a:t>A</a:t>
              </a:r>
            </a:p>
          </p:txBody>
        </p:sp>
        <p:sp>
          <p:nvSpPr>
            <p:cNvPr id="26" name="Rectangle 29">
              <a:extLst>
                <a:ext uri="{FF2B5EF4-FFF2-40B4-BE49-F238E27FC236}">
                  <a16:creationId xmlns:a16="http://schemas.microsoft.com/office/drawing/2014/main" id="{0EEE83C9-22FD-4499-AE6C-C3B653C022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en-US" b="1">
                  <a:latin typeface="Courier New" panose="02070309020205020404" pitchFamily="49" charset="0"/>
                </a:rPr>
                <a:t>G</a:t>
              </a:r>
            </a:p>
          </p:txBody>
        </p:sp>
        <p:sp>
          <p:nvSpPr>
            <p:cNvPr id="27" name="Rectangle 30">
              <a:extLst>
                <a:ext uri="{FF2B5EF4-FFF2-40B4-BE49-F238E27FC236}">
                  <a16:creationId xmlns:a16="http://schemas.microsoft.com/office/drawing/2014/main" id="{2752387D-1DAA-41BA-AF8A-0AE2160AD3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en-US" b="1">
                  <a:latin typeface="Courier New" panose="02070309020205020404" pitchFamily="49" charset="0"/>
                </a:rPr>
                <a:t>L</a:t>
              </a:r>
            </a:p>
          </p:txBody>
        </p:sp>
        <p:sp>
          <p:nvSpPr>
            <p:cNvPr id="28" name="Rectangle 31">
              <a:extLst>
                <a:ext uri="{FF2B5EF4-FFF2-40B4-BE49-F238E27FC236}">
                  <a16:creationId xmlns:a16="http://schemas.microsoft.com/office/drawing/2014/main" id="{C1023215-FDD3-4024-AC55-1CDDC7CBD1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en-US" b="1">
                  <a:latin typeface="Courier New" panose="02070309020205020404" pitchFamily="49" charset="0"/>
                </a:rPr>
                <a:t>O</a:t>
              </a:r>
            </a:p>
          </p:txBody>
        </p:sp>
        <p:sp>
          <p:nvSpPr>
            <p:cNvPr id="29" name="Rectangle 32">
              <a:extLst>
                <a:ext uri="{FF2B5EF4-FFF2-40B4-BE49-F238E27FC236}">
                  <a16:creationId xmlns:a16="http://schemas.microsoft.com/office/drawing/2014/main" id="{B4C49BFB-FA7A-4F19-A6AC-8EFA3D0645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en-US" b="1">
                  <a:latin typeface="Courier New" panose="02070309020205020404" pitchFamily="49" charset="0"/>
                </a:rPr>
                <a:t>R</a:t>
              </a:r>
            </a:p>
          </p:txBody>
        </p:sp>
        <p:sp>
          <p:nvSpPr>
            <p:cNvPr id="30" name="Rectangle 33">
              <a:extLst>
                <a:ext uri="{FF2B5EF4-FFF2-40B4-BE49-F238E27FC236}">
                  <a16:creationId xmlns:a16="http://schemas.microsoft.com/office/drawing/2014/main" id="{EAA8B24B-A89B-4DD2-80CD-A68BE10118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en-US" b="1">
                  <a:latin typeface="Courier New" panose="02070309020205020404" pitchFamily="49" charset="0"/>
                </a:rPr>
                <a:t>H</a:t>
              </a:r>
            </a:p>
          </p:txBody>
        </p:sp>
        <p:sp>
          <p:nvSpPr>
            <p:cNvPr id="31" name="Rectangle 34">
              <a:extLst>
                <a:ext uri="{FF2B5EF4-FFF2-40B4-BE49-F238E27FC236}">
                  <a16:creationId xmlns:a16="http://schemas.microsoft.com/office/drawing/2014/main" id="{7942AB0A-D0CA-4B36-AF07-EC6F91A220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en-US" b="1">
                  <a:latin typeface="Courier New" panose="02070309020205020404" pitchFamily="49" charset="0"/>
                </a:rPr>
                <a:t>I</a:t>
              </a:r>
            </a:p>
          </p:txBody>
        </p:sp>
        <p:sp>
          <p:nvSpPr>
            <p:cNvPr id="32" name="Rectangle 35">
              <a:extLst>
                <a:ext uri="{FF2B5EF4-FFF2-40B4-BE49-F238E27FC236}">
                  <a16:creationId xmlns:a16="http://schemas.microsoft.com/office/drawing/2014/main" id="{DB489183-0131-4A63-81B7-4B2391A2E8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en-US" b="1">
                  <a:latin typeface="Courier New" panose="02070309020205020404" pitchFamily="49" charset="0"/>
                </a:rPr>
                <a:t>M</a:t>
              </a:r>
            </a:p>
          </p:txBody>
        </p:sp>
        <p:sp>
          <p:nvSpPr>
            <p:cNvPr id="33" name="Rectangle 36">
              <a:extLst>
                <a:ext uri="{FF2B5EF4-FFF2-40B4-BE49-F238E27FC236}">
                  <a16:creationId xmlns:a16="http://schemas.microsoft.com/office/drawing/2014/main" id="{4C006A56-D622-46B1-A0B9-3C7D56A481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en-US" b="1">
                  <a:latin typeface="Courier New" panose="02070309020205020404" pitchFamily="49" charset="0"/>
                </a:rPr>
                <a:t>S</a:t>
              </a:r>
            </a:p>
          </p:txBody>
        </p:sp>
        <p:sp>
          <p:nvSpPr>
            <p:cNvPr id="34" name="Rectangle 37">
              <a:extLst>
                <a:ext uri="{FF2B5EF4-FFF2-40B4-BE49-F238E27FC236}">
                  <a16:creationId xmlns:a16="http://schemas.microsoft.com/office/drawing/2014/main" id="{C505C80D-CCCF-40C6-AD8A-E858F85769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en-US" b="1">
                  <a:latin typeface="Courier New" panose="02070309020205020404" pitchFamily="49" charset="0"/>
                </a:rPr>
                <a:t>T</a:t>
              </a:r>
            </a:p>
          </p:txBody>
        </p:sp>
        <p:sp>
          <p:nvSpPr>
            <p:cNvPr id="35" name="Rectangle 38">
              <a:extLst>
                <a:ext uri="{FF2B5EF4-FFF2-40B4-BE49-F238E27FC236}">
                  <a16:creationId xmlns:a16="http://schemas.microsoft.com/office/drawing/2014/main" id="{3FF3B6FB-8A74-4E90-BBD1-52EA02CB9D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3696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en-US" b="1">
                  <a:latin typeface="Courier New" panose="02070309020205020404" pitchFamily="49" charset="0"/>
                </a:rPr>
                <a:t>A</a:t>
              </a:r>
            </a:p>
          </p:txBody>
        </p:sp>
        <p:sp>
          <p:nvSpPr>
            <p:cNvPr id="36" name="Rectangle 39">
              <a:extLst>
                <a:ext uri="{FF2B5EF4-FFF2-40B4-BE49-F238E27FC236}">
                  <a16:creationId xmlns:a16="http://schemas.microsoft.com/office/drawing/2014/main" id="{805DFE7F-91DC-48A7-B40C-2B3EBC9EAB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3696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en-US" b="1">
                  <a:latin typeface="Courier New" panose="02070309020205020404" pitchFamily="49" charset="0"/>
                </a:rPr>
                <a:t>G</a:t>
              </a:r>
            </a:p>
          </p:txBody>
        </p:sp>
        <p:sp>
          <p:nvSpPr>
            <p:cNvPr id="37" name="Rectangle 40">
              <a:extLst>
                <a:ext uri="{FF2B5EF4-FFF2-40B4-BE49-F238E27FC236}">
                  <a16:creationId xmlns:a16="http://schemas.microsoft.com/office/drawing/2014/main" id="{6D8A71E9-64B2-4525-834E-DDF89F62B1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3696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en-US" b="1">
                  <a:latin typeface="Courier New" panose="02070309020205020404" pitchFamily="49" charset="0"/>
                </a:rPr>
                <a:t>H</a:t>
              </a:r>
            </a:p>
          </p:txBody>
        </p:sp>
        <p:sp>
          <p:nvSpPr>
            <p:cNvPr id="38" name="Rectangle 41">
              <a:extLst>
                <a:ext uri="{FF2B5EF4-FFF2-40B4-BE49-F238E27FC236}">
                  <a16:creationId xmlns:a16="http://schemas.microsoft.com/office/drawing/2014/main" id="{BDF2BDC1-3CD4-4C06-97FA-16B1196360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3696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en-US" b="1">
                  <a:latin typeface="Courier New" panose="02070309020205020404" pitchFamily="49" charset="0"/>
                </a:rPr>
                <a:t>I</a:t>
              </a:r>
            </a:p>
          </p:txBody>
        </p:sp>
        <p:sp>
          <p:nvSpPr>
            <p:cNvPr id="39" name="Rectangle 42">
              <a:extLst>
                <a:ext uri="{FF2B5EF4-FFF2-40B4-BE49-F238E27FC236}">
                  <a16:creationId xmlns:a16="http://schemas.microsoft.com/office/drawing/2014/main" id="{3DC617AB-7427-4693-A929-1B63307E4A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3696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en-US" b="1">
                  <a:latin typeface="Courier New" panose="02070309020205020404" pitchFamily="49" charset="0"/>
                </a:rPr>
                <a:t>L</a:t>
              </a:r>
            </a:p>
          </p:txBody>
        </p:sp>
        <p:sp>
          <p:nvSpPr>
            <p:cNvPr id="40" name="Rectangle 43">
              <a:extLst>
                <a:ext uri="{FF2B5EF4-FFF2-40B4-BE49-F238E27FC236}">
                  <a16:creationId xmlns:a16="http://schemas.microsoft.com/office/drawing/2014/main" id="{C089900C-41A7-4915-B505-E61E4E03A4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3696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en-US" b="1">
                  <a:latin typeface="Courier New" panose="02070309020205020404" pitchFamily="49" charset="0"/>
                </a:rPr>
                <a:t>M</a:t>
              </a:r>
            </a:p>
          </p:txBody>
        </p:sp>
        <p:sp>
          <p:nvSpPr>
            <p:cNvPr id="41" name="Rectangle 44">
              <a:extLst>
                <a:ext uri="{FF2B5EF4-FFF2-40B4-BE49-F238E27FC236}">
                  <a16:creationId xmlns:a16="http://schemas.microsoft.com/office/drawing/2014/main" id="{E86CE353-0603-4403-B3C8-63644BC034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3696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en-US" b="1">
                  <a:latin typeface="Courier New" panose="02070309020205020404" pitchFamily="49" charset="0"/>
                </a:rPr>
                <a:t>O</a:t>
              </a:r>
            </a:p>
          </p:txBody>
        </p:sp>
        <p:sp>
          <p:nvSpPr>
            <p:cNvPr id="42" name="Rectangle 45">
              <a:extLst>
                <a:ext uri="{FF2B5EF4-FFF2-40B4-BE49-F238E27FC236}">
                  <a16:creationId xmlns:a16="http://schemas.microsoft.com/office/drawing/2014/main" id="{B614DC40-93C5-4947-AE41-0C2EF42AF1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3696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en-US" b="1">
                  <a:latin typeface="Courier New" panose="02070309020205020404" pitchFamily="49" charset="0"/>
                </a:rPr>
                <a:t>R</a:t>
              </a:r>
            </a:p>
          </p:txBody>
        </p:sp>
        <p:sp>
          <p:nvSpPr>
            <p:cNvPr id="43" name="Rectangle 46">
              <a:extLst>
                <a:ext uri="{FF2B5EF4-FFF2-40B4-BE49-F238E27FC236}">
                  <a16:creationId xmlns:a16="http://schemas.microsoft.com/office/drawing/2014/main" id="{29F94030-835F-4575-BCCB-75A4D9BA6E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3696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en-US" b="1">
                  <a:latin typeface="Courier New" panose="02070309020205020404" pitchFamily="49" charset="0"/>
                </a:rPr>
                <a:t>S</a:t>
              </a:r>
            </a:p>
          </p:txBody>
        </p:sp>
        <p:sp>
          <p:nvSpPr>
            <p:cNvPr id="44" name="Rectangle 47">
              <a:extLst>
                <a:ext uri="{FF2B5EF4-FFF2-40B4-BE49-F238E27FC236}">
                  <a16:creationId xmlns:a16="http://schemas.microsoft.com/office/drawing/2014/main" id="{DC89B169-8B26-4BA3-BF95-103CD506A1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3696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en-US" b="1">
                  <a:latin typeface="Courier New" panose="02070309020205020404" pitchFamily="49" charset="0"/>
                </a:rPr>
                <a:t>T</a:t>
              </a:r>
            </a:p>
          </p:txBody>
        </p:sp>
      </p:grpSp>
      <p:sp>
        <p:nvSpPr>
          <p:cNvPr id="45" name="Text Box 4">
            <a:extLst>
              <a:ext uri="{FF2B5EF4-FFF2-40B4-BE49-F238E27FC236}">
                <a16:creationId xmlns:a16="http://schemas.microsoft.com/office/drawing/2014/main" id="{083BABF4-4ECA-4DDB-8646-9A603E08DE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04038" y="5262563"/>
            <a:ext cx="990600" cy="34607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en-US"/>
              <a:t>merge</a:t>
            </a:r>
          </a:p>
        </p:txBody>
      </p:sp>
      <p:sp>
        <p:nvSpPr>
          <p:cNvPr id="46" name="Text Box 6">
            <a:extLst>
              <a:ext uri="{FF2B5EF4-FFF2-40B4-BE49-F238E27FC236}">
                <a16:creationId xmlns:a16="http://schemas.microsoft.com/office/drawing/2014/main" id="{B94FB1CA-82D4-4F0D-9764-79F46CCF3D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04038" y="4619625"/>
            <a:ext cx="838200" cy="34607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en-US"/>
              <a:t>sort</a:t>
            </a:r>
          </a:p>
        </p:txBody>
      </p:sp>
      <p:sp>
        <p:nvSpPr>
          <p:cNvPr id="47" name="Text Box 17">
            <a:extLst>
              <a:ext uri="{FF2B5EF4-FFF2-40B4-BE49-F238E27FC236}">
                <a16:creationId xmlns:a16="http://schemas.microsoft.com/office/drawing/2014/main" id="{301E3356-57B8-449D-80E2-08B673DD3D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04038" y="3997325"/>
            <a:ext cx="990600" cy="34607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en-US" dirty="0"/>
              <a:t>divide</a:t>
            </a:r>
          </a:p>
        </p:txBody>
      </p:sp>
      <p:sp>
        <p:nvSpPr>
          <p:cNvPr id="48" name="Text Box 51">
            <a:extLst>
              <a:ext uri="{FF2B5EF4-FFF2-40B4-BE49-F238E27FC236}">
                <a16:creationId xmlns:a16="http://schemas.microsoft.com/office/drawing/2014/main" id="{8B264F58-6997-4418-AEB7-26F1E41BFF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3350" y="5267325"/>
            <a:ext cx="704850" cy="34607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en-US"/>
              <a:t>O(n)</a:t>
            </a:r>
          </a:p>
        </p:txBody>
      </p:sp>
      <p:sp>
        <p:nvSpPr>
          <p:cNvPr id="49" name="Text Box 52">
            <a:extLst>
              <a:ext uri="{FF2B5EF4-FFF2-40B4-BE49-F238E27FC236}">
                <a16:creationId xmlns:a16="http://schemas.microsoft.com/office/drawing/2014/main" id="{25B574F3-2B98-4712-AD25-DBF6D1F573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2238" y="4624388"/>
            <a:ext cx="944562" cy="34607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en-US"/>
              <a:t>2T(n/2)</a:t>
            </a:r>
          </a:p>
        </p:txBody>
      </p:sp>
      <p:sp>
        <p:nvSpPr>
          <p:cNvPr id="50" name="Text Box 53">
            <a:extLst>
              <a:ext uri="{FF2B5EF4-FFF2-40B4-BE49-F238E27FC236}">
                <a16:creationId xmlns:a16="http://schemas.microsoft.com/office/drawing/2014/main" id="{603B079A-23D2-4DCA-94BA-02DA94D56A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3825" y="4002088"/>
            <a:ext cx="638175" cy="34607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en-US"/>
              <a:t>O(1)</a:t>
            </a:r>
          </a:p>
        </p:txBody>
      </p:sp>
    </p:spTree>
    <p:extLst>
      <p:ext uri="{BB962C8B-B14F-4D97-AF65-F5344CB8AC3E}">
        <p14:creationId xmlns:p14="http://schemas.microsoft.com/office/powerpoint/2010/main" val="4269088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1FA58-59B8-4EFD-BF2B-069C45712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 – efficient merging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4FEF-F44A-4071-922A-E51980E95F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54768" cy="4351338"/>
          </a:xfrm>
        </p:spPr>
        <p:txBody>
          <a:bodyPr>
            <a:normAutofit/>
          </a:bodyPr>
          <a:lstStyle/>
          <a:p>
            <a:r>
              <a:rPr lang="en-US" altLang="en-US" dirty="0"/>
              <a:t>Merging.  Combine two pre-sorted lists into a sorted whole.</a:t>
            </a:r>
          </a:p>
          <a:p>
            <a:endParaRPr lang="en-US" altLang="en-US" dirty="0"/>
          </a:p>
          <a:p>
            <a:r>
              <a:rPr lang="en-US" altLang="en-US" dirty="0"/>
              <a:t>How to merge efficiently?</a:t>
            </a:r>
          </a:p>
          <a:p>
            <a:pPr lvl="1"/>
            <a:r>
              <a:rPr lang="en-US" altLang="en-US" dirty="0"/>
              <a:t>Linear number of comparisons.</a:t>
            </a:r>
          </a:p>
          <a:p>
            <a:pPr lvl="1"/>
            <a:r>
              <a:rPr lang="en-US" altLang="en-US" dirty="0"/>
              <a:t>Use temporary array.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C7B4792D-B9E9-423D-97E8-A050350B3B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9688" y="4974445"/>
            <a:ext cx="492125" cy="350838"/>
          </a:xfrm>
          <a:prstGeom prst="rect">
            <a:avLst/>
          </a:prstGeom>
          <a:pattFill prst="openDmnd">
            <a:fgClr>
              <a:schemeClr val="bg2"/>
            </a:fgClr>
            <a:bgClr>
              <a:schemeClr val="tx2"/>
            </a:bgClr>
          </a:patt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en-US" b="1"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31F5AE3C-FA9B-4D6E-A402-EEF0056B1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1813" y="4974445"/>
            <a:ext cx="492125" cy="350838"/>
          </a:xfrm>
          <a:prstGeom prst="rect">
            <a:avLst/>
          </a:prstGeom>
          <a:pattFill prst="openDmnd">
            <a:fgClr>
              <a:schemeClr val="bg2"/>
            </a:fgClr>
            <a:bgClr>
              <a:schemeClr val="tx2"/>
            </a:bgClr>
          </a:patt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en-US" b="1">
                <a:latin typeface="Courier New" panose="02070309020205020404" pitchFamily="49" charset="0"/>
              </a:rPr>
              <a:t>G</a:t>
            </a:r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FBFE71A1-5001-4B0E-BA23-8AB6E5A350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3938" y="4974445"/>
            <a:ext cx="492125" cy="350838"/>
          </a:xfrm>
          <a:prstGeom prst="rect">
            <a:avLst/>
          </a:prstGeom>
          <a:pattFill prst="openDmnd">
            <a:fgClr>
              <a:schemeClr val="bg2"/>
            </a:fgClr>
            <a:bgClr>
              <a:schemeClr val="tx2"/>
            </a:bgClr>
          </a:patt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en-US" b="1">
                <a:latin typeface="Courier New" panose="02070309020205020404" pitchFamily="49" charset="0"/>
              </a:rPr>
              <a:t>L</a:t>
            </a:r>
          </a:p>
        </p:txBody>
      </p:sp>
      <p:sp>
        <p:nvSpPr>
          <p:cNvPr id="7" name="Rectangle 32">
            <a:extLst>
              <a:ext uri="{FF2B5EF4-FFF2-40B4-BE49-F238E27FC236}">
                <a16:creationId xmlns:a16="http://schemas.microsoft.com/office/drawing/2014/main" id="{B4B1BF22-3773-4704-9DF2-DFA2F1DCB7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6063" y="4974445"/>
            <a:ext cx="493712" cy="350838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en-US" b="1">
                <a:latin typeface="Courier New" panose="02070309020205020404" pitchFamily="49" charset="0"/>
              </a:rPr>
              <a:t>O</a:t>
            </a:r>
          </a:p>
        </p:txBody>
      </p:sp>
      <p:sp>
        <p:nvSpPr>
          <p:cNvPr id="8" name="Rectangle 33">
            <a:extLst>
              <a:ext uri="{FF2B5EF4-FFF2-40B4-BE49-F238E27FC236}">
                <a16:creationId xmlns:a16="http://schemas.microsoft.com/office/drawing/2014/main" id="{424BA9C9-72EE-431A-8D21-C84D332645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9775" y="4974445"/>
            <a:ext cx="492125" cy="350838"/>
          </a:xfrm>
          <a:prstGeom prst="rect">
            <a:avLst/>
          </a:prstGeom>
          <a:solidFill>
            <a:srgbClr val="C0C0C0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en-US" b="1">
                <a:latin typeface="Courier New" panose="02070309020205020404" pitchFamily="49" charset="0"/>
              </a:rPr>
              <a:t>R</a:t>
            </a:r>
          </a:p>
        </p:txBody>
      </p:sp>
      <p:sp>
        <p:nvSpPr>
          <p:cNvPr id="9" name="Rectangle 34">
            <a:extLst>
              <a:ext uri="{FF2B5EF4-FFF2-40B4-BE49-F238E27FC236}">
                <a16:creationId xmlns:a16="http://schemas.microsoft.com/office/drawing/2014/main" id="{2708C2E0-981D-47BC-BE10-44B0B5226D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3875" y="4974445"/>
            <a:ext cx="492125" cy="350838"/>
          </a:xfrm>
          <a:prstGeom prst="rect">
            <a:avLst/>
          </a:prstGeom>
          <a:pattFill prst="openDmnd">
            <a:fgClr>
              <a:schemeClr val="bg2"/>
            </a:fgClr>
            <a:bgClr>
              <a:schemeClr val="tx2"/>
            </a:bgClr>
          </a:patt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en-US" b="1">
                <a:latin typeface="Courier New" panose="02070309020205020404" pitchFamily="49" charset="0"/>
              </a:rPr>
              <a:t>H</a:t>
            </a:r>
          </a:p>
        </p:txBody>
      </p:sp>
      <p:sp>
        <p:nvSpPr>
          <p:cNvPr id="10" name="Rectangle 35">
            <a:extLst>
              <a:ext uri="{FF2B5EF4-FFF2-40B4-BE49-F238E27FC236}">
                <a16:creationId xmlns:a16="http://schemas.microsoft.com/office/drawing/2014/main" id="{52610722-D799-45A3-83FC-EB8FA558F1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974445"/>
            <a:ext cx="493713" cy="350838"/>
          </a:xfrm>
          <a:prstGeom prst="rect">
            <a:avLst/>
          </a:prstGeom>
          <a:pattFill prst="openDmnd">
            <a:fgClr>
              <a:schemeClr val="bg2"/>
            </a:fgClr>
            <a:bgClr>
              <a:schemeClr val="tx2"/>
            </a:bgClr>
          </a:patt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en-US" b="1">
                <a:latin typeface="Courier New" panose="02070309020205020404" pitchFamily="49" charset="0"/>
              </a:rPr>
              <a:t>I</a:t>
            </a:r>
          </a:p>
        </p:txBody>
      </p:sp>
      <p:sp>
        <p:nvSpPr>
          <p:cNvPr id="11" name="Rectangle 36">
            <a:extLst>
              <a:ext uri="{FF2B5EF4-FFF2-40B4-BE49-F238E27FC236}">
                <a16:creationId xmlns:a16="http://schemas.microsoft.com/office/drawing/2014/main" id="{3706C12A-B815-4A64-A329-F80EA4C5BE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9713" y="4974445"/>
            <a:ext cx="492125" cy="350838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en-US" b="1">
                <a:latin typeface="Courier New" panose="02070309020205020404" pitchFamily="49" charset="0"/>
              </a:rPr>
              <a:t>M</a:t>
            </a: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FD204E54-3B06-422B-870E-568AECDB49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1838" y="4974445"/>
            <a:ext cx="492125" cy="350838"/>
          </a:xfrm>
          <a:prstGeom prst="rect">
            <a:avLst/>
          </a:prstGeom>
          <a:solidFill>
            <a:srgbClr val="C0C0C0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en-US" b="1">
                <a:latin typeface="Courier New" panose="02070309020205020404" pitchFamily="49" charset="0"/>
              </a:rPr>
              <a:t>S</a:t>
            </a:r>
          </a:p>
        </p:txBody>
      </p:sp>
      <p:sp>
        <p:nvSpPr>
          <p:cNvPr id="13" name="Rectangle 38">
            <a:extLst>
              <a:ext uri="{FF2B5EF4-FFF2-40B4-BE49-F238E27FC236}">
                <a16:creationId xmlns:a16="http://schemas.microsoft.com/office/drawing/2014/main" id="{FB0EF925-3121-4CA0-9117-B23FAB6318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3963" y="4974445"/>
            <a:ext cx="492125" cy="350838"/>
          </a:xfrm>
          <a:prstGeom prst="rect">
            <a:avLst/>
          </a:prstGeom>
          <a:solidFill>
            <a:srgbClr val="C0C0C0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en-US" b="1">
                <a:latin typeface="Courier New" panose="02070309020205020404" pitchFamily="49" charset="0"/>
              </a:rPr>
              <a:t>T</a:t>
            </a:r>
          </a:p>
        </p:txBody>
      </p:sp>
      <p:sp>
        <p:nvSpPr>
          <p:cNvPr id="14" name="Rectangle 39">
            <a:extLst>
              <a:ext uri="{FF2B5EF4-FFF2-40B4-BE49-F238E27FC236}">
                <a16:creationId xmlns:a16="http://schemas.microsoft.com/office/drawing/2014/main" id="{25AF8336-6E99-4B81-A6DB-14E5C9DED8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0675" y="5606270"/>
            <a:ext cx="492125" cy="352425"/>
          </a:xfrm>
          <a:prstGeom prst="rect">
            <a:avLst/>
          </a:prstGeom>
          <a:solidFill>
            <a:srgbClr val="C0C0C0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en-US" b="1"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15" name="Rectangle 40">
            <a:extLst>
              <a:ext uri="{FF2B5EF4-FFF2-40B4-BE49-F238E27FC236}">
                <a16:creationId xmlns:a16="http://schemas.microsoft.com/office/drawing/2014/main" id="{E66B8C55-1D0B-4DCF-B016-5C1FF47D63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5606270"/>
            <a:ext cx="493713" cy="352425"/>
          </a:xfrm>
          <a:prstGeom prst="rect">
            <a:avLst/>
          </a:prstGeom>
          <a:solidFill>
            <a:srgbClr val="C0C0C0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en-US" b="1">
                <a:latin typeface="Courier New" panose="02070309020205020404" pitchFamily="49" charset="0"/>
              </a:rPr>
              <a:t>G</a:t>
            </a:r>
          </a:p>
        </p:txBody>
      </p:sp>
      <p:sp>
        <p:nvSpPr>
          <p:cNvPr id="16" name="Rectangle 41">
            <a:extLst>
              <a:ext uri="{FF2B5EF4-FFF2-40B4-BE49-F238E27FC236}">
                <a16:creationId xmlns:a16="http://schemas.microsoft.com/office/drawing/2014/main" id="{1316C332-5A4E-435E-A187-5E4C26F922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6513" y="5606270"/>
            <a:ext cx="492125" cy="352425"/>
          </a:xfrm>
          <a:prstGeom prst="rect">
            <a:avLst/>
          </a:prstGeom>
          <a:solidFill>
            <a:srgbClr val="C0C0C0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en-US" b="1">
                <a:latin typeface="Courier New" panose="02070309020205020404" pitchFamily="49" charset="0"/>
              </a:rPr>
              <a:t>H</a:t>
            </a:r>
          </a:p>
        </p:txBody>
      </p:sp>
      <p:sp>
        <p:nvSpPr>
          <p:cNvPr id="17" name="Rectangle 42">
            <a:extLst>
              <a:ext uri="{FF2B5EF4-FFF2-40B4-BE49-F238E27FC236}">
                <a16:creationId xmlns:a16="http://schemas.microsoft.com/office/drawing/2014/main" id="{B88E7444-8670-4F64-B249-F104A59CD2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8638" y="5606270"/>
            <a:ext cx="492125" cy="352425"/>
          </a:xfrm>
          <a:prstGeom prst="rect">
            <a:avLst/>
          </a:prstGeom>
          <a:solidFill>
            <a:srgbClr val="C0C0C0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en-US" b="1">
                <a:latin typeface="Courier New" panose="02070309020205020404" pitchFamily="49" charset="0"/>
              </a:rPr>
              <a:t>I</a:t>
            </a:r>
          </a:p>
        </p:txBody>
      </p:sp>
      <p:sp>
        <p:nvSpPr>
          <p:cNvPr id="18" name="Rectangle 43">
            <a:extLst>
              <a:ext uri="{FF2B5EF4-FFF2-40B4-BE49-F238E27FC236}">
                <a16:creationId xmlns:a16="http://schemas.microsoft.com/office/drawing/2014/main" id="{1136C542-A8D4-4AEA-9898-93775532AA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0763" y="5606270"/>
            <a:ext cx="492125" cy="3524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kumimoji="0" lang="en-US" altLang="en-US" b="1">
              <a:latin typeface="Courier New" panose="02070309020205020404" pitchFamily="49" charset="0"/>
            </a:endParaRPr>
          </a:p>
        </p:txBody>
      </p:sp>
      <p:sp>
        <p:nvSpPr>
          <p:cNvPr id="19" name="Rectangle 44">
            <a:extLst>
              <a:ext uri="{FF2B5EF4-FFF2-40B4-BE49-F238E27FC236}">
                <a16:creationId xmlns:a16="http://schemas.microsoft.com/office/drawing/2014/main" id="{B4B957EE-C64B-43FA-9F82-F49FA6C656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2888" y="5606270"/>
            <a:ext cx="492125" cy="352425"/>
          </a:xfrm>
          <a:prstGeom prst="rect">
            <a:avLst/>
          </a:prstGeom>
          <a:solidFill>
            <a:srgbClr val="C0C0C0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kumimoji="0" lang="en-US" altLang="en-US" b="1">
              <a:latin typeface="Courier New" panose="02070309020205020404" pitchFamily="49" charset="0"/>
            </a:endParaRPr>
          </a:p>
        </p:txBody>
      </p:sp>
      <p:sp>
        <p:nvSpPr>
          <p:cNvPr id="20" name="Rectangle 45">
            <a:extLst>
              <a:ext uri="{FF2B5EF4-FFF2-40B4-BE49-F238E27FC236}">
                <a16:creationId xmlns:a16="http://schemas.microsoft.com/office/drawing/2014/main" id="{3E2C258B-6EB7-4E8D-A82E-DDEB28AB72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5013" y="5606270"/>
            <a:ext cx="492125" cy="352425"/>
          </a:xfrm>
          <a:prstGeom prst="rect">
            <a:avLst/>
          </a:prstGeom>
          <a:solidFill>
            <a:srgbClr val="C0C0C0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kumimoji="0" lang="en-US" altLang="en-US" b="1">
              <a:latin typeface="Courier New" panose="02070309020205020404" pitchFamily="49" charset="0"/>
            </a:endParaRPr>
          </a:p>
        </p:txBody>
      </p:sp>
      <p:sp>
        <p:nvSpPr>
          <p:cNvPr id="21" name="Rectangle 46">
            <a:extLst>
              <a:ext uri="{FF2B5EF4-FFF2-40B4-BE49-F238E27FC236}">
                <a16:creationId xmlns:a16="http://schemas.microsoft.com/office/drawing/2014/main" id="{D50E02EB-7DDF-4B81-8640-C9B8B16E85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7138" y="5606270"/>
            <a:ext cx="492125" cy="352425"/>
          </a:xfrm>
          <a:prstGeom prst="rect">
            <a:avLst/>
          </a:prstGeom>
          <a:solidFill>
            <a:srgbClr val="C0C0C0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kumimoji="0" lang="en-US" altLang="en-US" b="1">
              <a:latin typeface="Courier New" panose="02070309020205020404" pitchFamily="49" charset="0"/>
            </a:endParaRPr>
          </a:p>
        </p:txBody>
      </p:sp>
      <p:sp>
        <p:nvSpPr>
          <p:cNvPr id="22" name="Rectangle 47">
            <a:extLst>
              <a:ext uri="{FF2B5EF4-FFF2-40B4-BE49-F238E27FC236}">
                <a16:creationId xmlns:a16="http://schemas.microsoft.com/office/drawing/2014/main" id="{A8826D9C-E6B2-424F-A801-10E2FF71BC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9263" y="5606270"/>
            <a:ext cx="493712" cy="352425"/>
          </a:xfrm>
          <a:prstGeom prst="rect">
            <a:avLst/>
          </a:prstGeom>
          <a:solidFill>
            <a:srgbClr val="C0C0C0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kumimoji="0" lang="en-US" altLang="en-US" b="1">
              <a:latin typeface="Courier New" panose="02070309020205020404" pitchFamily="49" charset="0"/>
            </a:endParaRPr>
          </a:p>
        </p:txBody>
      </p:sp>
      <p:sp>
        <p:nvSpPr>
          <p:cNvPr id="23" name="Rectangle 48">
            <a:extLst>
              <a:ext uri="{FF2B5EF4-FFF2-40B4-BE49-F238E27FC236}">
                <a16:creationId xmlns:a16="http://schemas.microsoft.com/office/drawing/2014/main" id="{B71E1805-4388-4213-B4E3-C49F4D329D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2975" y="5606270"/>
            <a:ext cx="492125" cy="352425"/>
          </a:xfrm>
          <a:prstGeom prst="rect">
            <a:avLst/>
          </a:prstGeom>
          <a:solidFill>
            <a:srgbClr val="C0C0C0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kumimoji="0" lang="en-US" altLang="en-US" b="1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5859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1FA58-59B8-4EFD-BF2B-069C45712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 – efficient merging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4FEF-F44A-4071-922A-E51980E95F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54768" cy="4351338"/>
          </a:xfrm>
        </p:spPr>
        <p:txBody>
          <a:bodyPr>
            <a:normAutofit/>
          </a:bodyPr>
          <a:lstStyle/>
          <a:p>
            <a:r>
              <a:rPr lang="en-US" altLang="en-US" dirty="0"/>
              <a:t>Merge.</a:t>
            </a:r>
          </a:p>
          <a:p>
            <a:pPr lvl="1"/>
            <a:r>
              <a:rPr lang="en-US" altLang="en-US" dirty="0"/>
              <a:t>Keep track of smallest element in each sorted half.</a:t>
            </a:r>
          </a:p>
          <a:p>
            <a:pPr lvl="1"/>
            <a:r>
              <a:rPr lang="en-US" altLang="en-US" dirty="0"/>
              <a:t>Insert smallest of two elements into auxiliary array.</a:t>
            </a:r>
          </a:p>
          <a:p>
            <a:pPr lvl="1"/>
            <a:r>
              <a:rPr lang="en-US" altLang="en-US" dirty="0"/>
              <a:t>Repeat until done.</a:t>
            </a:r>
          </a:p>
          <a:p>
            <a:endParaRPr lang="en-US" altLang="en-US" dirty="0"/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9B70554A-62F8-4E86-906F-039A3BDB13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70683" y="5700856"/>
            <a:ext cx="1752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en-US" altLang="en-US"/>
              <a:t>auxiliary array</a:t>
            </a: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E3684A64-59BD-4154-9DBD-FA490BDA63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8883" y="3872056"/>
            <a:ext cx="190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en-US" altLang="en-US">
                <a:solidFill>
                  <a:srgbClr val="003399"/>
                </a:solidFill>
              </a:rPr>
              <a:t>smallest</a:t>
            </a: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74BD6CD3-EBD6-4CCA-8356-40C48B8CE9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0883" y="4253056"/>
            <a:ext cx="304800" cy="30480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003399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A44C667F-ABBF-494A-95A3-0C367BA645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3083" y="3872056"/>
            <a:ext cx="190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en-US" altLang="en-US">
                <a:solidFill>
                  <a:srgbClr val="006600"/>
                </a:solidFill>
              </a:rPr>
              <a:t>smallest</a:t>
            </a: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8" name="AutoShape 6">
            <a:extLst>
              <a:ext uri="{FF2B5EF4-FFF2-40B4-BE49-F238E27FC236}">
                <a16:creationId xmlns:a16="http://schemas.microsoft.com/office/drawing/2014/main" id="{8AB9A7EE-A09A-4345-B357-D6CB069D15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5083" y="4253056"/>
            <a:ext cx="304800" cy="30480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006600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9" name="Group 7">
            <a:extLst>
              <a:ext uri="{FF2B5EF4-FFF2-40B4-BE49-F238E27FC236}">
                <a16:creationId xmlns:a16="http://schemas.microsoft.com/office/drawing/2014/main" id="{F7DCA68D-3816-418F-B2FB-210A137EC536}"/>
              </a:ext>
            </a:extLst>
          </p:cNvPr>
          <p:cNvGrpSpPr>
            <a:grpSpLocks/>
          </p:cNvGrpSpPr>
          <p:nvPr/>
        </p:nvGrpSpPr>
        <p:grpSpPr bwMode="auto">
          <a:xfrm>
            <a:off x="2698483" y="4710256"/>
            <a:ext cx="2667000" cy="381000"/>
            <a:chOff x="816" y="3264"/>
            <a:chExt cx="1680" cy="240"/>
          </a:xfrm>
        </p:grpSpPr>
        <p:sp>
          <p:nvSpPr>
            <p:cNvPr id="10" name="Rectangle 8">
              <a:extLst>
                <a:ext uri="{FF2B5EF4-FFF2-40B4-BE49-F238E27FC236}">
                  <a16:creationId xmlns:a16="http://schemas.microsoft.com/office/drawing/2014/main" id="{A8139323-BD0A-4FDA-9200-DE353C5659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en-US" sz="2400" b="1">
                  <a:latin typeface="Courier New" panose="02070309020205020404" pitchFamily="49" charset="0"/>
                </a:rPr>
                <a:t>A</a:t>
              </a:r>
            </a:p>
          </p:txBody>
        </p:sp>
        <p:sp>
          <p:nvSpPr>
            <p:cNvPr id="11" name="Rectangle 9">
              <a:extLst>
                <a:ext uri="{FF2B5EF4-FFF2-40B4-BE49-F238E27FC236}">
                  <a16:creationId xmlns:a16="http://schemas.microsoft.com/office/drawing/2014/main" id="{B783CC07-F461-4422-8298-80F7B0436C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en-US" sz="2400" b="1">
                  <a:latin typeface="Courier New" panose="02070309020205020404" pitchFamily="49" charset="0"/>
                </a:rPr>
                <a:t>G</a:t>
              </a:r>
            </a:p>
          </p:txBody>
        </p:sp>
        <p:sp>
          <p:nvSpPr>
            <p:cNvPr id="12" name="Rectangle 10">
              <a:extLst>
                <a:ext uri="{FF2B5EF4-FFF2-40B4-BE49-F238E27FC236}">
                  <a16:creationId xmlns:a16="http://schemas.microsoft.com/office/drawing/2014/main" id="{4E0FAD06-7F72-4C00-9652-752FCD5ABB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en-US" sz="2400" b="1">
                  <a:latin typeface="Courier New" panose="02070309020205020404" pitchFamily="49" charset="0"/>
                </a:rPr>
                <a:t>L</a:t>
              </a:r>
            </a:p>
          </p:txBody>
        </p:sp>
        <p:sp>
          <p:nvSpPr>
            <p:cNvPr id="13" name="Rectangle 11">
              <a:extLst>
                <a:ext uri="{FF2B5EF4-FFF2-40B4-BE49-F238E27FC236}">
                  <a16:creationId xmlns:a16="http://schemas.microsoft.com/office/drawing/2014/main" id="{8ABF7442-6D97-4D20-997E-D08A8A38DD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en-US" sz="2400" b="1">
                  <a:latin typeface="Courier New" panose="02070309020205020404" pitchFamily="49" charset="0"/>
                </a:rPr>
                <a:t>O</a:t>
              </a:r>
            </a:p>
          </p:txBody>
        </p:sp>
        <p:sp>
          <p:nvSpPr>
            <p:cNvPr id="14" name="Rectangle 12">
              <a:extLst>
                <a:ext uri="{FF2B5EF4-FFF2-40B4-BE49-F238E27FC236}">
                  <a16:creationId xmlns:a16="http://schemas.microsoft.com/office/drawing/2014/main" id="{57399150-F725-4C54-9512-8BB25D861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en-US" sz="2400" b="1">
                  <a:latin typeface="Courier New" panose="02070309020205020404" pitchFamily="49" charset="0"/>
                </a:rPr>
                <a:t>R</a:t>
              </a:r>
            </a:p>
          </p:txBody>
        </p:sp>
      </p:grpSp>
      <p:grpSp>
        <p:nvGrpSpPr>
          <p:cNvPr id="15" name="Group 13">
            <a:extLst>
              <a:ext uri="{FF2B5EF4-FFF2-40B4-BE49-F238E27FC236}">
                <a16:creationId xmlns:a16="http://schemas.microsoft.com/office/drawing/2014/main" id="{6FCBF193-CC86-4E3D-B58E-E598CA7EEA1D}"/>
              </a:ext>
            </a:extLst>
          </p:cNvPr>
          <p:cNvGrpSpPr>
            <a:grpSpLocks/>
          </p:cNvGrpSpPr>
          <p:nvPr/>
        </p:nvGrpSpPr>
        <p:grpSpPr bwMode="auto">
          <a:xfrm>
            <a:off x="5898883" y="4710256"/>
            <a:ext cx="2667000" cy="381000"/>
            <a:chOff x="2880" y="3264"/>
            <a:chExt cx="1680" cy="240"/>
          </a:xfrm>
        </p:grpSpPr>
        <p:sp>
          <p:nvSpPr>
            <p:cNvPr id="16" name="Rectangle 14">
              <a:extLst>
                <a:ext uri="{FF2B5EF4-FFF2-40B4-BE49-F238E27FC236}">
                  <a16:creationId xmlns:a16="http://schemas.microsoft.com/office/drawing/2014/main" id="{87A37E6E-1132-4528-ADFD-210A0143B0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en-US" sz="2400" b="1">
                  <a:latin typeface="Courier New" panose="02070309020205020404" pitchFamily="49" charset="0"/>
                </a:rPr>
                <a:t>H</a:t>
              </a:r>
            </a:p>
          </p:txBody>
        </p:sp>
        <p:sp>
          <p:nvSpPr>
            <p:cNvPr id="17" name="Rectangle 15">
              <a:extLst>
                <a:ext uri="{FF2B5EF4-FFF2-40B4-BE49-F238E27FC236}">
                  <a16:creationId xmlns:a16="http://schemas.microsoft.com/office/drawing/2014/main" id="{B772BCB5-65AB-4ECF-99F7-3DB996073E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en-US" sz="2400" b="1">
                  <a:latin typeface="Courier New" panose="02070309020205020404" pitchFamily="49" charset="0"/>
                </a:rPr>
                <a:t>I</a:t>
              </a:r>
            </a:p>
          </p:txBody>
        </p:sp>
        <p:sp>
          <p:nvSpPr>
            <p:cNvPr id="18" name="Rectangle 16">
              <a:extLst>
                <a:ext uri="{FF2B5EF4-FFF2-40B4-BE49-F238E27FC236}">
                  <a16:creationId xmlns:a16="http://schemas.microsoft.com/office/drawing/2014/main" id="{DB5477B4-FEFB-448D-9905-45315B19B0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en-US" sz="2400" b="1">
                  <a:latin typeface="Courier New" panose="02070309020205020404" pitchFamily="49" charset="0"/>
                </a:rPr>
                <a:t>M</a:t>
              </a:r>
            </a:p>
          </p:txBody>
        </p:sp>
        <p:sp>
          <p:nvSpPr>
            <p:cNvPr id="19" name="Rectangle 17">
              <a:extLst>
                <a:ext uri="{FF2B5EF4-FFF2-40B4-BE49-F238E27FC236}">
                  <a16:creationId xmlns:a16="http://schemas.microsoft.com/office/drawing/2014/main" id="{0B87F43D-1832-4007-B385-43FA7F4713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en-US" sz="2400" b="1">
                  <a:latin typeface="Courier New" panose="02070309020205020404" pitchFamily="49" charset="0"/>
                </a:rPr>
                <a:t>S</a:t>
              </a:r>
            </a:p>
          </p:txBody>
        </p:sp>
        <p:sp>
          <p:nvSpPr>
            <p:cNvPr id="20" name="Rectangle 18">
              <a:extLst>
                <a:ext uri="{FF2B5EF4-FFF2-40B4-BE49-F238E27FC236}">
                  <a16:creationId xmlns:a16="http://schemas.microsoft.com/office/drawing/2014/main" id="{A18A0ADC-8284-43A5-9719-4707390878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en-US" sz="2400" b="1">
                  <a:latin typeface="Courier New" panose="02070309020205020404" pitchFamily="49" charset="0"/>
                </a:rPr>
                <a:t>T</a:t>
              </a:r>
            </a:p>
          </p:txBody>
        </p:sp>
      </p:grpSp>
      <p:sp>
        <p:nvSpPr>
          <p:cNvPr id="21" name="Rectangle 19">
            <a:extLst>
              <a:ext uri="{FF2B5EF4-FFF2-40B4-BE49-F238E27FC236}">
                <a16:creationId xmlns:a16="http://schemas.microsoft.com/office/drawing/2014/main" id="{CF27A7E1-05B2-47F0-A795-44E7AB513F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7083" y="5700856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kumimoji="0" lang="en-US" altLang="en-US" sz="2400" b="1">
              <a:latin typeface="Courier New" panose="02070309020205020404" pitchFamily="49" charset="0"/>
            </a:endParaRPr>
          </a:p>
        </p:txBody>
      </p:sp>
      <p:sp>
        <p:nvSpPr>
          <p:cNvPr id="22" name="Rectangle 20">
            <a:extLst>
              <a:ext uri="{FF2B5EF4-FFF2-40B4-BE49-F238E27FC236}">
                <a16:creationId xmlns:a16="http://schemas.microsoft.com/office/drawing/2014/main" id="{3FA308B6-A7FB-4130-A575-44B06FA395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0483" y="5700856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en-US" sz="2400" b="1"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23" name="Rectangle 21">
            <a:extLst>
              <a:ext uri="{FF2B5EF4-FFF2-40B4-BE49-F238E27FC236}">
                <a16:creationId xmlns:a16="http://schemas.microsoft.com/office/drawing/2014/main" id="{92C056FC-54B0-465D-98D3-E20D040FCC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3883" y="5700856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en-US" sz="2400" b="1"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24" name="Rectangle 22">
            <a:extLst>
              <a:ext uri="{FF2B5EF4-FFF2-40B4-BE49-F238E27FC236}">
                <a16:creationId xmlns:a16="http://schemas.microsoft.com/office/drawing/2014/main" id="{9F7FDDB7-76D2-4408-8EFD-5E6018CF1A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7283" y="5700856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en-US" sz="2400" b="1"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25" name="Rectangle 23">
            <a:extLst>
              <a:ext uri="{FF2B5EF4-FFF2-40B4-BE49-F238E27FC236}">
                <a16:creationId xmlns:a16="http://schemas.microsoft.com/office/drawing/2014/main" id="{872E8144-5C8B-4DF4-ACB6-E118A63A88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0683" y="5700856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en-US" sz="2400" b="1"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26" name="Rectangle 24">
            <a:extLst>
              <a:ext uri="{FF2B5EF4-FFF2-40B4-BE49-F238E27FC236}">
                <a16:creationId xmlns:a16="http://schemas.microsoft.com/office/drawing/2014/main" id="{FA2ECDD6-0DFF-4BA6-8EA4-F223A85D47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4083" y="5700856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en-US" sz="2400" b="1"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27" name="Rectangle 25">
            <a:extLst>
              <a:ext uri="{FF2B5EF4-FFF2-40B4-BE49-F238E27FC236}">
                <a16:creationId xmlns:a16="http://schemas.microsoft.com/office/drawing/2014/main" id="{8AA3BEAE-1D1E-4A87-A16A-6746820BC8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7483" y="5700856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en-US" sz="2400" b="1"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28" name="Rectangle 26">
            <a:extLst>
              <a:ext uri="{FF2B5EF4-FFF2-40B4-BE49-F238E27FC236}">
                <a16:creationId xmlns:a16="http://schemas.microsoft.com/office/drawing/2014/main" id="{45BD9E4D-8C2D-45FE-AD69-FBA9332704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0883" y="5700856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en-US" sz="2400" b="1"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29" name="Rectangle 27">
            <a:extLst>
              <a:ext uri="{FF2B5EF4-FFF2-40B4-BE49-F238E27FC236}">
                <a16:creationId xmlns:a16="http://schemas.microsoft.com/office/drawing/2014/main" id="{3F33489A-87E3-4D71-9E68-471C744508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4283" y="5700856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en-US" sz="2400" b="1"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30" name="Rectangle 28">
            <a:extLst>
              <a:ext uri="{FF2B5EF4-FFF2-40B4-BE49-F238E27FC236}">
                <a16:creationId xmlns:a16="http://schemas.microsoft.com/office/drawing/2014/main" id="{14DE9DD8-BBFA-4C5A-9FE6-FAAB1EA52C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7683" y="5700856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en-US" sz="2400" b="1"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31" name="Rectangle 32">
            <a:extLst>
              <a:ext uri="{FF2B5EF4-FFF2-40B4-BE49-F238E27FC236}">
                <a16:creationId xmlns:a16="http://schemas.microsoft.com/office/drawing/2014/main" id="{6138C3C2-2977-45EF-BB49-DC6FBD380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7083" y="5700856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en-US" sz="2400" b="1">
                <a:solidFill>
                  <a:schemeClr val="bg1"/>
                </a:solidFill>
                <a:latin typeface="Courier New" panose="02070309020205020404" pitchFamily="49" charset="0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680382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1FA58-59B8-4EFD-BF2B-069C45712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 – efficient merging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4FEF-F44A-4071-922A-E51980E95F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54768" cy="4351338"/>
          </a:xfrm>
        </p:spPr>
        <p:txBody>
          <a:bodyPr>
            <a:normAutofit/>
          </a:bodyPr>
          <a:lstStyle/>
          <a:p>
            <a:r>
              <a:rPr lang="en-US" altLang="en-US" dirty="0"/>
              <a:t>Merge.</a:t>
            </a:r>
          </a:p>
          <a:p>
            <a:pPr lvl="1"/>
            <a:r>
              <a:rPr lang="en-US" altLang="en-US" dirty="0"/>
              <a:t>Keep track of smallest element in each sorted half.</a:t>
            </a:r>
          </a:p>
          <a:p>
            <a:pPr lvl="1"/>
            <a:r>
              <a:rPr lang="en-US" altLang="en-US" dirty="0"/>
              <a:t>Insert smallest of two elements into auxiliary array.</a:t>
            </a:r>
          </a:p>
          <a:p>
            <a:pPr lvl="1"/>
            <a:r>
              <a:rPr lang="en-US" altLang="en-US" dirty="0"/>
              <a:t>Repeat until done.</a:t>
            </a:r>
          </a:p>
          <a:p>
            <a:endParaRPr lang="en-US" altLang="en-US" dirty="0"/>
          </a:p>
        </p:txBody>
      </p:sp>
      <p:sp>
        <p:nvSpPr>
          <p:cNvPr id="32" name="Text Box 2">
            <a:extLst>
              <a:ext uri="{FF2B5EF4-FFF2-40B4-BE49-F238E27FC236}">
                <a16:creationId xmlns:a16="http://schemas.microsoft.com/office/drawing/2014/main" id="{0E533CEB-03DA-4F02-B538-00C024BF60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0057" y="5695380"/>
            <a:ext cx="1752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en-US" altLang="en-US"/>
              <a:t>auxiliary array</a:t>
            </a:r>
          </a:p>
        </p:txBody>
      </p:sp>
      <p:grpSp>
        <p:nvGrpSpPr>
          <p:cNvPr id="33" name="Group 33">
            <a:extLst>
              <a:ext uri="{FF2B5EF4-FFF2-40B4-BE49-F238E27FC236}">
                <a16:creationId xmlns:a16="http://schemas.microsoft.com/office/drawing/2014/main" id="{C9BAA951-A431-4580-A0D1-9AEAD1F6727F}"/>
              </a:ext>
            </a:extLst>
          </p:cNvPr>
          <p:cNvGrpSpPr>
            <a:grpSpLocks/>
          </p:cNvGrpSpPr>
          <p:nvPr/>
        </p:nvGrpSpPr>
        <p:grpSpPr bwMode="auto">
          <a:xfrm>
            <a:off x="1905457" y="3866580"/>
            <a:ext cx="1905000" cy="685800"/>
            <a:chOff x="288" y="2208"/>
            <a:chExt cx="1200" cy="432"/>
          </a:xfrm>
        </p:grpSpPr>
        <p:sp>
          <p:nvSpPr>
            <p:cNvPr id="34" name="Text Box 3">
              <a:extLst>
                <a:ext uri="{FF2B5EF4-FFF2-40B4-BE49-F238E27FC236}">
                  <a16:creationId xmlns:a16="http://schemas.microsoft.com/office/drawing/2014/main" id="{95A62C3A-9DB1-438E-8925-8D1B283A0C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2208"/>
              <a:ext cx="12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0" lang="en-US" altLang="en-US">
                  <a:solidFill>
                    <a:srgbClr val="003399"/>
                  </a:solidFill>
                </a:rPr>
                <a:t>smallest</a:t>
              </a:r>
              <a:endParaRPr kumimoji="0" lang="en-US" altLang="en-US">
                <a:solidFill>
                  <a:schemeClr val="bg2"/>
                </a:solidFill>
              </a:endParaRPr>
            </a:p>
          </p:txBody>
        </p:sp>
        <p:sp>
          <p:nvSpPr>
            <p:cNvPr id="35" name="AutoShape 4">
              <a:extLst>
                <a:ext uri="{FF2B5EF4-FFF2-40B4-BE49-F238E27FC236}">
                  <a16:creationId xmlns:a16="http://schemas.microsoft.com/office/drawing/2014/main" id="{94218D10-FB34-474E-98E9-BB7972819A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448"/>
              <a:ext cx="192" cy="192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003399"/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6" name="Group 34">
            <a:extLst>
              <a:ext uri="{FF2B5EF4-FFF2-40B4-BE49-F238E27FC236}">
                <a16:creationId xmlns:a16="http://schemas.microsoft.com/office/drawing/2014/main" id="{5C4080C2-F7EB-485E-A462-FE0046044687}"/>
              </a:ext>
            </a:extLst>
          </p:cNvPr>
          <p:cNvGrpSpPr>
            <a:grpSpLocks/>
          </p:cNvGrpSpPr>
          <p:nvPr/>
        </p:nvGrpSpPr>
        <p:grpSpPr bwMode="auto">
          <a:xfrm>
            <a:off x="4572457" y="3866580"/>
            <a:ext cx="1905000" cy="685800"/>
            <a:chOff x="2256" y="2208"/>
            <a:chExt cx="1200" cy="432"/>
          </a:xfrm>
        </p:grpSpPr>
        <p:sp>
          <p:nvSpPr>
            <p:cNvPr id="37" name="Text Box 5">
              <a:extLst>
                <a:ext uri="{FF2B5EF4-FFF2-40B4-BE49-F238E27FC236}">
                  <a16:creationId xmlns:a16="http://schemas.microsoft.com/office/drawing/2014/main" id="{A02A3F8C-D035-4408-A62A-60CB17D070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2208"/>
              <a:ext cx="12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0" lang="en-US" altLang="en-US">
                  <a:solidFill>
                    <a:srgbClr val="006600"/>
                  </a:solidFill>
                </a:rPr>
                <a:t>smallest</a:t>
              </a:r>
              <a:endParaRPr kumimoji="0" lang="en-US" altLang="en-US">
                <a:solidFill>
                  <a:schemeClr val="bg2"/>
                </a:solidFill>
              </a:endParaRPr>
            </a:p>
          </p:txBody>
        </p:sp>
        <p:sp>
          <p:nvSpPr>
            <p:cNvPr id="38" name="AutoShape 6">
              <a:extLst>
                <a:ext uri="{FF2B5EF4-FFF2-40B4-BE49-F238E27FC236}">
                  <a16:creationId xmlns:a16="http://schemas.microsoft.com/office/drawing/2014/main" id="{6EC073B7-82D2-4BD5-875B-B454A3161F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2448"/>
              <a:ext cx="192" cy="192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006600"/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9" name="Group 7">
            <a:extLst>
              <a:ext uri="{FF2B5EF4-FFF2-40B4-BE49-F238E27FC236}">
                <a16:creationId xmlns:a16="http://schemas.microsoft.com/office/drawing/2014/main" id="{E401F479-9BEF-46A9-A243-9C6CE52A88BB}"/>
              </a:ext>
            </a:extLst>
          </p:cNvPr>
          <p:cNvGrpSpPr>
            <a:grpSpLocks/>
          </p:cNvGrpSpPr>
          <p:nvPr/>
        </p:nvGrpSpPr>
        <p:grpSpPr bwMode="auto">
          <a:xfrm>
            <a:off x="2057857" y="4704780"/>
            <a:ext cx="2667000" cy="381000"/>
            <a:chOff x="816" y="3264"/>
            <a:chExt cx="1680" cy="240"/>
          </a:xfrm>
        </p:grpSpPr>
        <p:sp>
          <p:nvSpPr>
            <p:cNvPr id="40" name="Rectangle 8">
              <a:extLst>
                <a:ext uri="{FF2B5EF4-FFF2-40B4-BE49-F238E27FC236}">
                  <a16:creationId xmlns:a16="http://schemas.microsoft.com/office/drawing/2014/main" id="{7A3E3373-27F9-44B5-BE52-6392E955BB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en-US" sz="2400" b="1">
                  <a:latin typeface="Courier New" panose="02070309020205020404" pitchFamily="49" charset="0"/>
                </a:rPr>
                <a:t>A</a:t>
              </a:r>
            </a:p>
          </p:txBody>
        </p:sp>
        <p:sp>
          <p:nvSpPr>
            <p:cNvPr id="41" name="Rectangle 9">
              <a:extLst>
                <a:ext uri="{FF2B5EF4-FFF2-40B4-BE49-F238E27FC236}">
                  <a16:creationId xmlns:a16="http://schemas.microsoft.com/office/drawing/2014/main" id="{7C863D8F-1814-4D4F-9E95-2E990B72AD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en-US" sz="2400" b="1">
                  <a:latin typeface="Courier New" panose="02070309020205020404" pitchFamily="49" charset="0"/>
                </a:rPr>
                <a:t>G</a:t>
              </a:r>
            </a:p>
          </p:txBody>
        </p:sp>
        <p:sp>
          <p:nvSpPr>
            <p:cNvPr id="42" name="Rectangle 10">
              <a:extLst>
                <a:ext uri="{FF2B5EF4-FFF2-40B4-BE49-F238E27FC236}">
                  <a16:creationId xmlns:a16="http://schemas.microsoft.com/office/drawing/2014/main" id="{8658E0C0-A09E-402C-AED6-9FB43BC71E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en-US" sz="2400" b="1">
                  <a:latin typeface="Courier New" panose="02070309020205020404" pitchFamily="49" charset="0"/>
                </a:rPr>
                <a:t>L</a:t>
              </a:r>
            </a:p>
          </p:txBody>
        </p:sp>
        <p:sp>
          <p:nvSpPr>
            <p:cNvPr id="43" name="Rectangle 11">
              <a:extLst>
                <a:ext uri="{FF2B5EF4-FFF2-40B4-BE49-F238E27FC236}">
                  <a16:creationId xmlns:a16="http://schemas.microsoft.com/office/drawing/2014/main" id="{BDCDD495-C007-4B60-93C9-069D764840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en-US" sz="2400" b="1">
                  <a:latin typeface="Courier New" panose="02070309020205020404" pitchFamily="49" charset="0"/>
                </a:rPr>
                <a:t>O</a:t>
              </a:r>
            </a:p>
          </p:txBody>
        </p:sp>
        <p:sp>
          <p:nvSpPr>
            <p:cNvPr id="44" name="Rectangle 12">
              <a:extLst>
                <a:ext uri="{FF2B5EF4-FFF2-40B4-BE49-F238E27FC236}">
                  <a16:creationId xmlns:a16="http://schemas.microsoft.com/office/drawing/2014/main" id="{C53EA421-6A7D-4BBE-AB2C-6969D0EFBF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en-US" sz="2400" b="1">
                  <a:latin typeface="Courier New" panose="02070309020205020404" pitchFamily="49" charset="0"/>
                </a:rPr>
                <a:t>R</a:t>
              </a:r>
            </a:p>
          </p:txBody>
        </p:sp>
      </p:grpSp>
      <p:grpSp>
        <p:nvGrpSpPr>
          <p:cNvPr id="45" name="Group 13">
            <a:extLst>
              <a:ext uri="{FF2B5EF4-FFF2-40B4-BE49-F238E27FC236}">
                <a16:creationId xmlns:a16="http://schemas.microsoft.com/office/drawing/2014/main" id="{9EC9EBDC-C49C-4B3C-8F50-9FE2D6EE2FD4}"/>
              </a:ext>
            </a:extLst>
          </p:cNvPr>
          <p:cNvGrpSpPr>
            <a:grpSpLocks/>
          </p:cNvGrpSpPr>
          <p:nvPr/>
        </p:nvGrpSpPr>
        <p:grpSpPr bwMode="auto">
          <a:xfrm>
            <a:off x="5258257" y="4704780"/>
            <a:ext cx="2667000" cy="381000"/>
            <a:chOff x="2880" y="3264"/>
            <a:chExt cx="1680" cy="240"/>
          </a:xfrm>
        </p:grpSpPr>
        <p:sp>
          <p:nvSpPr>
            <p:cNvPr id="46" name="Rectangle 14">
              <a:extLst>
                <a:ext uri="{FF2B5EF4-FFF2-40B4-BE49-F238E27FC236}">
                  <a16:creationId xmlns:a16="http://schemas.microsoft.com/office/drawing/2014/main" id="{848BD940-6C87-499E-BE99-8AA32AE53B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en-US" sz="2400" b="1">
                  <a:latin typeface="Courier New" panose="02070309020205020404" pitchFamily="49" charset="0"/>
                </a:rPr>
                <a:t>H</a:t>
              </a:r>
            </a:p>
          </p:txBody>
        </p:sp>
        <p:sp>
          <p:nvSpPr>
            <p:cNvPr id="47" name="Rectangle 15">
              <a:extLst>
                <a:ext uri="{FF2B5EF4-FFF2-40B4-BE49-F238E27FC236}">
                  <a16:creationId xmlns:a16="http://schemas.microsoft.com/office/drawing/2014/main" id="{1E5B984B-3F2E-4C15-847F-C60C902D35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en-US" sz="2400" b="1">
                  <a:latin typeface="Courier New" panose="02070309020205020404" pitchFamily="49" charset="0"/>
                </a:rPr>
                <a:t>I</a:t>
              </a:r>
            </a:p>
          </p:txBody>
        </p:sp>
        <p:sp>
          <p:nvSpPr>
            <p:cNvPr id="48" name="Rectangle 16">
              <a:extLst>
                <a:ext uri="{FF2B5EF4-FFF2-40B4-BE49-F238E27FC236}">
                  <a16:creationId xmlns:a16="http://schemas.microsoft.com/office/drawing/2014/main" id="{2E43D389-7144-42E0-B0A1-61FBC97943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en-US" sz="2400" b="1">
                  <a:latin typeface="Courier New" panose="02070309020205020404" pitchFamily="49" charset="0"/>
                </a:rPr>
                <a:t>M</a:t>
              </a:r>
            </a:p>
          </p:txBody>
        </p:sp>
        <p:sp>
          <p:nvSpPr>
            <p:cNvPr id="49" name="Rectangle 17">
              <a:extLst>
                <a:ext uri="{FF2B5EF4-FFF2-40B4-BE49-F238E27FC236}">
                  <a16:creationId xmlns:a16="http://schemas.microsoft.com/office/drawing/2014/main" id="{6DB752A2-80B9-4CD1-BC9F-F2453E08B9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en-US" sz="2400" b="1">
                  <a:latin typeface="Courier New" panose="02070309020205020404" pitchFamily="49" charset="0"/>
                </a:rPr>
                <a:t>S</a:t>
              </a:r>
            </a:p>
          </p:txBody>
        </p:sp>
        <p:sp>
          <p:nvSpPr>
            <p:cNvPr id="50" name="Rectangle 18">
              <a:extLst>
                <a:ext uri="{FF2B5EF4-FFF2-40B4-BE49-F238E27FC236}">
                  <a16:creationId xmlns:a16="http://schemas.microsoft.com/office/drawing/2014/main" id="{837F284B-72FE-437F-9ADA-28FF7245A7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en-US" sz="2400" b="1">
                  <a:latin typeface="Courier New" panose="02070309020205020404" pitchFamily="49" charset="0"/>
                </a:rPr>
                <a:t>T</a:t>
              </a:r>
            </a:p>
          </p:txBody>
        </p:sp>
      </p:grpSp>
      <p:sp>
        <p:nvSpPr>
          <p:cNvPr id="51" name="Rectangle 19">
            <a:extLst>
              <a:ext uri="{FF2B5EF4-FFF2-40B4-BE49-F238E27FC236}">
                <a16:creationId xmlns:a16="http://schemas.microsoft.com/office/drawing/2014/main" id="{84789A8F-5A8D-47B0-B3EB-558EA65EC4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457" y="569538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en-US" sz="2400" b="1"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52" name="Rectangle 20">
            <a:extLst>
              <a:ext uri="{FF2B5EF4-FFF2-40B4-BE49-F238E27FC236}">
                <a16:creationId xmlns:a16="http://schemas.microsoft.com/office/drawing/2014/main" id="{95C81872-680E-4CEF-880D-EF1F48C0CC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857" y="569538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en-US" sz="2400" b="1"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53" name="Rectangle 21">
            <a:extLst>
              <a:ext uri="{FF2B5EF4-FFF2-40B4-BE49-F238E27FC236}">
                <a16:creationId xmlns:a16="http://schemas.microsoft.com/office/drawing/2014/main" id="{09FE73F4-A068-4316-AD82-5004DF5E6E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3257" y="569538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en-US" sz="2400" b="1"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54" name="Rectangle 22">
            <a:extLst>
              <a:ext uri="{FF2B5EF4-FFF2-40B4-BE49-F238E27FC236}">
                <a16:creationId xmlns:a16="http://schemas.microsoft.com/office/drawing/2014/main" id="{36D0A56B-938E-4889-AC2E-298B74E7E9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657" y="569538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en-US" sz="2400" b="1"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55" name="Rectangle 23">
            <a:extLst>
              <a:ext uri="{FF2B5EF4-FFF2-40B4-BE49-F238E27FC236}">
                <a16:creationId xmlns:a16="http://schemas.microsoft.com/office/drawing/2014/main" id="{41C59F9D-F5A5-4D9C-9763-4C4FC2C22F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0057" y="569538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en-US" sz="2400" b="1"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56" name="Rectangle 24">
            <a:extLst>
              <a:ext uri="{FF2B5EF4-FFF2-40B4-BE49-F238E27FC236}">
                <a16:creationId xmlns:a16="http://schemas.microsoft.com/office/drawing/2014/main" id="{280FB6B2-F56D-4659-A3F8-E0BC24932E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457" y="569538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en-US" sz="2400" b="1"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57" name="Rectangle 25">
            <a:extLst>
              <a:ext uri="{FF2B5EF4-FFF2-40B4-BE49-F238E27FC236}">
                <a16:creationId xmlns:a16="http://schemas.microsoft.com/office/drawing/2014/main" id="{EBF700EA-7861-47AF-9E2A-6156715C60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857" y="569538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en-US" sz="2400" b="1"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58" name="Rectangle 26">
            <a:extLst>
              <a:ext uri="{FF2B5EF4-FFF2-40B4-BE49-F238E27FC236}">
                <a16:creationId xmlns:a16="http://schemas.microsoft.com/office/drawing/2014/main" id="{C88E307C-3625-4F36-98C0-668427C74D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0257" y="569538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en-US" sz="2400" b="1"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59" name="Rectangle 27">
            <a:extLst>
              <a:ext uri="{FF2B5EF4-FFF2-40B4-BE49-F238E27FC236}">
                <a16:creationId xmlns:a16="http://schemas.microsoft.com/office/drawing/2014/main" id="{E705E96E-9BFA-49EE-8647-F572496B6C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657" y="569538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en-US" sz="2400" b="1"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60" name="Rectangle 28">
            <a:extLst>
              <a:ext uri="{FF2B5EF4-FFF2-40B4-BE49-F238E27FC236}">
                <a16:creationId xmlns:a16="http://schemas.microsoft.com/office/drawing/2014/main" id="{B65B69B9-FFFD-4704-A359-19D18AC1D4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7057" y="569538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en-US" sz="2400" b="1"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61" name="Rectangle 32">
            <a:extLst>
              <a:ext uri="{FF2B5EF4-FFF2-40B4-BE49-F238E27FC236}">
                <a16:creationId xmlns:a16="http://schemas.microsoft.com/office/drawing/2014/main" id="{FFAA1B6C-ACDD-493D-871A-4E07F1AE7F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857" y="569538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en-US" sz="2400" b="1">
                <a:solidFill>
                  <a:schemeClr val="bg1"/>
                </a:solidFill>
                <a:latin typeface="Courier New" panose="02070309020205020404" pitchFamily="49" charset="0"/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166475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1FA58-59B8-4EFD-BF2B-069C45712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 – efficient merging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4FEF-F44A-4071-922A-E51980E95F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54768" cy="4351338"/>
          </a:xfrm>
        </p:spPr>
        <p:txBody>
          <a:bodyPr>
            <a:normAutofit/>
          </a:bodyPr>
          <a:lstStyle/>
          <a:p>
            <a:r>
              <a:rPr lang="en-US" altLang="en-US" dirty="0"/>
              <a:t>Merge.</a:t>
            </a:r>
          </a:p>
          <a:p>
            <a:pPr lvl="1"/>
            <a:r>
              <a:rPr lang="en-US" altLang="en-US" dirty="0"/>
              <a:t>Keep track of smallest element in each sorted half.</a:t>
            </a:r>
          </a:p>
          <a:p>
            <a:pPr lvl="1"/>
            <a:r>
              <a:rPr lang="en-US" altLang="en-US" dirty="0"/>
              <a:t>Insert smallest of two elements into auxiliary array.</a:t>
            </a:r>
          </a:p>
          <a:p>
            <a:pPr lvl="1"/>
            <a:r>
              <a:rPr lang="en-US" altLang="en-US" dirty="0"/>
              <a:t>Repeat until done.</a:t>
            </a:r>
          </a:p>
          <a:p>
            <a:endParaRPr lang="en-US" altLang="en-US" dirty="0"/>
          </a:p>
        </p:txBody>
      </p:sp>
      <p:sp>
        <p:nvSpPr>
          <p:cNvPr id="62" name="Text Box 2">
            <a:extLst>
              <a:ext uri="{FF2B5EF4-FFF2-40B4-BE49-F238E27FC236}">
                <a16:creationId xmlns:a16="http://schemas.microsoft.com/office/drawing/2014/main" id="{5EBA3025-1300-4B21-95C7-B8791E27AC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82219" y="5904892"/>
            <a:ext cx="1752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en-US" altLang="en-US"/>
              <a:t>auxiliary array</a:t>
            </a:r>
          </a:p>
        </p:txBody>
      </p:sp>
      <p:sp>
        <p:nvSpPr>
          <p:cNvPr id="63" name="Text Box 3">
            <a:extLst>
              <a:ext uri="{FF2B5EF4-FFF2-40B4-BE49-F238E27FC236}">
                <a16:creationId xmlns:a16="http://schemas.microsoft.com/office/drawing/2014/main" id="{BA25B0C5-7FBC-4344-8FD1-005043168F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5019" y="3695092"/>
            <a:ext cx="1905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en-US" altLang="en-US">
                <a:solidFill>
                  <a:schemeClr val="accent1"/>
                </a:solidFill>
              </a:rPr>
              <a:t>first half</a:t>
            </a:r>
            <a:br>
              <a:rPr kumimoji="0" lang="en-US" altLang="en-US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exhausted</a:t>
            </a:r>
          </a:p>
        </p:txBody>
      </p:sp>
      <p:sp>
        <p:nvSpPr>
          <p:cNvPr id="64" name="AutoShape 4">
            <a:extLst>
              <a:ext uri="{FF2B5EF4-FFF2-40B4-BE49-F238E27FC236}">
                <a16:creationId xmlns:a16="http://schemas.microsoft.com/office/drawing/2014/main" id="{940A3667-2F7C-49A5-9190-2E12DC5BED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7019" y="4457092"/>
            <a:ext cx="304800" cy="304800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5" name="Group 5">
            <a:extLst>
              <a:ext uri="{FF2B5EF4-FFF2-40B4-BE49-F238E27FC236}">
                <a16:creationId xmlns:a16="http://schemas.microsoft.com/office/drawing/2014/main" id="{37B57320-971B-477E-8445-6447DA65F4DD}"/>
              </a:ext>
            </a:extLst>
          </p:cNvPr>
          <p:cNvGrpSpPr>
            <a:grpSpLocks/>
          </p:cNvGrpSpPr>
          <p:nvPr/>
        </p:nvGrpSpPr>
        <p:grpSpPr bwMode="auto">
          <a:xfrm>
            <a:off x="6558219" y="4076092"/>
            <a:ext cx="1905000" cy="685800"/>
            <a:chOff x="2256" y="2208"/>
            <a:chExt cx="1200" cy="432"/>
          </a:xfrm>
        </p:grpSpPr>
        <p:sp>
          <p:nvSpPr>
            <p:cNvPr id="66" name="Text Box 6">
              <a:extLst>
                <a:ext uri="{FF2B5EF4-FFF2-40B4-BE49-F238E27FC236}">
                  <a16:creationId xmlns:a16="http://schemas.microsoft.com/office/drawing/2014/main" id="{F63B65A9-E1BA-470C-BC10-CC9A541CB1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2208"/>
              <a:ext cx="12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0" lang="en-US" altLang="en-US">
                  <a:solidFill>
                    <a:srgbClr val="006600"/>
                  </a:solidFill>
                </a:rPr>
                <a:t>smallest</a:t>
              </a:r>
              <a:endParaRPr kumimoji="0" lang="en-US" altLang="en-US">
                <a:solidFill>
                  <a:schemeClr val="bg2"/>
                </a:solidFill>
              </a:endParaRPr>
            </a:p>
          </p:txBody>
        </p:sp>
        <p:sp>
          <p:nvSpPr>
            <p:cNvPr id="67" name="AutoShape 7">
              <a:extLst>
                <a:ext uri="{FF2B5EF4-FFF2-40B4-BE49-F238E27FC236}">
                  <a16:creationId xmlns:a16="http://schemas.microsoft.com/office/drawing/2014/main" id="{81081D35-7055-4C6C-94F0-6E40FD712A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2448"/>
              <a:ext cx="192" cy="192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006600"/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8" name="Group 8">
            <a:extLst>
              <a:ext uri="{FF2B5EF4-FFF2-40B4-BE49-F238E27FC236}">
                <a16:creationId xmlns:a16="http://schemas.microsoft.com/office/drawing/2014/main" id="{2FFC52B2-8EDE-42EC-A877-84DD23D14595}"/>
              </a:ext>
            </a:extLst>
          </p:cNvPr>
          <p:cNvGrpSpPr>
            <a:grpSpLocks/>
          </p:cNvGrpSpPr>
          <p:nvPr/>
        </p:nvGrpSpPr>
        <p:grpSpPr bwMode="auto">
          <a:xfrm>
            <a:off x="1910019" y="4914292"/>
            <a:ext cx="2667000" cy="381000"/>
            <a:chOff x="816" y="3264"/>
            <a:chExt cx="1680" cy="240"/>
          </a:xfrm>
        </p:grpSpPr>
        <p:sp>
          <p:nvSpPr>
            <p:cNvPr id="69" name="Rectangle 9">
              <a:extLst>
                <a:ext uri="{FF2B5EF4-FFF2-40B4-BE49-F238E27FC236}">
                  <a16:creationId xmlns:a16="http://schemas.microsoft.com/office/drawing/2014/main" id="{3E16273D-73F2-4507-A038-060E331E9F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en-US" sz="2400" b="1">
                  <a:latin typeface="Courier New" panose="02070309020205020404" pitchFamily="49" charset="0"/>
                </a:rPr>
                <a:t>A</a:t>
              </a:r>
            </a:p>
          </p:txBody>
        </p:sp>
        <p:sp>
          <p:nvSpPr>
            <p:cNvPr id="70" name="Rectangle 10">
              <a:extLst>
                <a:ext uri="{FF2B5EF4-FFF2-40B4-BE49-F238E27FC236}">
                  <a16:creationId xmlns:a16="http://schemas.microsoft.com/office/drawing/2014/main" id="{5AD82153-B267-4AC3-8E68-EA6FA741A4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en-US" sz="2400" b="1">
                  <a:latin typeface="Courier New" panose="02070309020205020404" pitchFamily="49" charset="0"/>
                </a:rPr>
                <a:t>G</a:t>
              </a:r>
            </a:p>
          </p:txBody>
        </p:sp>
        <p:sp>
          <p:nvSpPr>
            <p:cNvPr id="71" name="Rectangle 11">
              <a:extLst>
                <a:ext uri="{FF2B5EF4-FFF2-40B4-BE49-F238E27FC236}">
                  <a16:creationId xmlns:a16="http://schemas.microsoft.com/office/drawing/2014/main" id="{820ECC3A-FD97-490F-96BA-133FAC8A72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en-US" sz="2400" b="1">
                  <a:latin typeface="Courier New" panose="02070309020205020404" pitchFamily="49" charset="0"/>
                </a:rPr>
                <a:t>L</a:t>
              </a:r>
            </a:p>
          </p:txBody>
        </p:sp>
        <p:sp>
          <p:nvSpPr>
            <p:cNvPr id="72" name="Rectangle 12">
              <a:extLst>
                <a:ext uri="{FF2B5EF4-FFF2-40B4-BE49-F238E27FC236}">
                  <a16:creationId xmlns:a16="http://schemas.microsoft.com/office/drawing/2014/main" id="{EAA71E5A-5D3C-4721-95CE-322A287488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en-US" sz="2400" b="1">
                  <a:latin typeface="Courier New" panose="02070309020205020404" pitchFamily="49" charset="0"/>
                </a:rPr>
                <a:t>O</a:t>
              </a:r>
            </a:p>
          </p:txBody>
        </p:sp>
        <p:sp>
          <p:nvSpPr>
            <p:cNvPr id="73" name="Rectangle 13">
              <a:extLst>
                <a:ext uri="{FF2B5EF4-FFF2-40B4-BE49-F238E27FC236}">
                  <a16:creationId xmlns:a16="http://schemas.microsoft.com/office/drawing/2014/main" id="{1399215D-96A4-4B1D-9134-F06AAF9857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en-US" sz="2400" b="1">
                  <a:latin typeface="Courier New" panose="02070309020205020404" pitchFamily="49" charset="0"/>
                </a:rPr>
                <a:t>R</a:t>
              </a:r>
            </a:p>
          </p:txBody>
        </p:sp>
      </p:grpSp>
      <p:grpSp>
        <p:nvGrpSpPr>
          <p:cNvPr id="74" name="Group 14">
            <a:extLst>
              <a:ext uri="{FF2B5EF4-FFF2-40B4-BE49-F238E27FC236}">
                <a16:creationId xmlns:a16="http://schemas.microsoft.com/office/drawing/2014/main" id="{1DB787BA-75F1-4B15-9DB9-26BE777CDF19}"/>
              </a:ext>
            </a:extLst>
          </p:cNvPr>
          <p:cNvGrpSpPr>
            <a:grpSpLocks/>
          </p:cNvGrpSpPr>
          <p:nvPr/>
        </p:nvGrpSpPr>
        <p:grpSpPr bwMode="auto">
          <a:xfrm>
            <a:off x="5110419" y="4914292"/>
            <a:ext cx="2667000" cy="381000"/>
            <a:chOff x="2880" y="3264"/>
            <a:chExt cx="1680" cy="240"/>
          </a:xfrm>
        </p:grpSpPr>
        <p:sp>
          <p:nvSpPr>
            <p:cNvPr id="75" name="Rectangle 15">
              <a:extLst>
                <a:ext uri="{FF2B5EF4-FFF2-40B4-BE49-F238E27FC236}">
                  <a16:creationId xmlns:a16="http://schemas.microsoft.com/office/drawing/2014/main" id="{5618AABE-CFF8-4112-95E5-20A07820A8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en-US" sz="2400" b="1">
                  <a:latin typeface="Courier New" panose="02070309020205020404" pitchFamily="49" charset="0"/>
                </a:rPr>
                <a:t>H</a:t>
              </a:r>
            </a:p>
          </p:txBody>
        </p:sp>
        <p:sp>
          <p:nvSpPr>
            <p:cNvPr id="76" name="Rectangle 16">
              <a:extLst>
                <a:ext uri="{FF2B5EF4-FFF2-40B4-BE49-F238E27FC236}">
                  <a16:creationId xmlns:a16="http://schemas.microsoft.com/office/drawing/2014/main" id="{D1C19CBB-64DB-4C27-B4E4-E838D3BF28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en-US" sz="2400" b="1">
                  <a:latin typeface="Courier New" panose="02070309020205020404" pitchFamily="49" charset="0"/>
                </a:rPr>
                <a:t>I</a:t>
              </a:r>
            </a:p>
          </p:txBody>
        </p:sp>
        <p:sp>
          <p:nvSpPr>
            <p:cNvPr id="77" name="Rectangle 17">
              <a:extLst>
                <a:ext uri="{FF2B5EF4-FFF2-40B4-BE49-F238E27FC236}">
                  <a16:creationId xmlns:a16="http://schemas.microsoft.com/office/drawing/2014/main" id="{DA62667B-02C8-401D-B34E-DC7C6A3E86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en-US" sz="2400" b="1">
                  <a:latin typeface="Courier New" panose="02070309020205020404" pitchFamily="49" charset="0"/>
                </a:rPr>
                <a:t>M</a:t>
              </a:r>
            </a:p>
          </p:txBody>
        </p:sp>
        <p:sp>
          <p:nvSpPr>
            <p:cNvPr id="78" name="Rectangle 18">
              <a:extLst>
                <a:ext uri="{FF2B5EF4-FFF2-40B4-BE49-F238E27FC236}">
                  <a16:creationId xmlns:a16="http://schemas.microsoft.com/office/drawing/2014/main" id="{069FBC0C-832F-4F3E-AB16-DB90E68B66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en-US" sz="2400" b="1">
                  <a:latin typeface="Courier New" panose="02070309020205020404" pitchFamily="49" charset="0"/>
                </a:rPr>
                <a:t>S</a:t>
              </a:r>
            </a:p>
          </p:txBody>
        </p:sp>
        <p:sp>
          <p:nvSpPr>
            <p:cNvPr id="79" name="Rectangle 19">
              <a:extLst>
                <a:ext uri="{FF2B5EF4-FFF2-40B4-BE49-F238E27FC236}">
                  <a16:creationId xmlns:a16="http://schemas.microsoft.com/office/drawing/2014/main" id="{0E981170-C0A5-4340-8C8F-E89E13E951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en-US" sz="2400" b="1">
                  <a:latin typeface="Courier New" panose="02070309020205020404" pitchFamily="49" charset="0"/>
                </a:rPr>
                <a:t>T</a:t>
              </a:r>
            </a:p>
          </p:txBody>
        </p:sp>
      </p:grpSp>
      <p:sp>
        <p:nvSpPr>
          <p:cNvPr id="80" name="Rectangle 20">
            <a:extLst>
              <a:ext uri="{FF2B5EF4-FFF2-40B4-BE49-F238E27FC236}">
                <a16:creationId xmlns:a16="http://schemas.microsoft.com/office/drawing/2014/main" id="{6B4FD63E-DAF4-412D-9476-85D0AAD06A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8619" y="5904892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en-US" sz="2400" b="1"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81" name="Rectangle 21">
            <a:extLst>
              <a:ext uri="{FF2B5EF4-FFF2-40B4-BE49-F238E27FC236}">
                <a16:creationId xmlns:a16="http://schemas.microsoft.com/office/drawing/2014/main" id="{FA392A19-C17F-463A-A8FF-29E718A1FA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2019" y="5904892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en-US" sz="2400" b="1">
                <a:latin typeface="Courier New" panose="02070309020205020404" pitchFamily="49" charset="0"/>
              </a:rPr>
              <a:t>G</a:t>
            </a:r>
          </a:p>
        </p:txBody>
      </p:sp>
      <p:sp>
        <p:nvSpPr>
          <p:cNvPr id="82" name="Rectangle 22">
            <a:extLst>
              <a:ext uri="{FF2B5EF4-FFF2-40B4-BE49-F238E27FC236}">
                <a16:creationId xmlns:a16="http://schemas.microsoft.com/office/drawing/2014/main" id="{C61F6D07-019E-46D3-A003-77BF6C9D4F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5419" y="5904892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en-US" sz="2400" b="1">
                <a:latin typeface="Courier New" panose="02070309020205020404" pitchFamily="49" charset="0"/>
              </a:rPr>
              <a:t>H</a:t>
            </a:r>
          </a:p>
        </p:txBody>
      </p:sp>
      <p:sp>
        <p:nvSpPr>
          <p:cNvPr id="83" name="Rectangle 23">
            <a:extLst>
              <a:ext uri="{FF2B5EF4-FFF2-40B4-BE49-F238E27FC236}">
                <a16:creationId xmlns:a16="http://schemas.microsoft.com/office/drawing/2014/main" id="{8005B9A3-5209-4AE8-B341-1D15D1CE18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8819" y="5904892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en-US" sz="2400" b="1">
                <a:latin typeface="Courier New" panose="02070309020205020404" pitchFamily="49" charset="0"/>
              </a:rPr>
              <a:t>I</a:t>
            </a:r>
          </a:p>
        </p:txBody>
      </p:sp>
      <p:sp>
        <p:nvSpPr>
          <p:cNvPr id="84" name="Rectangle 24">
            <a:extLst>
              <a:ext uri="{FF2B5EF4-FFF2-40B4-BE49-F238E27FC236}">
                <a16:creationId xmlns:a16="http://schemas.microsoft.com/office/drawing/2014/main" id="{42FB0C48-39D8-48AE-BD0C-2A4CD5AA8A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2219" y="5904892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en-US" sz="2400" b="1">
                <a:latin typeface="Courier New" panose="02070309020205020404" pitchFamily="49" charset="0"/>
              </a:rPr>
              <a:t>L</a:t>
            </a:r>
          </a:p>
        </p:txBody>
      </p:sp>
      <p:sp>
        <p:nvSpPr>
          <p:cNvPr id="85" name="Rectangle 25">
            <a:extLst>
              <a:ext uri="{FF2B5EF4-FFF2-40B4-BE49-F238E27FC236}">
                <a16:creationId xmlns:a16="http://schemas.microsoft.com/office/drawing/2014/main" id="{DEA21F2D-6CD9-425A-A7E7-1FC6C17151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5619" y="5904892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en-US" sz="2400" b="1">
                <a:latin typeface="Courier New" panose="02070309020205020404" pitchFamily="49" charset="0"/>
              </a:rPr>
              <a:t>M</a:t>
            </a:r>
          </a:p>
        </p:txBody>
      </p:sp>
      <p:sp>
        <p:nvSpPr>
          <p:cNvPr id="86" name="Rectangle 26">
            <a:extLst>
              <a:ext uri="{FF2B5EF4-FFF2-40B4-BE49-F238E27FC236}">
                <a16:creationId xmlns:a16="http://schemas.microsoft.com/office/drawing/2014/main" id="{E6E9D9FC-364E-4DE5-968B-392B073F04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9019" y="5904892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en-US" sz="2400" b="1">
                <a:latin typeface="Courier New" panose="02070309020205020404" pitchFamily="49" charset="0"/>
              </a:rPr>
              <a:t>O</a:t>
            </a:r>
          </a:p>
        </p:txBody>
      </p:sp>
      <p:sp>
        <p:nvSpPr>
          <p:cNvPr id="87" name="Rectangle 27">
            <a:extLst>
              <a:ext uri="{FF2B5EF4-FFF2-40B4-BE49-F238E27FC236}">
                <a16:creationId xmlns:a16="http://schemas.microsoft.com/office/drawing/2014/main" id="{2F7CE8F0-DF70-4ED1-AAC4-3F3D9B4E13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2419" y="5904892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en-US" sz="2400" b="1">
                <a:latin typeface="Courier New" panose="02070309020205020404" pitchFamily="49" charset="0"/>
              </a:rPr>
              <a:t>R</a:t>
            </a:r>
          </a:p>
        </p:txBody>
      </p:sp>
      <p:sp>
        <p:nvSpPr>
          <p:cNvPr id="88" name="Rectangle 28">
            <a:extLst>
              <a:ext uri="{FF2B5EF4-FFF2-40B4-BE49-F238E27FC236}">
                <a16:creationId xmlns:a16="http://schemas.microsoft.com/office/drawing/2014/main" id="{F0978B02-71E2-4E26-8EFF-1F966AB531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5819" y="5904892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en-US" sz="2400" b="1">
                <a:latin typeface="Courier New" panose="02070309020205020404" pitchFamily="49" charset="0"/>
              </a:rPr>
              <a:t>S</a:t>
            </a:r>
          </a:p>
        </p:txBody>
      </p:sp>
      <p:sp>
        <p:nvSpPr>
          <p:cNvPr id="89" name="Rectangle 29">
            <a:extLst>
              <a:ext uri="{FF2B5EF4-FFF2-40B4-BE49-F238E27FC236}">
                <a16:creationId xmlns:a16="http://schemas.microsoft.com/office/drawing/2014/main" id="{8D76FF9E-67F4-4906-B040-1350CBE53B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9219" y="5904892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en-US" sz="2400" b="1"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90" name="Rectangle 32">
            <a:extLst>
              <a:ext uri="{FF2B5EF4-FFF2-40B4-BE49-F238E27FC236}">
                <a16:creationId xmlns:a16="http://schemas.microsoft.com/office/drawing/2014/main" id="{CA6348D5-F657-4495-9FD5-B55F6A7B2E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9219" y="5904892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en-US" sz="2400" b="1">
                <a:solidFill>
                  <a:schemeClr val="bg1"/>
                </a:solidFill>
                <a:latin typeface="Courier New" panose="02070309020205020404" pitchFamily="49" charset="0"/>
              </a:rPr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2382068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63" grpId="0"/>
      <p:bldP spid="64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1FA58-59B8-4EFD-BF2B-069C45712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 – efficient merging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4FEF-F44A-4071-922A-E51980E95F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54768" cy="4351338"/>
          </a:xfrm>
        </p:spPr>
        <p:txBody>
          <a:bodyPr>
            <a:normAutofit/>
          </a:bodyPr>
          <a:lstStyle/>
          <a:p>
            <a:r>
              <a:rPr lang="en-US" altLang="en-US" dirty="0"/>
              <a:t>Merge.</a:t>
            </a:r>
          </a:p>
          <a:p>
            <a:pPr lvl="1"/>
            <a:r>
              <a:rPr lang="en-US" altLang="en-US" dirty="0"/>
              <a:t>Keep track of smallest element in each sorted half.</a:t>
            </a:r>
          </a:p>
          <a:p>
            <a:pPr lvl="1"/>
            <a:r>
              <a:rPr lang="en-US" altLang="en-US" dirty="0"/>
              <a:t>Insert smallest of two elements into auxiliary array.</a:t>
            </a:r>
          </a:p>
          <a:p>
            <a:pPr lvl="1"/>
            <a:r>
              <a:rPr lang="en-US" altLang="en-US" dirty="0"/>
              <a:t>Repeat until done.</a:t>
            </a:r>
          </a:p>
          <a:p>
            <a:endParaRPr lang="en-US" altLang="en-US" dirty="0"/>
          </a:p>
        </p:txBody>
      </p:sp>
      <p:sp>
        <p:nvSpPr>
          <p:cNvPr id="62" name="Text Box 2">
            <a:extLst>
              <a:ext uri="{FF2B5EF4-FFF2-40B4-BE49-F238E27FC236}">
                <a16:creationId xmlns:a16="http://schemas.microsoft.com/office/drawing/2014/main" id="{24BD62EC-6CCD-469B-A2BE-BB2CDAE33C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82219" y="6007481"/>
            <a:ext cx="1752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en-US" altLang="en-US"/>
              <a:t>auxiliary array</a:t>
            </a:r>
          </a:p>
        </p:txBody>
      </p:sp>
      <p:sp>
        <p:nvSpPr>
          <p:cNvPr id="63" name="Text Box 3">
            <a:extLst>
              <a:ext uri="{FF2B5EF4-FFF2-40B4-BE49-F238E27FC236}">
                <a16:creationId xmlns:a16="http://schemas.microsoft.com/office/drawing/2014/main" id="{4EDFDD8C-327F-41E9-B422-C94C5DC2A2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5019" y="3797681"/>
            <a:ext cx="1905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en-US" altLang="en-US">
                <a:solidFill>
                  <a:schemeClr val="accent1"/>
                </a:solidFill>
              </a:rPr>
              <a:t>first half</a:t>
            </a:r>
            <a:br>
              <a:rPr kumimoji="0" lang="en-US" altLang="en-US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exhausted</a:t>
            </a:r>
          </a:p>
        </p:txBody>
      </p:sp>
      <p:sp>
        <p:nvSpPr>
          <p:cNvPr id="64" name="AutoShape 4">
            <a:extLst>
              <a:ext uri="{FF2B5EF4-FFF2-40B4-BE49-F238E27FC236}">
                <a16:creationId xmlns:a16="http://schemas.microsoft.com/office/drawing/2014/main" id="{930D2606-C9C1-4407-B436-AD1B0055FE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7019" y="4559681"/>
            <a:ext cx="304800" cy="304800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5" name="Text Box 6">
            <a:extLst>
              <a:ext uri="{FF2B5EF4-FFF2-40B4-BE49-F238E27FC236}">
                <a16:creationId xmlns:a16="http://schemas.microsoft.com/office/drawing/2014/main" id="{A99858AC-586B-4978-BE07-5000DD9555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5419" y="3797681"/>
            <a:ext cx="1905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en-US" altLang="en-US">
                <a:solidFill>
                  <a:schemeClr val="accent1"/>
                </a:solidFill>
              </a:rPr>
              <a:t>second half</a:t>
            </a:r>
            <a:br>
              <a:rPr kumimoji="0" lang="en-US" altLang="en-US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exhausted</a:t>
            </a:r>
          </a:p>
        </p:txBody>
      </p:sp>
      <p:sp>
        <p:nvSpPr>
          <p:cNvPr id="66" name="AutoShape 7">
            <a:extLst>
              <a:ext uri="{FF2B5EF4-FFF2-40B4-BE49-F238E27FC236}">
                <a16:creationId xmlns:a16="http://schemas.microsoft.com/office/drawing/2014/main" id="{FE228547-2419-4E7C-A2CC-12337DA4D6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7419" y="4559681"/>
            <a:ext cx="304800" cy="304800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7" name="Group 8">
            <a:extLst>
              <a:ext uri="{FF2B5EF4-FFF2-40B4-BE49-F238E27FC236}">
                <a16:creationId xmlns:a16="http://schemas.microsoft.com/office/drawing/2014/main" id="{02E2F4B6-3D4E-44FB-86D0-C18483EF81E6}"/>
              </a:ext>
            </a:extLst>
          </p:cNvPr>
          <p:cNvGrpSpPr>
            <a:grpSpLocks/>
          </p:cNvGrpSpPr>
          <p:nvPr/>
        </p:nvGrpSpPr>
        <p:grpSpPr bwMode="auto">
          <a:xfrm>
            <a:off x="1910019" y="5016881"/>
            <a:ext cx="2667000" cy="381000"/>
            <a:chOff x="816" y="3264"/>
            <a:chExt cx="1680" cy="240"/>
          </a:xfrm>
        </p:grpSpPr>
        <p:sp>
          <p:nvSpPr>
            <p:cNvPr id="68" name="Rectangle 9">
              <a:extLst>
                <a:ext uri="{FF2B5EF4-FFF2-40B4-BE49-F238E27FC236}">
                  <a16:creationId xmlns:a16="http://schemas.microsoft.com/office/drawing/2014/main" id="{375CDC0F-A3DB-41FA-88DC-44D0159763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en-US" sz="2400" b="1">
                  <a:latin typeface="Courier New" panose="02070309020205020404" pitchFamily="49" charset="0"/>
                </a:rPr>
                <a:t>A</a:t>
              </a:r>
            </a:p>
          </p:txBody>
        </p:sp>
        <p:sp>
          <p:nvSpPr>
            <p:cNvPr id="69" name="Rectangle 10">
              <a:extLst>
                <a:ext uri="{FF2B5EF4-FFF2-40B4-BE49-F238E27FC236}">
                  <a16:creationId xmlns:a16="http://schemas.microsoft.com/office/drawing/2014/main" id="{E3FB6E55-2862-4D48-B3EC-FB142F0E40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en-US" sz="2400" b="1">
                  <a:latin typeface="Courier New" panose="02070309020205020404" pitchFamily="49" charset="0"/>
                </a:rPr>
                <a:t>G</a:t>
              </a:r>
            </a:p>
          </p:txBody>
        </p:sp>
        <p:sp>
          <p:nvSpPr>
            <p:cNvPr id="70" name="Rectangle 11">
              <a:extLst>
                <a:ext uri="{FF2B5EF4-FFF2-40B4-BE49-F238E27FC236}">
                  <a16:creationId xmlns:a16="http://schemas.microsoft.com/office/drawing/2014/main" id="{C979636E-B0AD-4EB2-A4A8-0B5AEDAA81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en-US" sz="2400" b="1">
                  <a:latin typeface="Courier New" panose="02070309020205020404" pitchFamily="49" charset="0"/>
                </a:rPr>
                <a:t>L</a:t>
              </a:r>
            </a:p>
          </p:txBody>
        </p:sp>
        <p:sp>
          <p:nvSpPr>
            <p:cNvPr id="71" name="Rectangle 12">
              <a:extLst>
                <a:ext uri="{FF2B5EF4-FFF2-40B4-BE49-F238E27FC236}">
                  <a16:creationId xmlns:a16="http://schemas.microsoft.com/office/drawing/2014/main" id="{01C911AB-0F52-44DA-A6DF-AE2B63F034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en-US" sz="2400" b="1">
                  <a:latin typeface="Courier New" panose="02070309020205020404" pitchFamily="49" charset="0"/>
                </a:rPr>
                <a:t>O</a:t>
              </a:r>
            </a:p>
          </p:txBody>
        </p:sp>
        <p:sp>
          <p:nvSpPr>
            <p:cNvPr id="72" name="Rectangle 13">
              <a:extLst>
                <a:ext uri="{FF2B5EF4-FFF2-40B4-BE49-F238E27FC236}">
                  <a16:creationId xmlns:a16="http://schemas.microsoft.com/office/drawing/2014/main" id="{7E36B66D-3731-4C39-9EB6-AAAA0A8B6D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en-US" sz="2400" b="1">
                  <a:latin typeface="Courier New" panose="02070309020205020404" pitchFamily="49" charset="0"/>
                </a:rPr>
                <a:t>R</a:t>
              </a:r>
            </a:p>
          </p:txBody>
        </p:sp>
      </p:grpSp>
      <p:grpSp>
        <p:nvGrpSpPr>
          <p:cNvPr id="73" name="Group 14">
            <a:extLst>
              <a:ext uri="{FF2B5EF4-FFF2-40B4-BE49-F238E27FC236}">
                <a16:creationId xmlns:a16="http://schemas.microsoft.com/office/drawing/2014/main" id="{DE4493DF-F502-4330-AEF8-B368D4B9537D}"/>
              </a:ext>
            </a:extLst>
          </p:cNvPr>
          <p:cNvGrpSpPr>
            <a:grpSpLocks/>
          </p:cNvGrpSpPr>
          <p:nvPr/>
        </p:nvGrpSpPr>
        <p:grpSpPr bwMode="auto">
          <a:xfrm>
            <a:off x="5110419" y="5016881"/>
            <a:ext cx="2667000" cy="381000"/>
            <a:chOff x="2880" y="3264"/>
            <a:chExt cx="1680" cy="240"/>
          </a:xfrm>
        </p:grpSpPr>
        <p:sp>
          <p:nvSpPr>
            <p:cNvPr id="74" name="Rectangle 15">
              <a:extLst>
                <a:ext uri="{FF2B5EF4-FFF2-40B4-BE49-F238E27FC236}">
                  <a16:creationId xmlns:a16="http://schemas.microsoft.com/office/drawing/2014/main" id="{0467110D-59FB-4883-BF65-C5250FDF24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en-US" sz="2400" b="1">
                  <a:latin typeface="Courier New" panose="02070309020205020404" pitchFamily="49" charset="0"/>
                </a:rPr>
                <a:t>H</a:t>
              </a:r>
            </a:p>
          </p:txBody>
        </p:sp>
        <p:sp>
          <p:nvSpPr>
            <p:cNvPr id="75" name="Rectangle 16">
              <a:extLst>
                <a:ext uri="{FF2B5EF4-FFF2-40B4-BE49-F238E27FC236}">
                  <a16:creationId xmlns:a16="http://schemas.microsoft.com/office/drawing/2014/main" id="{CE93EEF6-B598-4A44-8C95-FE86E6C7EE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en-US" sz="2400" b="1">
                  <a:latin typeface="Courier New" panose="02070309020205020404" pitchFamily="49" charset="0"/>
                </a:rPr>
                <a:t>I</a:t>
              </a:r>
            </a:p>
          </p:txBody>
        </p:sp>
        <p:sp>
          <p:nvSpPr>
            <p:cNvPr id="76" name="Rectangle 17">
              <a:extLst>
                <a:ext uri="{FF2B5EF4-FFF2-40B4-BE49-F238E27FC236}">
                  <a16:creationId xmlns:a16="http://schemas.microsoft.com/office/drawing/2014/main" id="{2822980F-265D-4797-BC10-7CA9A327DE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en-US" sz="2400" b="1">
                  <a:latin typeface="Courier New" panose="02070309020205020404" pitchFamily="49" charset="0"/>
                </a:rPr>
                <a:t>M</a:t>
              </a:r>
            </a:p>
          </p:txBody>
        </p:sp>
        <p:sp>
          <p:nvSpPr>
            <p:cNvPr id="77" name="Rectangle 18">
              <a:extLst>
                <a:ext uri="{FF2B5EF4-FFF2-40B4-BE49-F238E27FC236}">
                  <a16:creationId xmlns:a16="http://schemas.microsoft.com/office/drawing/2014/main" id="{C689623E-3CC6-4345-991D-280F1A7973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en-US" sz="2400" b="1">
                  <a:latin typeface="Courier New" panose="02070309020205020404" pitchFamily="49" charset="0"/>
                </a:rPr>
                <a:t>S</a:t>
              </a:r>
            </a:p>
          </p:txBody>
        </p:sp>
        <p:sp>
          <p:nvSpPr>
            <p:cNvPr id="78" name="Rectangle 19">
              <a:extLst>
                <a:ext uri="{FF2B5EF4-FFF2-40B4-BE49-F238E27FC236}">
                  <a16:creationId xmlns:a16="http://schemas.microsoft.com/office/drawing/2014/main" id="{D84A1E20-5513-4BEC-883B-196C8802DC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en-US" sz="2400" b="1">
                  <a:latin typeface="Courier New" panose="02070309020205020404" pitchFamily="49" charset="0"/>
                </a:rPr>
                <a:t>T</a:t>
              </a:r>
            </a:p>
          </p:txBody>
        </p:sp>
      </p:grpSp>
      <p:sp>
        <p:nvSpPr>
          <p:cNvPr id="79" name="Rectangle 20">
            <a:extLst>
              <a:ext uri="{FF2B5EF4-FFF2-40B4-BE49-F238E27FC236}">
                <a16:creationId xmlns:a16="http://schemas.microsoft.com/office/drawing/2014/main" id="{48E64DF2-3254-4F40-9F28-5D46EF688C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8619" y="6007481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en-US" sz="2400" b="1"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80" name="Rectangle 21">
            <a:extLst>
              <a:ext uri="{FF2B5EF4-FFF2-40B4-BE49-F238E27FC236}">
                <a16:creationId xmlns:a16="http://schemas.microsoft.com/office/drawing/2014/main" id="{3D3C771F-561E-4183-B067-2B4656F538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2019" y="6007481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en-US" sz="2400" b="1">
                <a:latin typeface="Courier New" panose="02070309020205020404" pitchFamily="49" charset="0"/>
              </a:rPr>
              <a:t>G</a:t>
            </a:r>
          </a:p>
        </p:txBody>
      </p:sp>
      <p:sp>
        <p:nvSpPr>
          <p:cNvPr id="81" name="Rectangle 22">
            <a:extLst>
              <a:ext uri="{FF2B5EF4-FFF2-40B4-BE49-F238E27FC236}">
                <a16:creationId xmlns:a16="http://schemas.microsoft.com/office/drawing/2014/main" id="{FC9A45D0-81D8-423D-96EC-4B6380006F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5419" y="6007481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en-US" sz="2400" b="1">
                <a:latin typeface="Courier New" panose="02070309020205020404" pitchFamily="49" charset="0"/>
              </a:rPr>
              <a:t>H</a:t>
            </a:r>
          </a:p>
        </p:txBody>
      </p:sp>
      <p:sp>
        <p:nvSpPr>
          <p:cNvPr id="82" name="Rectangle 23">
            <a:extLst>
              <a:ext uri="{FF2B5EF4-FFF2-40B4-BE49-F238E27FC236}">
                <a16:creationId xmlns:a16="http://schemas.microsoft.com/office/drawing/2014/main" id="{ECC27312-8EA2-44C5-B88F-537743BDDB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8819" y="6007481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en-US" sz="2400" b="1">
                <a:latin typeface="Courier New" panose="02070309020205020404" pitchFamily="49" charset="0"/>
              </a:rPr>
              <a:t>I</a:t>
            </a:r>
          </a:p>
        </p:txBody>
      </p:sp>
      <p:sp>
        <p:nvSpPr>
          <p:cNvPr id="83" name="Rectangle 24">
            <a:extLst>
              <a:ext uri="{FF2B5EF4-FFF2-40B4-BE49-F238E27FC236}">
                <a16:creationId xmlns:a16="http://schemas.microsoft.com/office/drawing/2014/main" id="{6E4D5AEB-8FF3-44A3-8DE3-F194841ECE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2219" y="6007481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en-US" sz="2400" b="1">
                <a:latin typeface="Courier New" panose="02070309020205020404" pitchFamily="49" charset="0"/>
              </a:rPr>
              <a:t>L</a:t>
            </a:r>
          </a:p>
        </p:txBody>
      </p:sp>
      <p:sp>
        <p:nvSpPr>
          <p:cNvPr id="84" name="Rectangle 25">
            <a:extLst>
              <a:ext uri="{FF2B5EF4-FFF2-40B4-BE49-F238E27FC236}">
                <a16:creationId xmlns:a16="http://schemas.microsoft.com/office/drawing/2014/main" id="{2BF84676-2F50-4AD5-A783-FB2409E3A8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5619" y="6007481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en-US" sz="2400" b="1">
                <a:latin typeface="Courier New" panose="02070309020205020404" pitchFamily="49" charset="0"/>
              </a:rPr>
              <a:t>M</a:t>
            </a:r>
          </a:p>
        </p:txBody>
      </p:sp>
      <p:sp>
        <p:nvSpPr>
          <p:cNvPr id="85" name="Rectangle 26">
            <a:extLst>
              <a:ext uri="{FF2B5EF4-FFF2-40B4-BE49-F238E27FC236}">
                <a16:creationId xmlns:a16="http://schemas.microsoft.com/office/drawing/2014/main" id="{8F923832-0AE3-41FF-8A8F-63BC1515C7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9019" y="6007481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en-US" sz="2400" b="1">
                <a:latin typeface="Courier New" panose="02070309020205020404" pitchFamily="49" charset="0"/>
              </a:rPr>
              <a:t>O</a:t>
            </a:r>
          </a:p>
        </p:txBody>
      </p:sp>
      <p:sp>
        <p:nvSpPr>
          <p:cNvPr id="86" name="Rectangle 27">
            <a:extLst>
              <a:ext uri="{FF2B5EF4-FFF2-40B4-BE49-F238E27FC236}">
                <a16:creationId xmlns:a16="http://schemas.microsoft.com/office/drawing/2014/main" id="{94611218-1572-4131-AEA7-E383ABF300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2419" y="6007481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en-US" sz="2400" b="1">
                <a:latin typeface="Courier New" panose="02070309020205020404" pitchFamily="49" charset="0"/>
              </a:rPr>
              <a:t>R</a:t>
            </a:r>
          </a:p>
        </p:txBody>
      </p:sp>
      <p:sp>
        <p:nvSpPr>
          <p:cNvPr id="87" name="Rectangle 28">
            <a:extLst>
              <a:ext uri="{FF2B5EF4-FFF2-40B4-BE49-F238E27FC236}">
                <a16:creationId xmlns:a16="http://schemas.microsoft.com/office/drawing/2014/main" id="{BE14B715-C2A9-4160-B1E6-F38E12B8F9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5819" y="6007481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en-US" sz="2400" b="1">
                <a:latin typeface="Courier New" panose="02070309020205020404" pitchFamily="49" charset="0"/>
              </a:rPr>
              <a:t>S</a:t>
            </a:r>
          </a:p>
        </p:txBody>
      </p:sp>
      <p:sp>
        <p:nvSpPr>
          <p:cNvPr id="88" name="Rectangle 29">
            <a:extLst>
              <a:ext uri="{FF2B5EF4-FFF2-40B4-BE49-F238E27FC236}">
                <a16:creationId xmlns:a16="http://schemas.microsoft.com/office/drawing/2014/main" id="{B85D3F37-71C5-4319-A2E8-9BB66F44E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9219" y="6007481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en-US" sz="2400" b="1">
                <a:latin typeface="Courier New" panose="02070309020205020404" pitchFamily="49" charset="0"/>
              </a:rPr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324842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63" grpId="0"/>
      <p:bldP spid="64" grpId="0" animBg="1"/>
      <p:bldP spid="65" grpId="0"/>
      <p:bldP spid="66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8FEAB4F3-3D9A-4797-A881-0EFDB8E897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L2.</a:t>
            </a:r>
            <a:fld id="{0D560F41-181B-43E9-9043-C1B23A312981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71682" name="Rectangle 2">
            <a:extLst>
              <a:ext uri="{FF2B5EF4-FFF2-40B4-BE49-F238E27FC236}">
                <a16:creationId xmlns:a16="http://schemas.microsoft.com/office/drawing/2014/main" id="{6CC84D5F-9291-4D41-B734-EF1DA18E5A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-21242"/>
            <a:ext cx="10515600" cy="1325563"/>
          </a:xfrm>
        </p:spPr>
        <p:txBody>
          <a:bodyPr/>
          <a:lstStyle/>
          <a:p>
            <a:r>
              <a:rPr lang="en-US" altLang="en-US" dirty="0"/>
              <a:t>Analysis </a:t>
            </a:r>
            <a:r>
              <a:rPr lang="en-US" dirty="0"/>
              <a:t>–</a:t>
            </a:r>
            <a:r>
              <a:rPr lang="en-US" altLang="en-US" dirty="0"/>
              <a:t> recursion tree</a:t>
            </a: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4CD5D1A4-6E98-468B-A5C7-989EF25C49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5313" y="2438400"/>
            <a:ext cx="952500" cy="336550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en-US" altLang="en-US"/>
              <a:t>T(n)</a:t>
            </a: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7932F40A-F7FD-44C4-B532-D890577A1F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3241675"/>
            <a:ext cx="914400" cy="336550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en-US" altLang="en-US" dirty="0"/>
              <a:t>T(n/2)</a:t>
            </a:r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A692806E-B04B-4864-A2EB-D21460AB74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3088" y="3254375"/>
            <a:ext cx="900112" cy="336550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en-US" altLang="en-US"/>
              <a:t>T(n/2)</a:t>
            </a:r>
          </a:p>
        </p:txBody>
      </p:sp>
      <p:cxnSp>
        <p:nvCxnSpPr>
          <p:cNvPr id="8" name="AutoShape 6">
            <a:extLst>
              <a:ext uri="{FF2B5EF4-FFF2-40B4-BE49-F238E27FC236}">
                <a16:creationId xmlns:a16="http://schemas.microsoft.com/office/drawing/2014/main" id="{47A73EBA-DACC-4C3F-B98C-3638DEF21756}"/>
              </a:ext>
            </a:extLst>
          </p:cNvPr>
          <p:cNvCxnSpPr>
            <a:cxnSpLocks noChangeShapeType="1"/>
            <a:stCxn id="5" idx="2"/>
            <a:endCxn id="7" idx="0"/>
          </p:cNvCxnSpPr>
          <p:nvPr/>
        </p:nvCxnSpPr>
        <p:spPr bwMode="auto">
          <a:xfrm flipH="1">
            <a:off x="2293938" y="2774950"/>
            <a:ext cx="1317625" cy="4794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" name="AutoShape 7">
            <a:extLst>
              <a:ext uri="{FF2B5EF4-FFF2-40B4-BE49-F238E27FC236}">
                <a16:creationId xmlns:a16="http://schemas.microsoft.com/office/drawing/2014/main" id="{02882148-8A80-4D59-8219-048A51F28DB9}"/>
              </a:ext>
            </a:extLst>
          </p:cNvPr>
          <p:cNvCxnSpPr>
            <a:cxnSpLocks noChangeShapeType="1"/>
            <a:stCxn id="5" idx="2"/>
            <a:endCxn id="6" idx="0"/>
          </p:cNvCxnSpPr>
          <p:nvPr/>
        </p:nvCxnSpPr>
        <p:spPr bwMode="auto">
          <a:xfrm>
            <a:off x="3611563" y="2774950"/>
            <a:ext cx="1341437" cy="4667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0" name="Text Box 8">
            <a:extLst>
              <a:ext uri="{FF2B5EF4-FFF2-40B4-BE49-F238E27FC236}">
                <a16:creationId xmlns:a16="http://schemas.microsoft.com/office/drawing/2014/main" id="{5648DEEE-75D4-469E-9C58-B77158234B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8575" y="4003675"/>
            <a:ext cx="911225" cy="336550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en-US" altLang="en-US"/>
              <a:t>T(n/4)</a:t>
            </a:r>
          </a:p>
        </p:txBody>
      </p:sp>
      <p:sp>
        <p:nvSpPr>
          <p:cNvPr id="11" name="Text Box 9">
            <a:extLst>
              <a:ext uri="{FF2B5EF4-FFF2-40B4-BE49-F238E27FC236}">
                <a16:creationId xmlns:a16="http://schemas.microsoft.com/office/drawing/2014/main" id="{526E89FD-91A6-4C53-9B13-3D8FFC2968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4016375"/>
            <a:ext cx="890588" cy="336550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en-US" altLang="en-US"/>
              <a:t>T(n/4)</a:t>
            </a:r>
          </a:p>
        </p:txBody>
      </p:sp>
      <p:cxnSp>
        <p:nvCxnSpPr>
          <p:cNvPr id="12" name="AutoShape 10">
            <a:extLst>
              <a:ext uri="{FF2B5EF4-FFF2-40B4-BE49-F238E27FC236}">
                <a16:creationId xmlns:a16="http://schemas.microsoft.com/office/drawing/2014/main" id="{6B85B259-1EF4-4A40-90E6-7CF3F90B32C0}"/>
              </a:ext>
            </a:extLst>
          </p:cNvPr>
          <p:cNvCxnSpPr>
            <a:cxnSpLocks noChangeShapeType="1"/>
            <a:stCxn id="6" idx="2"/>
            <a:endCxn id="11" idx="0"/>
          </p:cNvCxnSpPr>
          <p:nvPr/>
        </p:nvCxnSpPr>
        <p:spPr bwMode="auto">
          <a:xfrm flipH="1">
            <a:off x="4256088" y="3578225"/>
            <a:ext cx="696912" cy="4381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3" name="AutoShape 11">
            <a:extLst>
              <a:ext uri="{FF2B5EF4-FFF2-40B4-BE49-F238E27FC236}">
                <a16:creationId xmlns:a16="http://schemas.microsoft.com/office/drawing/2014/main" id="{B195FD83-3211-443F-9A1D-71793AA250ED}"/>
              </a:ext>
            </a:extLst>
          </p:cNvPr>
          <p:cNvCxnSpPr>
            <a:cxnSpLocks noChangeShapeType="1"/>
            <a:stCxn id="6" idx="2"/>
            <a:endCxn id="10" idx="0"/>
          </p:cNvCxnSpPr>
          <p:nvPr/>
        </p:nvCxnSpPr>
        <p:spPr bwMode="auto">
          <a:xfrm>
            <a:off x="4953000" y="3578225"/>
            <a:ext cx="611188" cy="4254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4" name="Text Box 12">
            <a:extLst>
              <a:ext uri="{FF2B5EF4-FFF2-40B4-BE49-F238E27FC236}">
                <a16:creationId xmlns:a16="http://schemas.microsoft.com/office/drawing/2014/main" id="{B138CFED-E748-4A4F-BEDA-300BB17B86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4003675"/>
            <a:ext cx="928688" cy="336550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en-US" altLang="en-US"/>
              <a:t>T(n/4)</a:t>
            </a:r>
          </a:p>
        </p:txBody>
      </p:sp>
      <p:cxnSp>
        <p:nvCxnSpPr>
          <p:cNvPr id="15" name="AutoShape 13">
            <a:extLst>
              <a:ext uri="{FF2B5EF4-FFF2-40B4-BE49-F238E27FC236}">
                <a16:creationId xmlns:a16="http://schemas.microsoft.com/office/drawing/2014/main" id="{90C25CBF-3F5B-466A-A645-A5B57EDF9913}"/>
              </a:ext>
            </a:extLst>
          </p:cNvPr>
          <p:cNvCxnSpPr>
            <a:cxnSpLocks noChangeShapeType="1"/>
            <a:stCxn id="7" idx="2"/>
            <a:endCxn id="14" idx="0"/>
          </p:cNvCxnSpPr>
          <p:nvPr/>
        </p:nvCxnSpPr>
        <p:spPr bwMode="auto">
          <a:xfrm flipH="1">
            <a:off x="1379538" y="3590925"/>
            <a:ext cx="914400" cy="4127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6" name="Text Box 14">
            <a:extLst>
              <a:ext uri="{FF2B5EF4-FFF2-40B4-BE49-F238E27FC236}">
                <a16:creationId xmlns:a16="http://schemas.microsoft.com/office/drawing/2014/main" id="{862848B4-836E-4E60-B471-D49ACCB5DD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4275" y="4003675"/>
            <a:ext cx="898525" cy="336550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en-US" altLang="en-US"/>
              <a:t>T(n/4)</a:t>
            </a:r>
          </a:p>
        </p:txBody>
      </p:sp>
      <p:cxnSp>
        <p:nvCxnSpPr>
          <p:cNvPr id="17" name="AutoShape 15">
            <a:extLst>
              <a:ext uri="{FF2B5EF4-FFF2-40B4-BE49-F238E27FC236}">
                <a16:creationId xmlns:a16="http://schemas.microsoft.com/office/drawing/2014/main" id="{7A657962-53D7-4B9B-AFB2-D39F02809A84}"/>
              </a:ext>
            </a:extLst>
          </p:cNvPr>
          <p:cNvCxnSpPr>
            <a:cxnSpLocks noChangeShapeType="1"/>
            <a:stCxn id="7" idx="2"/>
            <a:endCxn id="16" idx="0"/>
          </p:cNvCxnSpPr>
          <p:nvPr/>
        </p:nvCxnSpPr>
        <p:spPr bwMode="auto">
          <a:xfrm>
            <a:off x="2293938" y="3590925"/>
            <a:ext cx="609600" cy="4127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8" name="Text Box 16">
            <a:extLst>
              <a:ext uri="{FF2B5EF4-FFF2-40B4-BE49-F238E27FC236}">
                <a16:creationId xmlns:a16="http://schemas.microsoft.com/office/drawing/2014/main" id="{C5D36108-B3E4-4DFA-AE50-6141D500F1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5759450"/>
            <a:ext cx="620713" cy="336550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en-US" altLang="en-US"/>
              <a:t>T(2)</a:t>
            </a:r>
          </a:p>
        </p:txBody>
      </p:sp>
      <p:cxnSp>
        <p:nvCxnSpPr>
          <p:cNvPr id="19" name="AutoShape 17">
            <a:extLst>
              <a:ext uri="{FF2B5EF4-FFF2-40B4-BE49-F238E27FC236}">
                <a16:creationId xmlns:a16="http://schemas.microsoft.com/office/drawing/2014/main" id="{5E346877-53C2-44C4-B8B1-75F87DA962DF}"/>
              </a:ext>
            </a:extLst>
          </p:cNvPr>
          <p:cNvCxnSpPr>
            <a:cxnSpLocks noChangeShapeType="1"/>
            <a:stCxn id="14" idx="2"/>
            <a:endCxn id="18" idx="0"/>
          </p:cNvCxnSpPr>
          <p:nvPr/>
        </p:nvCxnSpPr>
        <p:spPr bwMode="auto">
          <a:xfrm flipH="1">
            <a:off x="920750" y="4340225"/>
            <a:ext cx="458788" cy="14192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0" name="Text Box 18">
            <a:extLst>
              <a:ext uri="{FF2B5EF4-FFF2-40B4-BE49-F238E27FC236}">
                <a16:creationId xmlns:a16="http://schemas.microsoft.com/office/drawing/2014/main" id="{F7FB9D9E-C10B-4E55-89D1-AAC7F23FD4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5759450"/>
            <a:ext cx="623888" cy="336550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en-US" altLang="en-US"/>
              <a:t>T(2)</a:t>
            </a:r>
          </a:p>
        </p:txBody>
      </p:sp>
      <p:cxnSp>
        <p:nvCxnSpPr>
          <p:cNvPr id="21" name="AutoShape 19">
            <a:extLst>
              <a:ext uri="{FF2B5EF4-FFF2-40B4-BE49-F238E27FC236}">
                <a16:creationId xmlns:a16="http://schemas.microsoft.com/office/drawing/2014/main" id="{4F0190B3-142F-4D0E-8D46-57F6562E7825}"/>
              </a:ext>
            </a:extLst>
          </p:cNvPr>
          <p:cNvCxnSpPr>
            <a:cxnSpLocks noChangeShapeType="1"/>
            <a:stCxn id="14" idx="2"/>
            <a:endCxn id="20" idx="0"/>
          </p:cNvCxnSpPr>
          <p:nvPr/>
        </p:nvCxnSpPr>
        <p:spPr bwMode="auto">
          <a:xfrm>
            <a:off x="1379538" y="4340225"/>
            <a:ext cx="228600" cy="14192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2" name="Text Box 20">
            <a:extLst>
              <a:ext uri="{FF2B5EF4-FFF2-40B4-BE49-F238E27FC236}">
                <a16:creationId xmlns:a16="http://schemas.microsoft.com/office/drawing/2014/main" id="{17440334-DDE2-4780-9952-186D8782D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5772150"/>
            <a:ext cx="644525" cy="336550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en-US" altLang="en-US"/>
              <a:t>T(2)</a:t>
            </a:r>
          </a:p>
        </p:txBody>
      </p:sp>
      <p:cxnSp>
        <p:nvCxnSpPr>
          <p:cNvPr id="23" name="AutoShape 21">
            <a:extLst>
              <a:ext uri="{FF2B5EF4-FFF2-40B4-BE49-F238E27FC236}">
                <a16:creationId xmlns:a16="http://schemas.microsoft.com/office/drawing/2014/main" id="{35328973-70B3-4F94-9CDC-1B05D3DFA122}"/>
              </a:ext>
            </a:extLst>
          </p:cNvPr>
          <p:cNvCxnSpPr>
            <a:cxnSpLocks noChangeShapeType="1"/>
            <a:stCxn id="16" idx="2"/>
            <a:endCxn id="22" idx="0"/>
          </p:cNvCxnSpPr>
          <p:nvPr/>
        </p:nvCxnSpPr>
        <p:spPr bwMode="auto">
          <a:xfrm flipH="1">
            <a:off x="2455863" y="4340225"/>
            <a:ext cx="447675" cy="14319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4" name="Text Box 22">
            <a:extLst>
              <a:ext uri="{FF2B5EF4-FFF2-40B4-BE49-F238E27FC236}">
                <a16:creationId xmlns:a16="http://schemas.microsoft.com/office/drawing/2014/main" id="{FA317D08-09C0-4150-9C0A-27FFB23DC8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4325" y="5772150"/>
            <a:ext cx="650875" cy="336550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en-US" altLang="en-US"/>
              <a:t>T(2)</a:t>
            </a:r>
          </a:p>
        </p:txBody>
      </p:sp>
      <p:cxnSp>
        <p:nvCxnSpPr>
          <p:cNvPr id="25" name="AutoShape 23">
            <a:extLst>
              <a:ext uri="{FF2B5EF4-FFF2-40B4-BE49-F238E27FC236}">
                <a16:creationId xmlns:a16="http://schemas.microsoft.com/office/drawing/2014/main" id="{562A8883-F4B6-491E-BBDF-624E5E9B401E}"/>
              </a:ext>
            </a:extLst>
          </p:cNvPr>
          <p:cNvCxnSpPr>
            <a:cxnSpLocks noChangeShapeType="1"/>
            <a:stCxn id="16" idx="2"/>
            <a:endCxn id="24" idx="0"/>
          </p:cNvCxnSpPr>
          <p:nvPr/>
        </p:nvCxnSpPr>
        <p:spPr bwMode="auto">
          <a:xfrm>
            <a:off x="2903538" y="4340225"/>
            <a:ext cx="276225" cy="14319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6" name="Text Box 24">
            <a:extLst>
              <a:ext uri="{FF2B5EF4-FFF2-40B4-BE49-F238E27FC236}">
                <a16:creationId xmlns:a16="http://schemas.microsoft.com/office/drawing/2014/main" id="{D2247E8B-9595-4126-BB44-FD4704C6F2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5772150"/>
            <a:ext cx="633413" cy="336550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en-US" altLang="en-US"/>
              <a:t>T(2)</a:t>
            </a:r>
          </a:p>
        </p:txBody>
      </p:sp>
      <p:cxnSp>
        <p:nvCxnSpPr>
          <p:cNvPr id="27" name="AutoShape 25">
            <a:extLst>
              <a:ext uri="{FF2B5EF4-FFF2-40B4-BE49-F238E27FC236}">
                <a16:creationId xmlns:a16="http://schemas.microsoft.com/office/drawing/2014/main" id="{1F6B3B34-8735-4FAA-81B1-7100431B1AF3}"/>
              </a:ext>
            </a:extLst>
          </p:cNvPr>
          <p:cNvCxnSpPr>
            <a:cxnSpLocks noChangeShapeType="1"/>
            <a:stCxn id="11" idx="2"/>
            <a:endCxn id="26" idx="0"/>
          </p:cNvCxnSpPr>
          <p:nvPr/>
        </p:nvCxnSpPr>
        <p:spPr bwMode="auto">
          <a:xfrm flipH="1">
            <a:off x="3898900" y="4352925"/>
            <a:ext cx="357188" cy="14192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8" name="Text Box 26">
            <a:extLst>
              <a:ext uri="{FF2B5EF4-FFF2-40B4-BE49-F238E27FC236}">
                <a16:creationId xmlns:a16="http://schemas.microsoft.com/office/drawing/2014/main" id="{C5D21B24-19C1-4666-9184-2442FB3A11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5772150"/>
            <a:ext cx="601663" cy="336550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en-US" altLang="en-US"/>
              <a:t>T(2)</a:t>
            </a:r>
          </a:p>
        </p:txBody>
      </p:sp>
      <p:cxnSp>
        <p:nvCxnSpPr>
          <p:cNvPr id="29" name="AutoShape 27">
            <a:extLst>
              <a:ext uri="{FF2B5EF4-FFF2-40B4-BE49-F238E27FC236}">
                <a16:creationId xmlns:a16="http://schemas.microsoft.com/office/drawing/2014/main" id="{D57D1CAC-7033-421B-99D1-D448B9338634}"/>
              </a:ext>
            </a:extLst>
          </p:cNvPr>
          <p:cNvCxnSpPr>
            <a:cxnSpLocks noChangeShapeType="1"/>
            <a:stCxn id="11" idx="2"/>
            <a:endCxn id="28" idx="0"/>
          </p:cNvCxnSpPr>
          <p:nvPr/>
        </p:nvCxnSpPr>
        <p:spPr bwMode="auto">
          <a:xfrm>
            <a:off x="4256088" y="4352925"/>
            <a:ext cx="312737" cy="14192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0" name="Text Box 28">
            <a:extLst>
              <a:ext uri="{FF2B5EF4-FFF2-40B4-BE49-F238E27FC236}">
                <a16:creationId xmlns:a16="http://schemas.microsoft.com/office/drawing/2014/main" id="{E1CE5775-A83D-4505-8F7D-2BF78C1E91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3175" y="5772150"/>
            <a:ext cx="631825" cy="336550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en-US" altLang="en-US"/>
              <a:t>T(2)</a:t>
            </a:r>
          </a:p>
        </p:txBody>
      </p:sp>
      <p:cxnSp>
        <p:nvCxnSpPr>
          <p:cNvPr id="31" name="AutoShape 29">
            <a:extLst>
              <a:ext uri="{FF2B5EF4-FFF2-40B4-BE49-F238E27FC236}">
                <a16:creationId xmlns:a16="http://schemas.microsoft.com/office/drawing/2014/main" id="{11FC0E32-D4D0-44D4-B2B6-3825BE69386C}"/>
              </a:ext>
            </a:extLst>
          </p:cNvPr>
          <p:cNvCxnSpPr>
            <a:cxnSpLocks noChangeShapeType="1"/>
            <a:stCxn id="10" idx="2"/>
            <a:endCxn id="30" idx="0"/>
          </p:cNvCxnSpPr>
          <p:nvPr/>
        </p:nvCxnSpPr>
        <p:spPr bwMode="auto">
          <a:xfrm flipH="1">
            <a:off x="5399088" y="4340225"/>
            <a:ext cx="165100" cy="14319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2" name="Text Box 30">
            <a:extLst>
              <a:ext uri="{FF2B5EF4-FFF2-40B4-BE49-F238E27FC236}">
                <a16:creationId xmlns:a16="http://schemas.microsoft.com/office/drawing/2014/main" id="{F55D4364-6511-4277-9A70-27CF1C8216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8025" y="5772150"/>
            <a:ext cx="612775" cy="336550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en-US" altLang="en-US"/>
              <a:t>T(2)</a:t>
            </a:r>
          </a:p>
        </p:txBody>
      </p:sp>
      <p:cxnSp>
        <p:nvCxnSpPr>
          <p:cNvPr id="33" name="AutoShape 31">
            <a:extLst>
              <a:ext uri="{FF2B5EF4-FFF2-40B4-BE49-F238E27FC236}">
                <a16:creationId xmlns:a16="http://schemas.microsoft.com/office/drawing/2014/main" id="{DE85A177-55C2-49FB-8376-CD18443CD81E}"/>
              </a:ext>
            </a:extLst>
          </p:cNvPr>
          <p:cNvCxnSpPr>
            <a:cxnSpLocks noChangeShapeType="1"/>
            <a:stCxn id="10" idx="2"/>
            <a:endCxn id="32" idx="0"/>
          </p:cNvCxnSpPr>
          <p:nvPr/>
        </p:nvCxnSpPr>
        <p:spPr bwMode="auto">
          <a:xfrm>
            <a:off x="5564188" y="4340225"/>
            <a:ext cx="530225" cy="14319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4" name="Text Box 32">
            <a:extLst>
              <a:ext uri="{FF2B5EF4-FFF2-40B4-BE49-F238E27FC236}">
                <a16:creationId xmlns:a16="http://schemas.microsoft.com/office/drawing/2014/main" id="{2B30EB49-2975-40FE-B818-7B2B3CB8A5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8513" y="2506663"/>
            <a:ext cx="68103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n</a:t>
            </a:r>
          </a:p>
        </p:txBody>
      </p:sp>
      <p:sp>
        <p:nvSpPr>
          <p:cNvPr id="35" name="Rectangle 33">
            <a:extLst>
              <a:ext uri="{FF2B5EF4-FFF2-40B4-BE49-F238E27FC236}">
                <a16:creationId xmlns:a16="http://schemas.microsoft.com/office/drawing/2014/main" id="{9074DAE7-4EFA-4505-8E97-5BF4CA289B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063" y="4875213"/>
            <a:ext cx="5510212" cy="271462"/>
          </a:xfrm>
          <a:prstGeom prst="rect">
            <a:avLst/>
          </a:prstGeom>
          <a:solidFill>
            <a:srgbClr val="0033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>
                <a:solidFill>
                  <a:schemeClr val="bg1"/>
                </a:solidFill>
              </a:rPr>
              <a:t>T(n / 2</a:t>
            </a:r>
            <a:r>
              <a:rPr lang="en-US" altLang="en-US" baseline="30000">
                <a:solidFill>
                  <a:schemeClr val="bg1"/>
                </a:solidFill>
              </a:rPr>
              <a:t>k</a:t>
            </a:r>
            <a:r>
              <a:rPr lang="en-US" altLang="en-US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36" name="Text Box 34">
            <a:extLst>
              <a:ext uri="{FF2B5EF4-FFF2-40B4-BE49-F238E27FC236}">
                <a16:creationId xmlns:a16="http://schemas.microsoft.com/office/drawing/2014/main" id="{80466F3B-1CE5-4705-B2DC-13EE932CD4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8513" y="3198813"/>
            <a:ext cx="115728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2(n/2)</a:t>
            </a:r>
          </a:p>
        </p:txBody>
      </p:sp>
      <p:sp>
        <p:nvSpPr>
          <p:cNvPr id="37" name="Text Box 35">
            <a:extLst>
              <a:ext uri="{FF2B5EF4-FFF2-40B4-BE49-F238E27FC236}">
                <a16:creationId xmlns:a16="http://schemas.microsoft.com/office/drawing/2014/main" id="{FEDC93B0-8396-4070-A232-784719A8F9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8513" y="4003675"/>
            <a:ext cx="115728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4(n/4)</a:t>
            </a:r>
          </a:p>
        </p:txBody>
      </p:sp>
      <p:sp>
        <p:nvSpPr>
          <p:cNvPr id="38" name="Text Box 37">
            <a:extLst>
              <a:ext uri="{FF2B5EF4-FFF2-40B4-BE49-F238E27FC236}">
                <a16:creationId xmlns:a16="http://schemas.microsoft.com/office/drawing/2014/main" id="{F485D7E8-0744-4711-A1DA-EF2A8C1CBD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1838" y="5784850"/>
            <a:ext cx="12239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n/2</a:t>
            </a:r>
            <a:r>
              <a:rPr lang="en-US" altLang="en-US" baseline="30000"/>
              <a:t> </a:t>
            </a:r>
            <a:r>
              <a:rPr lang="en-US" altLang="en-US"/>
              <a:t>(2)</a:t>
            </a:r>
          </a:p>
        </p:txBody>
      </p:sp>
      <p:sp>
        <p:nvSpPr>
          <p:cNvPr id="39" name="Text Box 38">
            <a:extLst>
              <a:ext uri="{FF2B5EF4-FFF2-40B4-BE49-F238E27FC236}">
                <a16:creationId xmlns:a16="http://schemas.microsoft.com/office/drawing/2014/main" id="{E17D78FB-A29E-4117-A9D1-29153BDC4B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8513" y="5295900"/>
            <a:ext cx="115728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. . .</a:t>
            </a:r>
          </a:p>
        </p:txBody>
      </p:sp>
      <p:sp>
        <p:nvSpPr>
          <p:cNvPr id="40" name="Text Box 39">
            <a:extLst>
              <a:ext uri="{FF2B5EF4-FFF2-40B4-BE49-F238E27FC236}">
                <a16:creationId xmlns:a16="http://schemas.microsoft.com/office/drawing/2014/main" id="{252C10D6-6D63-4034-B417-91C7166C44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8513" y="4478338"/>
            <a:ext cx="115728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. . .</a:t>
            </a:r>
          </a:p>
        </p:txBody>
      </p:sp>
      <p:sp>
        <p:nvSpPr>
          <p:cNvPr id="41" name="Line 40">
            <a:extLst>
              <a:ext uri="{FF2B5EF4-FFF2-40B4-BE49-F238E27FC236}">
                <a16:creationId xmlns:a16="http://schemas.microsoft.com/office/drawing/2014/main" id="{8308E4DF-4DFB-4234-809A-A660E7323D8D}"/>
              </a:ext>
            </a:extLst>
          </p:cNvPr>
          <p:cNvSpPr>
            <a:spLocks noChangeShapeType="1"/>
          </p:cNvSpPr>
          <p:nvPr/>
        </p:nvSpPr>
        <p:spPr bwMode="auto">
          <a:xfrm>
            <a:off x="6740525" y="2574925"/>
            <a:ext cx="0" cy="35369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endParaRPr lang="en-US"/>
          </a:p>
        </p:txBody>
      </p:sp>
      <p:sp>
        <p:nvSpPr>
          <p:cNvPr id="42" name="Text Box 41">
            <a:extLst>
              <a:ext uri="{FF2B5EF4-FFF2-40B4-BE49-F238E27FC236}">
                <a16:creationId xmlns:a16="http://schemas.microsoft.com/office/drawing/2014/main" id="{E7893ACD-F7B2-4D2D-A7A6-7238497AFC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4219575"/>
            <a:ext cx="747713" cy="3365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/>
              <a:t>log</a:t>
            </a:r>
            <a:r>
              <a:rPr lang="en-US" altLang="en-US" baseline="-25000"/>
              <a:t>2</a:t>
            </a:r>
            <a:r>
              <a:rPr lang="en-US" altLang="en-US"/>
              <a:t>n</a:t>
            </a:r>
            <a:endParaRPr lang="en-US" altLang="en-US">
              <a:solidFill>
                <a:srgbClr val="006600"/>
              </a:solidFill>
            </a:endParaRPr>
          </a:p>
        </p:txBody>
      </p:sp>
      <p:sp>
        <p:nvSpPr>
          <p:cNvPr id="43" name="Line 42">
            <a:extLst>
              <a:ext uri="{FF2B5EF4-FFF2-40B4-BE49-F238E27FC236}">
                <a16:creationId xmlns:a16="http://schemas.microsoft.com/office/drawing/2014/main" id="{421AC591-06DF-4631-B285-CAB69C66B67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81838" y="6248400"/>
            <a:ext cx="10874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endParaRPr lang="en-US"/>
          </a:p>
        </p:txBody>
      </p:sp>
      <p:sp>
        <p:nvSpPr>
          <p:cNvPr id="44" name="Text Box 43">
            <a:extLst>
              <a:ext uri="{FF2B5EF4-FFF2-40B4-BE49-F238E27FC236}">
                <a16:creationId xmlns:a16="http://schemas.microsoft.com/office/drawing/2014/main" id="{94F69B76-9FDC-49E8-BA74-C0C440165E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8513" y="6329363"/>
            <a:ext cx="115728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n</a:t>
            </a:r>
            <a:r>
              <a:rPr lang="en-US" altLang="en-US" baseline="30000"/>
              <a:t> </a:t>
            </a:r>
            <a:r>
              <a:rPr lang="en-US" altLang="en-US"/>
              <a:t>log</a:t>
            </a:r>
            <a:r>
              <a:rPr lang="en-US" altLang="en-US" baseline="-25000"/>
              <a:t>2</a:t>
            </a:r>
            <a:r>
              <a:rPr lang="en-US" altLang="en-US"/>
              <a:t>n</a:t>
            </a:r>
          </a:p>
        </p:txBody>
      </p:sp>
      <p:sp>
        <p:nvSpPr>
          <p:cNvPr id="47" name="Text Box 5">
            <a:extLst>
              <a:ext uri="{FF2B5EF4-FFF2-40B4-BE49-F238E27FC236}">
                <a16:creationId xmlns:a16="http://schemas.microsoft.com/office/drawing/2014/main" id="{B80FD508-809A-4EE6-B6C5-7BA0B3BA28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5886" y="1377909"/>
            <a:ext cx="316163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/>
              <a:t>Solve T(n) = 2T(n/2) + 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1FA58-59B8-4EFD-BF2B-069C45712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Analysis – Master Theorem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4FEF-F44A-4071-922A-E51980E95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T(n) = </a:t>
            </a:r>
            <a:r>
              <a:rPr lang="en-US" dirty="0" err="1"/>
              <a:t>aT</a:t>
            </a:r>
            <a:r>
              <a:rPr lang="en-US" dirty="0"/>
              <a:t>(n/b) + f(n)</a:t>
            </a:r>
          </a:p>
          <a:p>
            <a:r>
              <a:rPr lang="en-US" dirty="0"/>
              <a:t>For Merge Sort we have a = b </a:t>
            </a:r>
            <a:r>
              <a:rPr lang="en-US"/>
              <a:t>= 2 </a:t>
            </a:r>
            <a:r>
              <a:rPr lang="en-US" dirty="0"/>
              <a:t>and f(n) = n</a:t>
            </a:r>
          </a:p>
          <a:p>
            <a:r>
              <a:rPr lang="en-US" dirty="0"/>
              <a:t>By Master Theorem </a:t>
            </a:r>
          </a:p>
          <a:p>
            <a:pPr marL="0" indent="0">
              <a:buNone/>
            </a:pPr>
            <a:r>
              <a:rPr lang="en-US" dirty="0"/>
              <a:t>   f(n) = n = </a:t>
            </a:r>
            <a:r>
              <a:rPr lang="pt-BR" dirty="0">
                <a:latin typeface="Cambria" panose="02040503050406030204" pitchFamily="18" charset="0"/>
                <a:ea typeface="Cambria" panose="02040503050406030204" pitchFamily="18" charset="0"/>
              </a:rPr>
              <a:t>Θ</a:t>
            </a:r>
            <a:r>
              <a:rPr lang="pt-BR" dirty="0"/>
              <a:t>(n</a:t>
            </a:r>
            <a:r>
              <a:rPr lang="pt-BR" baseline="30000" dirty="0"/>
              <a:t>log</a:t>
            </a:r>
            <a:r>
              <a:rPr lang="pt-BR" baseline="2000" dirty="0"/>
              <a:t>b</a:t>
            </a:r>
            <a:r>
              <a:rPr lang="pt-BR" baseline="30000" dirty="0"/>
              <a:t>a</a:t>
            </a:r>
            <a:r>
              <a:rPr lang="pt-BR" dirty="0"/>
              <a:t>) =&gt; </a:t>
            </a:r>
          </a:p>
          <a:p>
            <a:pPr marL="0" indent="0">
              <a:buNone/>
            </a:pPr>
            <a:r>
              <a:rPr lang="pt-BR" dirty="0"/>
              <a:t>   T(n) = </a:t>
            </a:r>
            <a:r>
              <a:rPr lang="pt-BR" dirty="0">
                <a:latin typeface="Cambria" panose="02040503050406030204" pitchFamily="18" charset="0"/>
                <a:ea typeface="Cambria" panose="02040503050406030204" pitchFamily="18" charset="0"/>
              </a:rPr>
              <a:t>Θ</a:t>
            </a:r>
            <a:r>
              <a:rPr lang="pt-BR" dirty="0"/>
              <a:t>(nlog n)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902558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1C0EF-92F3-4DD3-9656-EC5DA238C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4EFA41-EDF3-4D89-812E-85BCE7B8A7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recursive approach of Divide &amp; Conquer allows us to assume we can solve subproblems and then combine the answers to get the solution to the original larger problem</a:t>
            </a:r>
          </a:p>
          <a:p>
            <a:r>
              <a:rPr lang="en-US" dirty="0"/>
              <a:t>Applied to sorting, a fundamental problem with many application, the Divide &amp; Conquer approach gives rise to Merge Sort</a:t>
            </a:r>
          </a:p>
          <a:p>
            <a:r>
              <a:rPr lang="en-US" dirty="0"/>
              <a:t>The main cleverness in Merge Sort is in combining the solutions to the sub problems, i.e. merging the two sorted halves</a:t>
            </a:r>
          </a:p>
          <a:p>
            <a:r>
              <a:rPr lang="en-US" dirty="0"/>
              <a:t>With an extra array merging can be done efficiently in linear time giving rise to complexity T(n) = 2T(n/2) + n = </a:t>
            </a:r>
            <a:r>
              <a:rPr lang="pt-BR" dirty="0">
                <a:latin typeface="Cambria" panose="02040503050406030204" pitchFamily="18" charset="0"/>
                <a:ea typeface="Cambria" panose="02040503050406030204" pitchFamily="18" charset="0"/>
              </a:rPr>
              <a:t>Θ</a:t>
            </a:r>
            <a:r>
              <a:rPr lang="pt-BR" dirty="0"/>
              <a:t>(nlog n)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594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885</TotalTime>
  <Words>864</Words>
  <Application>Microsoft Office PowerPoint</Application>
  <PresentationFormat>Widescreen</PresentationFormat>
  <Paragraphs>270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 Light</vt:lpstr>
      <vt:lpstr>Courier New</vt:lpstr>
      <vt:lpstr>Calibri</vt:lpstr>
      <vt:lpstr>Cambria</vt:lpstr>
      <vt:lpstr>Office Theme</vt:lpstr>
      <vt:lpstr>Office Theme</vt:lpstr>
      <vt:lpstr>CS5800 – ALGORITHMS  MODULE 4. DIVIDE &amp; CONQUER - II  Lesson 1: Merge Sort</vt:lpstr>
      <vt:lpstr>Topics</vt:lpstr>
      <vt:lpstr>Divide &amp; Conquer – recap</vt:lpstr>
      <vt:lpstr>Sorting – many applications</vt:lpstr>
      <vt:lpstr>Merge Sort – algorithm</vt:lpstr>
      <vt:lpstr>Merge Sort – efficient merging</vt:lpstr>
      <vt:lpstr>Merge Sort – efficient merging</vt:lpstr>
      <vt:lpstr>Merge Sort – efficient merging</vt:lpstr>
      <vt:lpstr>Merge Sort – efficient merging</vt:lpstr>
      <vt:lpstr>Merge Sort – efficient merging</vt:lpstr>
      <vt:lpstr>Analysis – recursion tree</vt:lpstr>
      <vt:lpstr>Analysis – Master Theorem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CS5800 – ALGORITHMS  2. NUMBER-THEORETIC</dc:title>
  <dc:creator>koods koods</dc:creator>
  <cp:lastModifiedBy>Sundaram, Ravi</cp:lastModifiedBy>
  <cp:revision>13</cp:revision>
  <dcterms:created xsi:type="dcterms:W3CDTF">2019-09-13T03:48:54Z</dcterms:created>
  <dcterms:modified xsi:type="dcterms:W3CDTF">2020-07-31T17:22:07Z</dcterms:modified>
</cp:coreProperties>
</file>