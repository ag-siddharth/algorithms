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48" r:id="rId2"/>
  </p:sldMasterIdLst>
  <p:notesMasterIdLst>
    <p:notesMasterId r:id="rId19"/>
  </p:notesMasterIdLst>
  <p:sldIdLst>
    <p:sldId id="257" r:id="rId3"/>
    <p:sldId id="258" r:id="rId4"/>
    <p:sldId id="307" r:id="rId5"/>
    <p:sldId id="308" r:id="rId6"/>
    <p:sldId id="309" r:id="rId7"/>
    <p:sldId id="310" r:id="rId8"/>
    <p:sldId id="266" r:id="rId9"/>
    <p:sldId id="267" r:id="rId10"/>
    <p:sldId id="268" r:id="rId11"/>
    <p:sldId id="269" r:id="rId12"/>
    <p:sldId id="270" r:id="rId13"/>
    <p:sldId id="272" r:id="rId14"/>
    <p:sldId id="273" r:id="rId15"/>
    <p:sldId id="274" r:id="rId16"/>
    <p:sldId id="277" r:id="rId17"/>
    <p:sldId id="305" r:id="rId18"/>
  </p:sldIdLst>
  <p:sldSz cx="12192000" cy="6858000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Calibri Light" panose="020F0302020204030204" pitchFamily="34" charset="0"/>
      <p:regular r:id="rId24"/>
      <p:italic r:id="rId25"/>
    </p:embeddedFont>
    <p:embeddedFont>
      <p:font typeface="Consolas" panose="020B0609020204030204" pitchFamily="49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00C61C-D70C-4292-AE06-39CC4ACEB277}" v="149" dt="2020-07-12T06:05:36.7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7.fntdata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3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 Sundaram" userId="a7df020c0a403423" providerId="LiveId" clId="{B100C61C-D70C-4292-AE06-39CC4ACEB277}"/>
    <pc:docChg chg="custSel addSld delSld modSld">
      <pc:chgData name="Ravi Sundaram" userId="a7df020c0a403423" providerId="LiveId" clId="{B100C61C-D70C-4292-AE06-39CC4ACEB277}" dt="2020-07-12T06:05:36.740" v="1763" actId="20577"/>
      <pc:docMkLst>
        <pc:docMk/>
      </pc:docMkLst>
      <pc:sldChg chg="modSp">
        <pc:chgData name="Ravi Sundaram" userId="a7df020c0a403423" providerId="LiveId" clId="{B100C61C-D70C-4292-AE06-39CC4ACEB277}" dt="2020-07-10T02:34:52.528" v="61" actId="20577"/>
        <pc:sldMkLst>
          <pc:docMk/>
          <pc:sldMk cId="4099122483" sldId="257"/>
        </pc:sldMkLst>
        <pc:spChg chg="mod">
          <ac:chgData name="Ravi Sundaram" userId="a7df020c0a403423" providerId="LiveId" clId="{B100C61C-D70C-4292-AE06-39CC4ACEB277}" dt="2020-07-10T02:34:52.528" v="61" actId="20577"/>
          <ac:spMkLst>
            <pc:docMk/>
            <pc:sldMk cId="4099122483" sldId="257"/>
            <ac:spMk id="2" creationId="{80797C44-BBD0-4A67-A16E-1796651C5A29}"/>
          </ac:spMkLst>
        </pc:spChg>
      </pc:sldChg>
      <pc:sldChg chg="modSp">
        <pc:chgData name="Ravi Sundaram" userId="a7df020c0a403423" providerId="LiveId" clId="{B100C61C-D70C-4292-AE06-39CC4ACEB277}" dt="2020-07-10T03:13:23.989" v="300" actId="20577"/>
        <pc:sldMkLst>
          <pc:docMk/>
          <pc:sldMk cId="3479009568" sldId="258"/>
        </pc:sldMkLst>
        <pc:spChg chg="mod">
          <ac:chgData name="Ravi Sundaram" userId="a7df020c0a403423" providerId="LiveId" clId="{B100C61C-D70C-4292-AE06-39CC4ACEB277}" dt="2020-07-10T03:13:23.989" v="300" actId="20577"/>
          <ac:spMkLst>
            <pc:docMk/>
            <pc:sldMk cId="3479009568" sldId="258"/>
            <ac:spMk id="3" creationId="{03364FEF-F44A-4071-922A-E51980E95FCC}"/>
          </ac:spMkLst>
        </pc:spChg>
      </pc:sldChg>
      <pc:sldChg chg="del">
        <pc:chgData name="Ravi Sundaram" userId="a7df020c0a403423" providerId="LiveId" clId="{B100C61C-D70C-4292-AE06-39CC4ACEB277}" dt="2020-07-10T02:36:54.747" v="62" actId="2696"/>
        <pc:sldMkLst>
          <pc:docMk/>
          <pc:sldMk cId="2070658356" sldId="259"/>
        </pc:sldMkLst>
      </pc:sldChg>
      <pc:sldChg chg="modSp add">
        <pc:chgData name="Ravi Sundaram" userId="a7df020c0a403423" providerId="LiveId" clId="{B100C61C-D70C-4292-AE06-39CC4ACEB277}" dt="2020-07-12T05:59:44.566" v="1712" actId="255"/>
        <pc:sldMkLst>
          <pc:docMk/>
          <pc:sldMk cId="0" sldId="266"/>
        </pc:sldMkLst>
        <pc:spChg chg="mod">
          <ac:chgData name="Ravi Sundaram" userId="a7df020c0a403423" providerId="LiveId" clId="{B100C61C-D70C-4292-AE06-39CC4ACEB277}" dt="2020-07-12T05:59:44.566" v="1712" actId="255"/>
          <ac:spMkLst>
            <pc:docMk/>
            <pc:sldMk cId="0" sldId="266"/>
            <ac:spMk id="71683" creationId="{28616B48-0A3C-4B4D-91CA-F180CA2B39A6}"/>
          </ac:spMkLst>
        </pc:spChg>
      </pc:sldChg>
      <pc:sldChg chg="modSp add">
        <pc:chgData name="Ravi Sundaram" userId="a7df020c0a403423" providerId="LiveId" clId="{B100C61C-D70C-4292-AE06-39CC4ACEB277}" dt="2020-07-12T06:00:08.653" v="1714" actId="255"/>
        <pc:sldMkLst>
          <pc:docMk/>
          <pc:sldMk cId="0" sldId="267"/>
        </pc:sldMkLst>
        <pc:spChg chg="mod">
          <ac:chgData name="Ravi Sundaram" userId="a7df020c0a403423" providerId="LiveId" clId="{B100C61C-D70C-4292-AE06-39CC4ACEB277}" dt="2020-07-12T06:00:08.653" v="1714" actId="255"/>
          <ac:spMkLst>
            <pc:docMk/>
            <pc:sldMk cId="0" sldId="267"/>
            <ac:spMk id="72708" creationId="{AAB39294-C802-45D3-8220-A2E3737FF147}"/>
          </ac:spMkLst>
        </pc:spChg>
        <pc:spChg chg="mod">
          <ac:chgData name="Ravi Sundaram" userId="a7df020c0a403423" providerId="LiveId" clId="{B100C61C-D70C-4292-AE06-39CC4ACEB277}" dt="2020-07-12T06:00:01.229" v="1713" actId="255"/>
          <ac:spMkLst>
            <pc:docMk/>
            <pc:sldMk cId="0" sldId="267"/>
            <ac:spMk id="72709" creationId="{ACCF2CBA-E16D-49A4-8C8E-9B9E76AB2643}"/>
          </ac:spMkLst>
        </pc:spChg>
      </pc:sldChg>
      <pc:sldChg chg="modSp add">
        <pc:chgData name="Ravi Sundaram" userId="a7df020c0a403423" providerId="LiveId" clId="{B100C61C-D70C-4292-AE06-39CC4ACEB277}" dt="2020-07-12T06:00:39.177" v="1718" actId="255"/>
        <pc:sldMkLst>
          <pc:docMk/>
          <pc:sldMk cId="0" sldId="268"/>
        </pc:sldMkLst>
        <pc:spChg chg="mod">
          <ac:chgData name="Ravi Sundaram" userId="a7df020c0a403423" providerId="LiveId" clId="{B100C61C-D70C-4292-AE06-39CC4ACEB277}" dt="2020-07-12T06:00:32.837" v="1717" actId="255"/>
          <ac:spMkLst>
            <pc:docMk/>
            <pc:sldMk cId="0" sldId="268"/>
            <ac:spMk id="73736" creationId="{3BD04B98-F3D5-4F9E-B9D2-DD2118E67DD9}"/>
          </ac:spMkLst>
        </pc:spChg>
        <pc:spChg chg="mod">
          <ac:chgData name="Ravi Sundaram" userId="a7df020c0a403423" providerId="LiveId" clId="{B100C61C-D70C-4292-AE06-39CC4ACEB277}" dt="2020-07-12T06:00:39.177" v="1718" actId="255"/>
          <ac:spMkLst>
            <pc:docMk/>
            <pc:sldMk cId="0" sldId="268"/>
            <ac:spMk id="73737" creationId="{E5968B2D-1D7E-4851-B0D6-9AAB7757788B}"/>
          </ac:spMkLst>
        </pc:spChg>
        <pc:spChg chg="mod">
          <ac:chgData name="Ravi Sundaram" userId="a7df020c0a403423" providerId="LiveId" clId="{B100C61C-D70C-4292-AE06-39CC4ACEB277}" dt="2020-07-12T06:00:24.817" v="1716" actId="255"/>
          <ac:spMkLst>
            <pc:docMk/>
            <pc:sldMk cId="0" sldId="268"/>
            <ac:spMk id="73738" creationId="{C7EBBA88-9BB8-45FF-9663-23568391FB9D}"/>
          </ac:spMkLst>
        </pc:spChg>
        <pc:spChg chg="mod">
          <ac:chgData name="Ravi Sundaram" userId="a7df020c0a403423" providerId="LiveId" clId="{B100C61C-D70C-4292-AE06-39CC4ACEB277}" dt="2020-07-12T06:00:17.323" v="1715" actId="255"/>
          <ac:spMkLst>
            <pc:docMk/>
            <pc:sldMk cId="0" sldId="268"/>
            <ac:spMk id="73739" creationId="{1606CD40-9000-4A0D-99A8-398E218224F4}"/>
          </ac:spMkLst>
        </pc:spChg>
        <pc:grpChg chg="mod">
          <ac:chgData name="Ravi Sundaram" userId="a7df020c0a403423" providerId="LiveId" clId="{B100C61C-D70C-4292-AE06-39CC4ACEB277}" dt="2020-07-12T06:00:39.177" v="1718" actId="255"/>
          <ac:grpSpMkLst>
            <pc:docMk/>
            <pc:sldMk cId="0" sldId="268"/>
            <ac:grpSpMk id="73735" creationId="{376F3878-32A2-4349-8CC4-7AB90EA4C4C3}"/>
          </ac:grpSpMkLst>
        </pc:grpChg>
      </pc:sldChg>
      <pc:sldChg chg="modSp add">
        <pc:chgData name="Ravi Sundaram" userId="a7df020c0a403423" providerId="LiveId" clId="{B100C61C-D70C-4292-AE06-39CC4ACEB277}" dt="2020-07-12T06:01:44.598" v="1726" actId="255"/>
        <pc:sldMkLst>
          <pc:docMk/>
          <pc:sldMk cId="0" sldId="269"/>
        </pc:sldMkLst>
        <pc:spChg chg="mod">
          <ac:chgData name="Ravi Sundaram" userId="a7df020c0a403423" providerId="LiveId" clId="{B100C61C-D70C-4292-AE06-39CC4ACEB277}" dt="2020-07-12T06:01:23.425" v="1723" actId="255"/>
          <ac:spMkLst>
            <pc:docMk/>
            <pc:sldMk cId="0" sldId="269"/>
            <ac:spMk id="74764" creationId="{3C25FC5C-8CB3-4315-94FB-C8249973F9DB}"/>
          </ac:spMkLst>
        </pc:spChg>
        <pc:spChg chg="mod">
          <ac:chgData name="Ravi Sundaram" userId="a7df020c0a403423" providerId="LiveId" clId="{B100C61C-D70C-4292-AE06-39CC4ACEB277}" dt="2020-07-12T06:01:30.832" v="1724" actId="255"/>
          <ac:spMkLst>
            <pc:docMk/>
            <pc:sldMk cId="0" sldId="269"/>
            <ac:spMk id="74765" creationId="{B0D626D8-F7C3-423E-A41F-E7A12B3A944B}"/>
          </ac:spMkLst>
        </pc:spChg>
        <pc:spChg chg="mod">
          <ac:chgData name="Ravi Sundaram" userId="a7df020c0a403423" providerId="LiveId" clId="{B100C61C-D70C-4292-AE06-39CC4ACEB277}" dt="2020-07-12T06:01:37.839" v="1725" actId="255"/>
          <ac:spMkLst>
            <pc:docMk/>
            <pc:sldMk cId="0" sldId="269"/>
            <ac:spMk id="74766" creationId="{27C5492B-96D9-4AEA-A725-03C6BE40A62E}"/>
          </ac:spMkLst>
        </pc:spChg>
        <pc:spChg chg="mod">
          <ac:chgData name="Ravi Sundaram" userId="a7df020c0a403423" providerId="LiveId" clId="{B100C61C-D70C-4292-AE06-39CC4ACEB277}" dt="2020-07-12T06:01:44.598" v="1726" actId="255"/>
          <ac:spMkLst>
            <pc:docMk/>
            <pc:sldMk cId="0" sldId="269"/>
            <ac:spMk id="74767" creationId="{3E896EB0-C57A-4DD5-94B8-5C1993863353}"/>
          </ac:spMkLst>
        </pc:spChg>
        <pc:spChg chg="mod">
          <ac:chgData name="Ravi Sundaram" userId="a7df020c0a403423" providerId="LiveId" clId="{B100C61C-D70C-4292-AE06-39CC4ACEB277}" dt="2020-07-12T06:00:50.345" v="1719" actId="255"/>
          <ac:spMkLst>
            <pc:docMk/>
            <pc:sldMk cId="0" sldId="269"/>
            <ac:spMk id="74770" creationId="{36E01D49-591D-4A15-9328-4CA82145968A}"/>
          </ac:spMkLst>
        </pc:spChg>
        <pc:spChg chg="mod">
          <ac:chgData name="Ravi Sundaram" userId="a7df020c0a403423" providerId="LiveId" clId="{B100C61C-D70C-4292-AE06-39CC4ACEB277}" dt="2020-07-12T06:00:57.815" v="1720" actId="255"/>
          <ac:spMkLst>
            <pc:docMk/>
            <pc:sldMk cId="0" sldId="269"/>
            <ac:spMk id="74773" creationId="{1AD3EE61-9C14-4120-9323-981E9D98DD78}"/>
          </ac:spMkLst>
        </pc:spChg>
        <pc:spChg chg="mod">
          <ac:chgData name="Ravi Sundaram" userId="a7df020c0a403423" providerId="LiveId" clId="{B100C61C-D70C-4292-AE06-39CC4ACEB277}" dt="2020-07-12T06:01:03.903" v="1721" actId="255"/>
          <ac:spMkLst>
            <pc:docMk/>
            <pc:sldMk cId="0" sldId="269"/>
            <ac:spMk id="74778" creationId="{2EB8C787-213D-4889-B74B-D1AF9350BCBA}"/>
          </ac:spMkLst>
        </pc:spChg>
        <pc:spChg chg="mod">
          <ac:chgData name="Ravi Sundaram" userId="a7df020c0a403423" providerId="LiveId" clId="{B100C61C-D70C-4292-AE06-39CC4ACEB277}" dt="2020-07-12T06:01:13.996" v="1722" actId="255"/>
          <ac:spMkLst>
            <pc:docMk/>
            <pc:sldMk cId="0" sldId="269"/>
            <ac:spMk id="74779" creationId="{A25F35F6-2E73-4CC8-B1A5-1E037A7E8CA7}"/>
          </ac:spMkLst>
        </pc:spChg>
      </pc:sldChg>
      <pc:sldChg chg="modSp add">
        <pc:chgData name="Ravi Sundaram" userId="a7df020c0a403423" providerId="LiveId" clId="{B100C61C-D70C-4292-AE06-39CC4ACEB277}" dt="2020-07-10T03:43:22.880" v="1642" actId="255"/>
        <pc:sldMkLst>
          <pc:docMk/>
          <pc:sldMk cId="0" sldId="270"/>
        </pc:sldMkLst>
        <pc:spChg chg="mod">
          <ac:chgData name="Ravi Sundaram" userId="a7df020c0a403423" providerId="LiveId" clId="{B100C61C-D70C-4292-AE06-39CC4ACEB277}" dt="2020-07-10T03:42:36.349" v="1637" actId="255"/>
          <ac:spMkLst>
            <pc:docMk/>
            <pc:sldMk cId="0" sldId="270"/>
            <ac:spMk id="75788" creationId="{5E75DD0C-EC17-4F41-A4A3-4A39B3ECC11A}"/>
          </ac:spMkLst>
        </pc:spChg>
        <pc:spChg chg="mod">
          <ac:chgData name="Ravi Sundaram" userId="a7df020c0a403423" providerId="LiveId" clId="{B100C61C-D70C-4292-AE06-39CC4ACEB277}" dt="2020-07-10T03:42:43.148" v="1638" actId="255"/>
          <ac:spMkLst>
            <pc:docMk/>
            <pc:sldMk cId="0" sldId="270"/>
            <ac:spMk id="75789" creationId="{8BA05CEC-ED50-4198-89EA-17709EBA3518}"/>
          </ac:spMkLst>
        </pc:spChg>
        <pc:spChg chg="mod">
          <ac:chgData name="Ravi Sundaram" userId="a7df020c0a403423" providerId="LiveId" clId="{B100C61C-D70C-4292-AE06-39CC4ACEB277}" dt="2020-07-10T03:42:57.825" v="1640" actId="255"/>
          <ac:spMkLst>
            <pc:docMk/>
            <pc:sldMk cId="0" sldId="270"/>
            <ac:spMk id="75790" creationId="{5F4BA520-D21C-453A-A06D-E2A508C8F0E1}"/>
          </ac:spMkLst>
        </pc:spChg>
        <pc:spChg chg="mod">
          <ac:chgData name="Ravi Sundaram" userId="a7df020c0a403423" providerId="LiveId" clId="{B100C61C-D70C-4292-AE06-39CC4ACEB277}" dt="2020-07-10T03:43:10.995" v="1641" actId="255"/>
          <ac:spMkLst>
            <pc:docMk/>
            <pc:sldMk cId="0" sldId="270"/>
            <ac:spMk id="75791" creationId="{88B31066-0413-4FDC-B731-0C4B66E80D31}"/>
          </ac:spMkLst>
        </pc:spChg>
        <pc:spChg chg="mod">
          <ac:chgData name="Ravi Sundaram" userId="a7df020c0a403423" providerId="LiveId" clId="{B100C61C-D70C-4292-AE06-39CC4ACEB277}" dt="2020-07-10T03:42:27.986" v="1636" actId="255"/>
          <ac:spMkLst>
            <pc:docMk/>
            <pc:sldMk cId="0" sldId="270"/>
            <ac:spMk id="75792" creationId="{46773003-5721-41AC-A411-7EA7EF63A412}"/>
          </ac:spMkLst>
        </pc:spChg>
        <pc:spChg chg="mod">
          <ac:chgData name="Ravi Sundaram" userId="a7df020c0a403423" providerId="LiveId" clId="{B100C61C-D70C-4292-AE06-39CC4ACEB277}" dt="2020-07-10T03:42:49.902" v="1639" actId="255"/>
          <ac:spMkLst>
            <pc:docMk/>
            <pc:sldMk cId="0" sldId="270"/>
            <ac:spMk id="75793" creationId="{B95036CD-2F18-459E-A5EB-6D7934FF741D}"/>
          </ac:spMkLst>
        </pc:spChg>
        <pc:spChg chg="mod">
          <ac:chgData name="Ravi Sundaram" userId="a7df020c0a403423" providerId="LiveId" clId="{B100C61C-D70C-4292-AE06-39CC4ACEB277}" dt="2020-07-10T03:43:22.880" v="1642" actId="255"/>
          <ac:spMkLst>
            <pc:docMk/>
            <pc:sldMk cId="0" sldId="270"/>
            <ac:spMk id="75794" creationId="{0F8465ED-160D-4A10-9934-8FC25DB1CD57}"/>
          </ac:spMkLst>
        </pc:spChg>
        <pc:spChg chg="mod">
          <ac:chgData name="Ravi Sundaram" userId="a7df020c0a403423" providerId="LiveId" clId="{B100C61C-D70C-4292-AE06-39CC4ACEB277}" dt="2020-07-10T03:42:12.275" v="1634" actId="255"/>
          <ac:spMkLst>
            <pc:docMk/>
            <pc:sldMk cId="0" sldId="270"/>
            <ac:spMk id="75796" creationId="{17A1E33E-2D63-40C0-A1A2-78DFC93EF655}"/>
          </ac:spMkLst>
        </pc:spChg>
        <pc:spChg chg="mod">
          <ac:chgData name="Ravi Sundaram" userId="a7df020c0a403423" providerId="LiveId" clId="{B100C61C-D70C-4292-AE06-39CC4ACEB277}" dt="2020-07-10T03:42:20.063" v="1635" actId="255"/>
          <ac:spMkLst>
            <pc:docMk/>
            <pc:sldMk cId="0" sldId="270"/>
            <ac:spMk id="75799" creationId="{C3404450-65FC-449F-81E1-2799C956FE7A}"/>
          </ac:spMkLst>
        </pc:spChg>
      </pc:sldChg>
      <pc:sldChg chg="modSp add">
        <pc:chgData name="Ravi Sundaram" userId="a7df020c0a403423" providerId="LiveId" clId="{B100C61C-D70C-4292-AE06-39CC4ACEB277}" dt="2020-07-12T06:03:08.578" v="1731" actId="14100"/>
        <pc:sldMkLst>
          <pc:docMk/>
          <pc:sldMk cId="0" sldId="272"/>
        </pc:sldMkLst>
        <pc:spChg chg="mod">
          <ac:chgData name="Ravi Sundaram" userId="a7df020c0a403423" providerId="LiveId" clId="{B100C61C-D70C-4292-AE06-39CC4ACEB277}" dt="2020-07-10T03:43:37.896" v="1643" actId="255"/>
          <ac:spMkLst>
            <pc:docMk/>
            <pc:sldMk cId="0" sldId="272"/>
            <ac:spMk id="77848" creationId="{E41AB748-3AF6-4C9B-9B3D-5B9913B5911F}"/>
          </ac:spMkLst>
        </pc:spChg>
        <pc:spChg chg="mod">
          <ac:chgData name="Ravi Sundaram" userId="a7df020c0a403423" providerId="LiveId" clId="{B100C61C-D70C-4292-AE06-39CC4ACEB277}" dt="2020-07-10T03:44:07.024" v="1647" actId="255"/>
          <ac:spMkLst>
            <pc:docMk/>
            <pc:sldMk cId="0" sldId="272"/>
            <ac:spMk id="77857" creationId="{1187DD84-9C08-4D1C-B7D2-1CD2D732384E}"/>
          </ac:spMkLst>
        </pc:spChg>
        <pc:spChg chg="mod">
          <ac:chgData name="Ravi Sundaram" userId="a7df020c0a403423" providerId="LiveId" clId="{B100C61C-D70C-4292-AE06-39CC4ACEB277}" dt="2020-07-10T03:44:13.899" v="1648" actId="255"/>
          <ac:spMkLst>
            <pc:docMk/>
            <pc:sldMk cId="0" sldId="272"/>
            <ac:spMk id="77858" creationId="{34938888-F668-42C8-A75A-F7625BB11CC1}"/>
          </ac:spMkLst>
        </pc:spChg>
        <pc:spChg chg="mod">
          <ac:chgData name="Ravi Sundaram" userId="a7df020c0a403423" providerId="LiveId" clId="{B100C61C-D70C-4292-AE06-39CC4ACEB277}" dt="2020-07-10T03:44:21.571" v="1649" actId="255"/>
          <ac:spMkLst>
            <pc:docMk/>
            <pc:sldMk cId="0" sldId="272"/>
            <ac:spMk id="77859" creationId="{EF71ABF9-9AB0-429C-B584-3A8D3199BB1A}"/>
          </ac:spMkLst>
        </pc:spChg>
        <pc:spChg chg="mod">
          <ac:chgData name="Ravi Sundaram" userId="a7df020c0a403423" providerId="LiveId" clId="{B100C61C-D70C-4292-AE06-39CC4ACEB277}" dt="2020-07-10T03:44:28.941" v="1650" actId="255"/>
          <ac:spMkLst>
            <pc:docMk/>
            <pc:sldMk cId="0" sldId="272"/>
            <ac:spMk id="77860" creationId="{9B70288C-802B-42DD-BA14-A495DB275E29}"/>
          </ac:spMkLst>
        </pc:spChg>
        <pc:spChg chg="mod">
          <ac:chgData name="Ravi Sundaram" userId="a7df020c0a403423" providerId="LiveId" clId="{B100C61C-D70C-4292-AE06-39CC4ACEB277}" dt="2020-07-10T03:43:53.827" v="1645" actId="255"/>
          <ac:spMkLst>
            <pc:docMk/>
            <pc:sldMk cId="0" sldId="272"/>
            <ac:spMk id="77861" creationId="{05119FC0-9F6B-4E08-B9B8-C39167C23436}"/>
          </ac:spMkLst>
        </pc:spChg>
        <pc:spChg chg="mod">
          <ac:chgData name="Ravi Sundaram" userId="a7df020c0a403423" providerId="LiveId" clId="{B100C61C-D70C-4292-AE06-39CC4ACEB277}" dt="2020-07-10T03:44:00.408" v="1646" actId="255"/>
          <ac:spMkLst>
            <pc:docMk/>
            <pc:sldMk cId="0" sldId="272"/>
            <ac:spMk id="77862" creationId="{8E747950-BD98-4970-AC3F-B158E2F653F9}"/>
          </ac:spMkLst>
        </pc:spChg>
        <pc:spChg chg="mod">
          <ac:chgData name="Ravi Sundaram" userId="a7df020c0a403423" providerId="LiveId" clId="{B100C61C-D70C-4292-AE06-39CC4ACEB277}" dt="2020-07-10T03:44:36.883" v="1651" actId="255"/>
          <ac:spMkLst>
            <pc:docMk/>
            <pc:sldMk cId="0" sldId="272"/>
            <ac:spMk id="77863" creationId="{5F1F0582-3518-4C73-BCE4-8238278A992A}"/>
          </ac:spMkLst>
        </pc:spChg>
        <pc:spChg chg="mod">
          <ac:chgData name="Ravi Sundaram" userId="a7df020c0a403423" providerId="LiveId" clId="{B100C61C-D70C-4292-AE06-39CC4ACEB277}" dt="2020-07-10T03:43:47.943" v="1644" actId="255"/>
          <ac:spMkLst>
            <pc:docMk/>
            <pc:sldMk cId="0" sldId="272"/>
            <ac:spMk id="77870" creationId="{77ADECA9-F60F-48CC-BAC7-CC8E0EA09597}"/>
          </ac:spMkLst>
        </pc:spChg>
        <pc:graphicFrameChg chg="mod">
          <ac:chgData name="Ravi Sundaram" userId="a7df020c0a403423" providerId="LiveId" clId="{B100C61C-D70C-4292-AE06-39CC4ACEB277}" dt="2020-07-12T06:03:08.578" v="1731" actId="14100"/>
          <ac:graphicFrameMkLst>
            <pc:docMk/>
            <pc:sldMk cId="0" sldId="272"/>
            <ac:graphicFrameMk id="77867" creationId="{DA7AA5F1-50DC-4360-B667-FC603449A847}"/>
          </ac:graphicFrameMkLst>
        </pc:graphicFrameChg>
      </pc:sldChg>
      <pc:sldChg chg="modSp add">
        <pc:chgData name="Ravi Sundaram" userId="a7df020c0a403423" providerId="LiveId" clId="{B100C61C-D70C-4292-AE06-39CC4ACEB277}" dt="2020-07-12T06:02:51.848" v="1730" actId="14100"/>
        <pc:sldMkLst>
          <pc:docMk/>
          <pc:sldMk cId="0" sldId="273"/>
        </pc:sldMkLst>
        <pc:spChg chg="mod">
          <ac:chgData name="Ravi Sundaram" userId="a7df020c0a403423" providerId="LiveId" clId="{B100C61C-D70C-4292-AE06-39CC4ACEB277}" dt="2020-07-10T03:45:00.087" v="1652" actId="255"/>
          <ac:spMkLst>
            <pc:docMk/>
            <pc:sldMk cId="0" sldId="273"/>
            <ac:spMk id="78874" creationId="{6637FB6A-1960-483C-990A-0A5BC00CC318}"/>
          </ac:spMkLst>
        </pc:spChg>
        <pc:spChg chg="mod">
          <ac:chgData name="Ravi Sundaram" userId="a7df020c0a403423" providerId="LiveId" clId="{B100C61C-D70C-4292-AE06-39CC4ACEB277}" dt="2020-07-10T03:45:24.510" v="1656" actId="255"/>
          <ac:spMkLst>
            <pc:docMk/>
            <pc:sldMk cId="0" sldId="273"/>
            <ac:spMk id="78883" creationId="{89B18928-9216-4B26-BC20-2098E3240B9E}"/>
          </ac:spMkLst>
        </pc:spChg>
        <pc:spChg chg="mod">
          <ac:chgData name="Ravi Sundaram" userId="a7df020c0a403423" providerId="LiveId" clId="{B100C61C-D70C-4292-AE06-39CC4ACEB277}" dt="2020-07-10T03:45:30.962" v="1657" actId="255"/>
          <ac:spMkLst>
            <pc:docMk/>
            <pc:sldMk cId="0" sldId="273"/>
            <ac:spMk id="78884" creationId="{4A538C12-1075-4315-B56F-74EAF4FBABBC}"/>
          </ac:spMkLst>
        </pc:spChg>
        <pc:spChg chg="mod">
          <ac:chgData name="Ravi Sundaram" userId="a7df020c0a403423" providerId="LiveId" clId="{B100C61C-D70C-4292-AE06-39CC4ACEB277}" dt="2020-07-10T03:45:36.356" v="1658" actId="255"/>
          <ac:spMkLst>
            <pc:docMk/>
            <pc:sldMk cId="0" sldId="273"/>
            <ac:spMk id="78885" creationId="{9ACD43D7-984B-4E73-A15E-420E8778B726}"/>
          </ac:spMkLst>
        </pc:spChg>
        <pc:spChg chg="mod">
          <ac:chgData name="Ravi Sundaram" userId="a7df020c0a403423" providerId="LiveId" clId="{B100C61C-D70C-4292-AE06-39CC4ACEB277}" dt="2020-07-10T03:45:42.653" v="1659" actId="255"/>
          <ac:spMkLst>
            <pc:docMk/>
            <pc:sldMk cId="0" sldId="273"/>
            <ac:spMk id="78886" creationId="{BEA9B188-E949-4520-BE99-57EEAE9E22EB}"/>
          </ac:spMkLst>
        </pc:spChg>
        <pc:spChg chg="mod">
          <ac:chgData name="Ravi Sundaram" userId="a7df020c0a403423" providerId="LiveId" clId="{B100C61C-D70C-4292-AE06-39CC4ACEB277}" dt="2020-07-10T03:45:12.081" v="1654" actId="255"/>
          <ac:spMkLst>
            <pc:docMk/>
            <pc:sldMk cId="0" sldId="273"/>
            <ac:spMk id="78887" creationId="{03A3FD50-CA57-4C99-8AE0-47742CD9DA63}"/>
          </ac:spMkLst>
        </pc:spChg>
        <pc:spChg chg="mod">
          <ac:chgData name="Ravi Sundaram" userId="a7df020c0a403423" providerId="LiveId" clId="{B100C61C-D70C-4292-AE06-39CC4ACEB277}" dt="2020-07-10T03:45:17.962" v="1655" actId="255"/>
          <ac:spMkLst>
            <pc:docMk/>
            <pc:sldMk cId="0" sldId="273"/>
            <ac:spMk id="78888" creationId="{7A49D024-A55A-4444-9020-2DF86F9D5DBE}"/>
          </ac:spMkLst>
        </pc:spChg>
        <pc:spChg chg="mod">
          <ac:chgData name="Ravi Sundaram" userId="a7df020c0a403423" providerId="LiveId" clId="{B100C61C-D70C-4292-AE06-39CC4ACEB277}" dt="2020-07-10T03:45:49.971" v="1660" actId="255"/>
          <ac:spMkLst>
            <pc:docMk/>
            <pc:sldMk cId="0" sldId="273"/>
            <ac:spMk id="78889" creationId="{71B697C9-9C6C-4720-92A9-B316CED7894E}"/>
          </ac:spMkLst>
        </pc:spChg>
        <pc:spChg chg="mod">
          <ac:chgData name="Ravi Sundaram" userId="a7df020c0a403423" providerId="LiveId" clId="{B100C61C-D70C-4292-AE06-39CC4ACEB277}" dt="2020-07-10T03:45:06.499" v="1653" actId="255"/>
          <ac:spMkLst>
            <pc:docMk/>
            <pc:sldMk cId="0" sldId="273"/>
            <ac:spMk id="78895" creationId="{6B04E03A-1780-4660-9107-36CAA5BAE01A}"/>
          </ac:spMkLst>
        </pc:spChg>
        <pc:graphicFrameChg chg="mod">
          <ac:chgData name="Ravi Sundaram" userId="a7df020c0a403423" providerId="LiveId" clId="{B100C61C-D70C-4292-AE06-39CC4ACEB277}" dt="2020-07-12T06:02:51.848" v="1730" actId="14100"/>
          <ac:graphicFrameMkLst>
            <pc:docMk/>
            <pc:sldMk cId="0" sldId="273"/>
            <ac:graphicFrameMk id="78891" creationId="{AB000739-E657-4EFF-9188-93C77BCDFF31}"/>
          </ac:graphicFrameMkLst>
        </pc:graphicFrameChg>
        <pc:graphicFrameChg chg="mod">
          <ac:chgData name="Ravi Sundaram" userId="a7df020c0a403423" providerId="LiveId" clId="{B100C61C-D70C-4292-AE06-39CC4ACEB277}" dt="2020-07-12T06:02:33.878" v="1727" actId="14100"/>
          <ac:graphicFrameMkLst>
            <pc:docMk/>
            <pc:sldMk cId="0" sldId="273"/>
            <ac:graphicFrameMk id="78892" creationId="{124CD7DA-B379-4EDF-8220-247A6825CFA4}"/>
          </ac:graphicFrameMkLst>
        </pc:graphicFrameChg>
      </pc:sldChg>
      <pc:sldChg chg="modSp add">
        <pc:chgData name="Ravi Sundaram" userId="a7df020c0a403423" providerId="LiveId" clId="{B100C61C-D70C-4292-AE06-39CC4ACEB277}" dt="2020-07-12T06:03:37.162" v="1737" actId="1076"/>
        <pc:sldMkLst>
          <pc:docMk/>
          <pc:sldMk cId="0" sldId="274"/>
        </pc:sldMkLst>
        <pc:spChg chg="mod">
          <ac:chgData name="Ravi Sundaram" userId="a7df020c0a403423" providerId="LiveId" clId="{B100C61C-D70C-4292-AE06-39CC4ACEB277}" dt="2020-07-10T03:46:02.967" v="1661" actId="255"/>
          <ac:spMkLst>
            <pc:docMk/>
            <pc:sldMk cId="0" sldId="274"/>
            <ac:spMk id="79901" creationId="{80979B22-B69C-4C59-861E-EE93511FB2E9}"/>
          </ac:spMkLst>
        </pc:spChg>
        <pc:spChg chg="mod">
          <ac:chgData name="Ravi Sundaram" userId="a7df020c0a403423" providerId="LiveId" clId="{B100C61C-D70C-4292-AE06-39CC4ACEB277}" dt="2020-07-10T03:46:30.211" v="1665" actId="255"/>
          <ac:spMkLst>
            <pc:docMk/>
            <pc:sldMk cId="0" sldId="274"/>
            <ac:spMk id="79910" creationId="{21AD14AF-B46A-4F98-A42A-6BA13A875DEF}"/>
          </ac:spMkLst>
        </pc:spChg>
        <pc:spChg chg="mod">
          <ac:chgData name="Ravi Sundaram" userId="a7df020c0a403423" providerId="LiveId" clId="{B100C61C-D70C-4292-AE06-39CC4ACEB277}" dt="2020-07-10T03:46:36.131" v="1666" actId="255"/>
          <ac:spMkLst>
            <pc:docMk/>
            <pc:sldMk cId="0" sldId="274"/>
            <ac:spMk id="79911" creationId="{0D41467F-D7E0-4A02-9EA3-7AE5F6E0FED4}"/>
          </ac:spMkLst>
        </pc:spChg>
        <pc:spChg chg="mod">
          <ac:chgData name="Ravi Sundaram" userId="a7df020c0a403423" providerId="LiveId" clId="{B100C61C-D70C-4292-AE06-39CC4ACEB277}" dt="2020-07-10T03:46:42.834" v="1667" actId="255"/>
          <ac:spMkLst>
            <pc:docMk/>
            <pc:sldMk cId="0" sldId="274"/>
            <ac:spMk id="79912" creationId="{15BE770D-5779-40B0-AFBB-6380F8EA8858}"/>
          </ac:spMkLst>
        </pc:spChg>
        <pc:spChg chg="mod">
          <ac:chgData name="Ravi Sundaram" userId="a7df020c0a403423" providerId="LiveId" clId="{B100C61C-D70C-4292-AE06-39CC4ACEB277}" dt="2020-07-10T03:46:49.373" v="1668" actId="255"/>
          <ac:spMkLst>
            <pc:docMk/>
            <pc:sldMk cId="0" sldId="274"/>
            <ac:spMk id="79913" creationId="{1885D231-EE12-4B3C-A10A-09247589E426}"/>
          </ac:spMkLst>
        </pc:spChg>
        <pc:spChg chg="mod">
          <ac:chgData name="Ravi Sundaram" userId="a7df020c0a403423" providerId="LiveId" clId="{B100C61C-D70C-4292-AE06-39CC4ACEB277}" dt="2020-07-10T03:46:15.773" v="1663" actId="255"/>
          <ac:spMkLst>
            <pc:docMk/>
            <pc:sldMk cId="0" sldId="274"/>
            <ac:spMk id="79914" creationId="{93CB225B-B76D-42D0-B775-2AAA40668D01}"/>
          </ac:spMkLst>
        </pc:spChg>
        <pc:spChg chg="mod">
          <ac:chgData name="Ravi Sundaram" userId="a7df020c0a403423" providerId="LiveId" clId="{B100C61C-D70C-4292-AE06-39CC4ACEB277}" dt="2020-07-10T03:46:22.101" v="1664" actId="255"/>
          <ac:spMkLst>
            <pc:docMk/>
            <pc:sldMk cId="0" sldId="274"/>
            <ac:spMk id="79915" creationId="{CD2A2399-617E-4780-9EE1-10FE615BD411}"/>
          </ac:spMkLst>
        </pc:spChg>
        <pc:spChg chg="mod">
          <ac:chgData name="Ravi Sundaram" userId="a7df020c0a403423" providerId="LiveId" clId="{B100C61C-D70C-4292-AE06-39CC4ACEB277}" dt="2020-07-10T03:46:57.372" v="1669" actId="255"/>
          <ac:spMkLst>
            <pc:docMk/>
            <pc:sldMk cId="0" sldId="274"/>
            <ac:spMk id="79916" creationId="{0A57616A-1349-4A93-859F-BEDE56D9BD51}"/>
          </ac:spMkLst>
        </pc:spChg>
        <pc:spChg chg="mod">
          <ac:chgData name="Ravi Sundaram" userId="a7df020c0a403423" providerId="LiveId" clId="{B100C61C-D70C-4292-AE06-39CC4ACEB277}" dt="2020-07-10T03:46:09.861" v="1662" actId="255"/>
          <ac:spMkLst>
            <pc:docMk/>
            <pc:sldMk cId="0" sldId="274"/>
            <ac:spMk id="79924" creationId="{0DAEBDFD-EA7B-4078-A06B-FAACEA10B4DE}"/>
          </ac:spMkLst>
        </pc:spChg>
        <pc:graphicFrameChg chg="mod">
          <ac:chgData name="Ravi Sundaram" userId="a7df020c0a403423" providerId="LiveId" clId="{B100C61C-D70C-4292-AE06-39CC4ACEB277}" dt="2020-07-12T06:03:37.162" v="1737" actId="1076"/>
          <ac:graphicFrameMkLst>
            <pc:docMk/>
            <pc:sldMk cId="0" sldId="274"/>
            <ac:graphicFrameMk id="79927" creationId="{7C052F6D-4E08-41E1-8C51-521013113E7E}"/>
          </ac:graphicFrameMkLst>
        </pc:graphicFrameChg>
        <pc:graphicFrameChg chg="mod">
          <ac:chgData name="Ravi Sundaram" userId="a7df020c0a403423" providerId="LiveId" clId="{B100C61C-D70C-4292-AE06-39CC4ACEB277}" dt="2020-07-12T06:03:17.872" v="1732" actId="14100"/>
          <ac:graphicFrameMkLst>
            <pc:docMk/>
            <pc:sldMk cId="0" sldId="274"/>
            <ac:graphicFrameMk id="79928" creationId="{8E725558-C5E3-498D-B0C8-D3422D620A02}"/>
          </ac:graphicFrameMkLst>
        </pc:graphicFrameChg>
        <pc:graphicFrameChg chg="mod">
          <ac:chgData name="Ravi Sundaram" userId="a7df020c0a403423" providerId="LiveId" clId="{B100C61C-D70C-4292-AE06-39CC4ACEB277}" dt="2020-07-12T06:03:34.581" v="1736" actId="1076"/>
          <ac:graphicFrameMkLst>
            <pc:docMk/>
            <pc:sldMk cId="0" sldId="274"/>
            <ac:graphicFrameMk id="79933" creationId="{854BFE44-DB45-4B3F-A675-21E6A813B5BC}"/>
          </ac:graphicFrameMkLst>
        </pc:graphicFrameChg>
      </pc:sldChg>
      <pc:sldChg chg="delSp modSp add">
        <pc:chgData name="Ravi Sundaram" userId="a7df020c0a403423" providerId="LiveId" clId="{B100C61C-D70C-4292-AE06-39CC4ACEB277}" dt="2020-07-12T06:04:37.400" v="1745" actId="14100"/>
        <pc:sldMkLst>
          <pc:docMk/>
          <pc:sldMk cId="0" sldId="277"/>
        </pc:sldMkLst>
        <pc:spChg chg="mod">
          <ac:chgData name="Ravi Sundaram" userId="a7df020c0a403423" providerId="LiveId" clId="{B100C61C-D70C-4292-AE06-39CC4ACEB277}" dt="2020-07-10T03:41:59.782" v="1633" actId="255"/>
          <ac:spMkLst>
            <pc:docMk/>
            <pc:sldMk cId="0" sldId="277"/>
            <ac:spMk id="82951" creationId="{312D8E0C-49D5-4564-ADFF-4DC0511F08A7}"/>
          </ac:spMkLst>
        </pc:spChg>
        <pc:spChg chg="mod">
          <ac:chgData name="Ravi Sundaram" userId="a7df020c0a403423" providerId="LiveId" clId="{B100C61C-D70C-4292-AE06-39CC4ACEB277}" dt="2020-07-10T03:49:05.161" v="1674" actId="255"/>
          <ac:spMkLst>
            <pc:docMk/>
            <pc:sldMk cId="0" sldId="277"/>
            <ac:spMk id="82957" creationId="{A7006930-2152-468F-B18D-970934EADB58}"/>
          </ac:spMkLst>
        </pc:spChg>
        <pc:spChg chg="mod">
          <ac:chgData name="Ravi Sundaram" userId="a7df020c0a403423" providerId="LiveId" clId="{B100C61C-D70C-4292-AE06-39CC4ACEB277}" dt="2020-07-10T03:49:17.950" v="1676" actId="255"/>
          <ac:spMkLst>
            <pc:docMk/>
            <pc:sldMk cId="0" sldId="277"/>
            <ac:spMk id="82958" creationId="{7BA17C3A-DA8D-44C7-AC2B-68E543EEAD96}"/>
          </ac:spMkLst>
        </pc:spChg>
        <pc:spChg chg="mod">
          <ac:chgData name="Ravi Sundaram" userId="a7df020c0a403423" providerId="LiveId" clId="{B100C61C-D70C-4292-AE06-39CC4ACEB277}" dt="2020-07-10T03:49:23.821" v="1677" actId="255"/>
          <ac:spMkLst>
            <pc:docMk/>
            <pc:sldMk cId="0" sldId="277"/>
            <ac:spMk id="82959" creationId="{D5A87BA6-E28F-4FDD-9F33-DC092733891D}"/>
          </ac:spMkLst>
        </pc:spChg>
        <pc:spChg chg="mod">
          <ac:chgData name="Ravi Sundaram" userId="a7df020c0a403423" providerId="LiveId" clId="{B100C61C-D70C-4292-AE06-39CC4ACEB277}" dt="2020-07-10T03:49:29.693" v="1678" actId="255"/>
          <ac:spMkLst>
            <pc:docMk/>
            <pc:sldMk cId="0" sldId="277"/>
            <ac:spMk id="82960" creationId="{DA3F5641-C815-4F28-9745-C3F5CA9F73B8}"/>
          </ac:spMkLst>
        </pc:spChg>
        <pc:spChg chg="mod">
          <ac:chgData name="Ravi Sundaram" userId="a7df020c0a403423" providerId="LiveId" clId="{B100C61C-D70C-4292-AE06-39CC4ACEB277}" dt="2020-07-10T03:47:37.449" v="1673" actId="255"/>
          <ac:spMkLst>
            <pc:docMk/>
            <pc:sldMk cId="0" sldId="277"/>
            <ac:spMk id="82961" creationId="{809D0BEA-A2C9-477A-BBF7-7003CA224F54}"/>
          </ac:spMkLst>
        </pc:spChg>
        <pc:spChg chg="mod">
          <ac:chgData name="Ravi Sundaram" userId="a7df020c0a403423" providerId="LiveId" clId="{B100C61C-D70C-4292-AE06-39CC4ACEB277}" dt="2020-07-10T03:49:11.326" v="1675" actId="255"/>
          <ac:spMkLst>
            <pc:docMk/>
            <pc:sldMk cId="0" sldId="277"/>
            <ac:spMk id="82963" creationId="{67913F30-C00B-4F89-925E-591EF1845CA5}"/>
          </ac:spMkLst>
        </pc:spChg>
        <pc:spChg chg="mod">
          <ac:chgData name="Ravi Sundaram" userId="a7df020c0a403423" providerId="LiveId" clId="{B100C61C-D70C-4292-AE06-39CC4ACEB277}" dt="2020-07-10T03:47:31.226" v="1672" actId="255"/>
          <ac:spMkLst>
            <pc:docMk/>
            <pc:sldMk cId="0" sldId="277"/>
            <ac:spMk id="82965" creationId="{A26FA75D-9EE5-4FAB-BF17-4D39719F5173}"/>
          </ac:spMkLst>
        </pc:spChg>
        <pc:spChg chg="mod">
          <ac:chgData name="Ravi Sundaram" userId="a7df020c0a403423" providerId="LiveId" clId="{B100C61C-D70C-4292-AE06-39CC4ACEB277}" dt="2020-07-12T06:04:10.140" v="1741" actId="14100"/>
          <ac:spMkLst>
            <pc:docMk/>
            <pc:sldMk cId="0" sldId="277"/>
            <ac:spMk id="82971" creationId="{7D3E533C-6B51-4465-A3BD-ADEC3A2F6480}"/>
          </ac:spMkLst>
        </pc:spChg>
        <pc:spChg chg="mod">
          <ac:chgData name="Ravi Sundaram" userId="a7df020c0a403423" providerId="LiveId" clId="{B100C61C-D70C-4292-AE06-39CC4ACEB277}" dt="2020-07-10T03:47:20.438" v="1671" actId="255"/>
          <ac:spMkLst>
            <pc:docMk/>
            <pc:sldMk cId="0" sldId="277"/>
            <ac:spMk id="82974" creationId="{B22A2ADE-EDFE-4D58-B6E5-E0D409151BE1}"/>
          </ac:spMkLst>
        </pc:spChg>
        <pc:spChg chg="mod">
          <ac:chgData name="Ravi Sundaram" userId="a7df020c0a403423" providerId="LiveId" clId="{B100C61C-D70C-4292-AE06-39CC4ACEB277}" dt="2020-07-10T03:47:12.690" v="1670" actId="255"/>
          <ac:spMkLst>
            <pc:docMk/>
            <pc:sldMk cId="0" sldId="277"/>
            <ac:spMk id="82975" creationId="{D771D0EC-F7F2-460E-B4C6-C8D498E793DD}"/>
          </ac:spMkLst>
        </pc:spChg>
        <pc:spChg chg="del">
          <ac:chgData name="Ravi Sundaram" userId="a7df020c0a403423" providerId="LiveId" clId="{B100C61C-D70C-4292-AE06-39CC4ACEB277}" dt="2020-07-10T03:41:15.095" v="1631" actId="478"/>
          <ac:spMkLst>
            <pc:docMk/>
            <pc:sldMk cId="0" sldId="277"/>
            <ac:spMk id="82977" creationId="{9A05BD9C-9AF8-4751-8DF3-C7FA8A0475C4}"/>
          </ac:spMkLst>
        </pc:spChg>
        <pc:graphicFrameChg chg="mod">
          <ac:chgData name="Ravi Sundaram" userId="a7df020c0a403423" providerId="LiveId" clId="{B100C61C-D70C-4292-AE06-39CC4ACEB277}" dt="2020-07-12T06:04:21.425" v="1743" actId="14100"/>
          <ac:graphicFrameMkLst>
            <pc:docMk/>
            <pc:sldMk cId="0" sldId="277"/>
            <ac:graphicFrameMk id="82968" creationId="{913F96B9-EC75-4609-BC13-F556967BF761}"/>
          </ac:graphicFrameMkLst>
        </pc:graphicFrameChg>
        <pc:graphicFrameChg chg="mod">
          <ac:chgData name="Ravi Sundaram" userId="a7df020c0a403423" providerId="LiveId" clId="{B100C61C-D70C-4292-AE06-39CC4ACEB277}" dt="2020-07-12T06:04:16.512" v="1742" actId="14100"/>
          <ac:graphicFrameMkLst>
            <pc:docMk/>
            <pc:sldMk cId="0" sldId="277"/>
            <ac:graphicFrameMk id="82969" creationId="{4652DB8E-F504-406E-86AA-6762D8639029}"/>
          </ac:graphicFrameMkLst>
        </pc:graphicFrameChg>
        <pc:graphicFrameChg chg="mod">
          <ac:chgData name="Ravi Sundaram" userId="a7df020c0a403423" providerId="LiveId" clId="{B100C61C-D70C-4292-AE06-39CC4ACEB277}" dt="2020-07-12T06:04:37.400" v="1745" actId="14100"/>
          <ac:graphicFrameMkLst>
            <pc:docMk/>
            <pc:sldMk cId="0" sldId="277"/>
            <ac:graphicFrameMk id="82970" creationId="{8E9CF839-7F61-4E29-AB39-A1BFDDA81703}"/>
          </ac:graphicFrameMkLst>
        </pc:graphicFrameChg>
        <pc:graphicFrameChg chg="mod">
          <ac:chgData name="Ravi Sundaram" userId="a7df020c0a403423" providerId="LiveId" clId="{B100C61C-D70C-4292-AE06-39CC4ACEB277}" dt="2020-07-12T06:03:58.339" v="1739" actId="14100"/>
          <ac:graphicFrameMkLst>
            <pc:docMk/>
            <pc:sldMk cId="0" sldId="277"/>
            <ac:graphicFrameMk id="82972" creationId="{0C4DDB9E-84A8-426F-8778-5E4DD03E2F53}"/>
          </ac:graphicFrameMkLst>
        </pc:graphicFrameChg>
      </pc:sldChg>
      <pc:sldChg chg="modSp modAnim">
        <pc:chgData name="Ravi Sundaram" userId="a7df020c0a403423" providerId="LiveId" clId="{B100C61C-D70C-4292-AE06-39CC4ACEB277}" dt="2020-07-12T06:05:36.740" v="1763" actId="20577"/>
        <pc:sldMkLst>
          <pc:docMk/>
          <pc:sldMk cId="3455594306" sldId="305"/>
        </pc:sldMkLst>
        <pc:spChg chg="mod">
          <ac:chgData name="Ravi Sundaram" userId="a7df020c0a403423" providerId="LiveId" clId="{B100C61C-D70C-4292-AE06-39CC4ACEB277}" dt="2020-07-12T06:05:36.740" v="1763" actId="20577"/>
          <ac:spMkLst>
            <pc:docMk/>
            <pc:sldMk cId="3455594306" sldId="305"/>
            <ac:spMk id="3" creationId="{1C4EFA41-EDF3-4D89-812E-85BCE7B8A73E}"/>
          </ac:spMkLst>
        </pc:spChg>
      </pc:sldChg>
      <pc:sldChg chg="del">
        <pc:chgData name="Ravi Sundaram" userId="a7df020c0a403423" providerId="LiveId" clId="{B100C61C-D70C-4292-AE06-39CC4ACEB277}" dt="2020-07-10T02:36:54.818" v="63" actId="2696"/>
        <pc:sldMkLst>
          <pc:docMk/>
          <pc:sldMk cId="202630305" sldId="306"/>
        </pc:sldMkLst>
      </pc:sldChg>
      <pc:sldChg chg="add del">
        <pc:chgData name="Ravi Sundaram" userId="a7df020c0a403423" providerId="LiveId" clId="{B100C61C-D70C-4292-AE06-39CC4ACEB277}" dt="2020-07-10T03:21:21.153" v="690" actId="2696"/>
        <pc:sldMkLst>
          <pc:docMk/>
          <pc:sldMk cId="2764986246" sldId="306"/>
        </pc:sldMkLst>
      </pc:sldChg>
      <pc:sldChg chg="modSp add modAnim">
        <pc:chgData name="Ravi Sundaram" userId="a7df020c0a403423" providerId="LiveId" clId="{B100C61C-D70C-4292-AE06-39CC4ACEB277}" dt="2020-07-12T05:57:28.225" v="1680"/>
        <pc:sldMkLst>
          <pc:docMk/>
          <pc:sldMk cId="622130112" sldId="307"/>
        </pc:sldMkLst>
        <pc:spChg chg="mod">
          <ac:chgData name="Ravi Sundaram" userId="a7df020c0a403423" providerId="LiveId" clId="{B100C61C-D70C-4292-AE06-39CC4ACEB277}" dt="2020-07-10T03:18:21.961" v="641" actId="20577"/>
          <ac:spMkLst>
            <pc:docMk/>
            <pc:sldMk cId="622130112" sldId="307"/>
            <ac:spMk id="2" creationId="{5FA1FA58-59B8-4EFD-BF2B-069C457129B2}"/>
          </ac:spMkLst>
        </pc:spChg>
        <pc:spChg chg="mod">
          <ac:chgData name="Ravi Sundaram" userId="a7df020c0a403423" providerId="LiveId" clId="{B100C61C-D70C-4292-AE06-39CC4ACEB277}" dt="2020-07-10T03:20:01.432" v="687" actId="20577"/>
          <ac:spMkLst>
            <pc:docMk/>
            <pc:sldMk cId="622130112" sldId="307"/>
            <ac:spMk id="3" creationId="{03364FEF-F44A-4071-922A-E51980E95FCC}"/>
          </ac:spMkLst>
        </pc:spChg>
      </pc:sldChg>
      <pc:sldChg chg="del">
        <pc:chgData name="Ravi Sundaram" userId="a7df020c0a403423" providerId="LiveId" clId="{B100C61C-D70C-4292-AE06-39CC4ACEB277}" dt="2020-07-10T02:36:54.830" v="64" actId="2696"/>
        <pc:sldMkLst>
          <pc:docMk/>
          <pc:sldMk cId="2506444983" sldId="307"/>
        </pc:sldMkLst>
      </pc:sldChg>
      <pc:sldChg chg="modSp add modAnim">
        <pc:chgData name="Ravi Sundaram" userId="a7df020c0a403423" providerId="LiveId" clId="{B100C61C-D70C-4292-AE06-39CC4ACEB277}" dt="2020-07-12T05:57:48.964" v="1682"/>
        <pc:sldMkLst>
          <pc:docMk/>
          <pc:sldMk cId="454749232" sldId="308"/>
        </pc:sldMkLst>
        <pc:spChg chg="mod">
          <ac:chgData name="Ravi Sundaram" userId="a7df020c0a403423" providerId="LiveId" clId="{B100C61C-D70C-4292-AE06-39CC4ACEB277}" dt="2020-07-10T03:21:51.851" v="712" actId="20577"/>
          <ac:spMkLst>
            <pc:docMk/>
            <pc:sldMk cId="454749232" sldId="308"/>
            <ac:spMk id="3" creationId="{03364FEF-F44A-4071-922A-E51980E95FCC}"/>
          </ac:spMkLst>
        </pc:spChg>
      </pc:sldChg>
      <pc:sldChg chg="del">
        <pc:chgData name="Ravi Sundaram" userId="a7df020c0a403423" providerId="LiveId" clId="{B100C61C-D70C-4292-AE06-39CC4ACEB277}" dt="2020-07-10T02:36:54.839" v="65" actId="2696"/>
        <pc:sldMkLst>
          <pc:docMk/>
          <pc:sldMk cId="2965344762" sldId="308"/>
        </pc:sldMkLst>
      </pc:sldChg>
      <pc:sldChg chg="del">
        <pc:chgData name="Ravi Sundaram" userId="a7df020c0a403423" providerId="LiveId" clId="{B100C61C-D70C-4292-AE06-39CC4ACEB277}" dt="2020-07-10T02:36:54.850" v="66" actId="2696"/>
        <pc:sldMkLst>
          <pc:docMk/>
          <pc:sldMk cId="380021759" sldId="309"/>
        </pc:sldMkLst>
      </pc:sldChg>
      <pc:sldChg chg="modSp add modAnim">
        <pc:chgData name="Ravi Sundaram" userId="a7df020c0a403423" providerId="LiveId" clId="{B100C61C-D70C-4292-AE06-39CC4ACEB277}" dt="2020-07-12T05:59:04.099" v="1709"/>
        <pc:sldMkLst>
          <pc:docMk/>
          <pc:sldMk cId="4269088506" sldId="309"/>
        </pc:sldMkLst>
        <pc:spChg chg="mod">
          <ac:chgData name="Ravi Sundaram" userId="a7df020c0a403423" providerId="LiveId" clId="{B100C61C-D70C-4292-AE06-39CC4ACEB277}" dt="2020-07-10T03:22:15.764" v="714"/>
          <ac:spMkLst>
            <pc:docMk/>
            <pc:sldMk cId="4269088506" sldId="309"/>
            <ac:spMk id="2" creationId="{5FA1FA58-59B8-4EFD-BF2B-069C457129B2}"/>
          </ac:spMkLst>
        </pc:spChg>
        <pc:spChg chg="mod">
          <ac:chgData name="Ravi Sundaram" userId="a7df020c0a403423" providerId="LiveId" clId="{B100C61C-D70C-4292-AE06-39CC4ACEB277}" dt="2020-07-12T05:58:43.718" v="1707" actId="20577"/>
          <ac:spMkLst>
            <pc:docMk/>
            <pc:sldMk cId="4269088506" sldId="309"/>
            <ac:spMk id="3" creationId="{03364FEF-F44A-4071-922A-E51980E95FCC}"/>
          </ac:spMkLst>
        </pc:spChg>
      </pc:sldChg>
      <pc:sldChg chg="del">
        <pc:chgData name="Ravi Sundaram" userId="a7df020c0a403423" providerId="LiveId" clId="{B100C61C-D70C-4292-AE06-39CC4ACEB277}" dt="2020-07-10T02:36:54.857" v="67" actId="2696"/>
        <pc:sldMkLst>
          <pc:docMk/>
          <pc:sldMk cId="2211901668" sldId="310"/>
        </pc:sldMkLst>
      </pc:sldChg>
      <pc:sldChg chg="modSp add modAnim">
        <pc:chgData name="Ravi Sundaram" userId="a7df020c0a403423" providerId="LiveId" clId="{B100C61C-D70C-4292-AE06-39CC4ACEB277}" dt="2020-07-12T05:59:16.776" v="1711"/>
        <pc:sldMkLst>
          <pc:docMk/>
          <pc:sldMk cId="2555859227" sldId="310"/>
        </pc:sldMkLst>
        <pc:spChg chg="mod">
          <ac:chgData name="Ravi Sundaram" userId="a7df020c0a403423" providerId="LiveId" clId="{B100C61C-D70C-4292-AE06-39CC4ACEB277}" dt="2020-07-10T03:32:43.616" v="1052" actId="20577"/>
          <ac:spMkLst>
            <pc:docMk/>
            <pc:sldMk cId="2555859227" sldId="310"/>
            <ac:spMk id="2" creationId="{5FA1FA58-59B8-4EFD-BF2B-069C457129B2}"/>
          </ac:spMkLst>
        </pc:spChg>
        <pc:spChg chg="mod">
          <ac:chgData name="Ravi Sundaram" userId="a7df020c0a403423" providerId="LiveId" clId="{B100C61C-D70C-4292-AE06-39CC4ACEB277}" dt="2020-07-10T03:39:58.033" v="1630" actId="20577"/>
          <ac:spMkLst>
            <pc:docMk/>
            <pc:sldMk cId="2555859227" sldId="310"/>
            <ac:spMk id="3" creationId="{03364FEF-F44A-4071-922A-E51980E95FCC}"/>
          </ac:spMkLst>
        </pc:spChg>
      </pc:sldChg>
      <pc:sldChg chg="del">
        <pc:chgData name="Ravi Sundaram" userId="a7df020c0a403423" providerId="LiveId" clId="{B100C61C-D70C-4292-AE06-39CC4ACEB277}" dt="2020-07-10T02:36:54.870" v="68" actId="2696"/>
        <pc:sldMkLst>
          <pc:docMk/>
          <pc:sldMk cId="335736984" sldId="311"/>
        </pc:sldMkLst>
      </pc:sldChg>
      <pc:sldChg chg="del">
        <pc:chgData name="Ravi Sundaram" userId="a7df020c0a403423" providerId="LiveId" clId="{B100C61C-D70C-4292-AE06-39CC4ACEB277}" dt="2020-07-10T02:36:54.904" v="69" actId="2696"/>
        <pc:sldMkLst>
          <pc:docMk/>
          <pc:sldMk cId="3625756718" sldId="312"/>
        </pc:sldMkLst>
      </pc:sldChg>
    </pc:docChg>
  </pc:docChgLst>
  <pc:docChgLst>
    <pc:chgData name="Ravi Sundaram" userId="a7df020c0a403423" providerId="LiveId" clId="{19513EB1-AC3E-4F61-84D6-0DA1F241EEF1}"/>
    <pc:docChg chg="custSel delSld modSld">
      <pc:chgData name="Ravi Sundaram" userId="a7df020c0a403423" providerId="LiveId" clId="{19513EB1-AC3E-4F61-84D6-0DA1F241EEF1}" dt="2020-07-09T02:06:53.704" v="950" actId="2696"/>
      <pc:docMkLst>
        <pc:docMk/>
      </pc:docMkLst>
      <pc:sldChg chg="modSp">
        <pc:chgData name="Ravi Sundaram" userId="a7df020c0a403423" providerId="LiveId" clId="{19513EB1-AC3E-4F61-84D6-0DA1F241EEF1}" dt="2020-07-09T00:58:29.773" v="303" actId="20577"/>
        <pc:sldMkLst>
          <pc:docMk/>
          <pc:sldMk cId="4099122483" sldId="257"/>
        </pc:sldMkLst>
        <pc:spChg chg="mod">
          <ac:chgData name="Ravi Sundaram" userId="a7df020c0a403423" providerId="LiveId" clId="{19513EB1-AC3E-4F61-84D6-0DA1F241EEF1}" dt="2020-07-09T00:58:29.773" v="303" actId="20577"/>
          <ac:spMkLst>
            <pc:docMk/>
            <pc:sldMk cId="4099122483" sldId="257"/>
            <ac:spMk id="2" creationId="{80797C44-BBD0-4A67-A16E-1796651C5A29}"/>
          </ac:spMkLst>
        </pc:spChg>
        <pc:spChg chg="mod">
          <ac:chgData name="Ravi Sundaram" userId="a7df020c0a403423" providerId="LiveId" clId="{19513EB1-AC3E-4F61-84D6-0DA1F241EEF1}" dt="2020-07-06T06:00:55.560" v="175" actId="115"/>
          <ac:spMkLst>
            <pc:docMk/>
            <pc:sldMk cId="4099122483" sldId="257"/>
            <ac:spMk id="3" creationId="{0058199E-2156-4542-B134-D3536A98A899}"/>
          </ac:spMkLst>
        </pc:spChg>
      </pc:sldChg>
      <pc:sldChg chg="modSp">
        <pc:chgData name="Ravi Sundaram" userId="a7df020c0a403423" providerId="LiveId" clId="{19513EB1-AC3E-4F61-84D6-0DA1F241EEF1}" dt="2020-07-06T06:01:51.527" v="289" actId="20577"/>
        <pc:sldMkLst>
          <pc:docMk/>
          <pc:sldMk cId="3479009568" sldId="258"/>
        </pc:sldMkLst>
        <pc:spChg chg="mod">
          <ac:chgData name="Ravi Sundaram" userId="a7df020c0a403423" providerId="LiveId" clId="{19513EB1-AC3E-4F61-84D6-0DA1F241EEF1}" dt="2020-07-06T06:01:09.725" v="181" actId="20577"/>
          <ac:spMkLst>
            <pc:docMk/>
            <pc:sldMk cId="3479009568" sldId="258"/>
            <ac:spMk id="2" creationId="{5FA1FA58-59B8-4EFD-BF2B-069C457129B2}"/>
          </ac:spMkLst>
        </pc:spChg>
        <pc:spChg chg="mod">
          <ac:chgData name="Ravi Sundaram" userId="a7df020c0a403423" providerId="LiveId" clId="{19513EB1-AC3E-4F61-84D6-0DA1F241EEF1}" dt="2020-07-06T06:01:51.527" v="289" actId="20577"/>
          <ac:spMkLst>
            <pc:docMk/>
            <pc:sldMk cId="3479009568" sldId="258"/>
            <ac:spMk id="3" creationId="{03364FEF-F44A-4071-922A-E51980E95FCC}"/>
          </ac:spMkLst>
        </pc:spChg>
      </pc:sldChg>
      <pc:sldChg chg="del">
        <pc:chgData name="Ravi Sundaram" userId="a7df020c0a403423" providerId="LiveId" clId="{19513EB1-AC3E-4F61-84D6-0DA1F241EEF1}" dt="2020-07-06T05:58:14.600" v="103" actId="2696"/>
        <pc:sldMkLst>
          <pc:docMk/>
          <pc:sldMk cId="2070658356" sldId="259"/>
        </pc:sldMkLst>
      </pc:sldChg>
      <pc:sldChg chg="del">
        <pc:chgData name="Ravi Sundaram" userId="a7df020c0a403423" providerId="LiveId" clId="{19513EB1-AC3E-4F61-84D6-0DA1F241EEF1}" dt="2020-07-06T05:58:14.740" v="115" actId="2696"/>
        <pc:sldMkLst>
          <pc:docMk/>
          <pc:sldMk cId="585050186" sldId="260"/>
        </pc:sldMkLst>
      </pc:sldChg>
      <pc:sldChg chg="del">
        <pc:chgData name="Ravi Sundaram" userId="a7df020c0a403423" providerId="LiveId" clId="{19513EB1-AC3E-4F61-84D6-0DA1F241EEF1}" dt="2020-07-06T05:58:14.613" v="104" actId="2696"/>
        <pc:sldMkLst>
          <pc:docMk/>
          <pc:sldMk cId="3133888890" sldId="275"/>
        </pc:sldMkLst>
      </pc:sldChg>
      <pc:sldChg chg="del">
        <pc:chgData name="Ravi Sundaram" userId="a7df020c0a403423" providerId="LiveId" clId="{19513EB1-AC3E-4F61-84D6-0DA1F241EEF1}" dt="2020-07-06T05:58:14.624" v="105" actId="2696"/>
        <pc:sldMkLst>
          <pc:docMk/>
          <pc:sldMk cId="4279951466" sldId="276"/>
        </pc:sldMkLst>
      </pc:sldChg>
      <pc:sldChg chg="del">
        <pc:chgData name="Ravi Sundaram" userId="a7df020c0a403423" providerId="LiveId" clId="{19513EB1-AC3E-4F61-84D6-0DA1F241EEF1}" dt="2020-07-06T05:58:14.644" v="107" actId="2696"/>
        <pc:sldMkLst>
          <pc:docMk/>
          <pc:sldMk cId="827947371" sldId="277"/>
        </pc:sldMkLst>
      </pc:sldChg>
      <pc:sldChg chg="del">
        <pc:chgData name="Ravi Sundaram" userId="a7df020c0a403423" providerId="LiveId" clId="{19513EB1-AC3E-4F61-84D6-0DA1F241EEF1}" dt="2020-07-06T05:58:14.654" v="108" actId="2696"/>
        <pc:sldMkLst>
          <pc:docMk/>
          <pc:sldMk cId="1122615267" sldId="278"/>
        </pc:sldMkLst>
      </pc:sldChg>
      <pc:sldChg chg="del">
        <pc:chgData name="Ravi Sundaram" userId="a7df020c0a403423" providerId="LiveId" clId="{19513EB1-AC3E-4F61-84D6-0DA1F241EEF1}" dt="2020-07-06T05:58:14.664" v="109" actId="2696"/>
        <pc:sldMkLst>
          <pc:docMk/>
          <pc:sldMk cId="505879623" sldId="279"/>
        </pc:sldMkLst>
      </pc:sldChg>
      <pc:sldChg chg="del">
        <pc:chgData name="Ravi Sundaram" userId="a7df020c0a403423" providerId="LiveId" clId="{19513EB1-AC3E-4F61-84D6-0DA1F241EEF1}" dt="2020-07-06T05:58:14.675" v="110" actId="2696"/>
        <pc:sldMkLst>
          <pc:docMk/>
          <pc:sldMk cId="853875631" sldId="280"/>
        </pc:sldMkLst>
      </pc:sldChg>
      <pc:sldChg chg="del">
        <pc:chgData name="Ravi Sundaram" userId="a7df020c0a403423" providerId="LiveId" clId="{19513EB1-AC3E-4F61-84D6-0DA1F241EEF1}" dt="2020-07-06T05:58:14.634" v="106" actId="2696"/>
        <pc:sldMkLst>
          <pc:docMk/>
          <pc:sldMk cId="4033978330" sldId="281"/>
        </pc:sldMkLst>
      </pc:sldChg>
      <pc:sldChg chg="del">
        <pc:chgData name="Ravi Sundaram" userId="a7df020c0a403423" providerId="LiveId" clId="{19513EB1-AC3E-4F61-84D6-0DA1F241EEF1}" dt="2020-07-06T05:58:14.683" v="111" actId="2696"/>
        <pc:sldMkLst>
          <pc:docMk/>
          <pc:sldMk cId="2642526880" sldId="282"/>
        </pc:sldMkLst>
      </pc:sldChg>
      <pc:sldChg chg="del">
        <pc:chgData name="Ravi Sundaram" userId="a7df020c0a403423" providerId="LiveId" clId="{19513EB1-AC3E-4F61-84D6-0DA1F241EEF1}" dt="2020-07-06T05:58:14.694" v="112" actId="2696"/>
        <pc:sldMkLst>
          <pc:docMk/>
          <pc:sldMk cId="3660344932" sldId="283"/>
        </pc:sldMkLst>
      </pc:sldChg>
      <pc:sldChg chg="del">
        <pc:chgData name="Ravi Sundaram" userId="a7df020c0a403423" providerId="LiveId" clId="{19513EB1-AC3E-4F61-84D6-0DA1F241EEF1}" dt="2020-07-06T05:58:14.727" v="114" actId="2696"/>
        <pc:sldMkLst>
          <pc:docMk/>
          <pc:sldMk cId="3159837357" sldId="284"/>
        </pc:sldMkLst>
      </pc:sldChg>
      <pc:sldChg chg="del">
        <pc:chgData name="Ravi Sundaram" userId="a7df020c0a403423" providerId="LiveId" clId="{19513EB1-AC3E-4F61-84D6-0DA1F241EEF1}" dt="2020-07-06T05:58:14.706" v="113" actId="2696"/>
        <pc:sldMkLst>
          <pc:docMk/>
          <pc:sldMk cId="3661700666" sldId="285"/>
        </pc:sldMkLst>
      </pc:sldChg>
      <pc:sldChg chg="del">
        <pc:chgData name="Ravi Sundaram" userId="a7df020c0a403423" providerId="LiveId" clId="{19513EB1-AC3E-4F61-84D6-0DA1F241EEF1}" dt="2020-07-06T05:58:14.748" v="116" actId="2696"/>
        <pc:sldMkLst>
          <pc:docMk/>
          <pc:sldMk cId="4011775224" sldId="286"/>
        </pc:sldMkLst>
      </pc:sldChg>
      <pc:sldChg chg="del">
        <pc:chgData name="Ravi Sundaram" userId="a7df020c0a403423" providerId="LiveId" clId="{19513EB1-AC3E-4F61-84D6-0DA1F241EEF1}" dt="2020-07-06T05:58:14.765" v="117" actId="2696"/>
        <pc:sldMkLst>
          <pc:docMk/>
          <pc:sldMk cId="0" sldId="287"/>
        </pc:sldMkLst>
      </pc:sldChg>
      <pc:sldChg chg="del">
        <pc:chgData name="Ravi Sundaram" userId="a7df020c0a403423" providerId="LiveId" clId="{19513EB1-AC3E-4F61-84D6-0DA1F241EEF1}" dt="2020-07-06T05:58:14.791" v="118" actId="2696"/>
        <pc:sldMkLst>
          <pc:docMk/>
          <pc:sldMk cId="0" sldId="288"/>
        </pc:sldMkLst>
      </pc:sldChg>
      <pc:sldChg chg="del">
        <pc:chgData name="Ravi Sundaram" userId="a7df020c0a403423" providerId="LiveId" clId="{19513EB1-AC3E-4F61-84D6-0DA1F241EEF1}" dt="2020-07-06T05:58:14.809" v="119" actId="2696"/>
        <pc:sldMkLst>
          <pc:docMk/>
          <pc:sldMk cId="0" sldId="289"/>
        </pc:sldMkLst>
      </pc:sldChg>
      <pc:sldChg chg="del">
        <pc:chgData name="Ravi Sundaram" userId="a7df020c0a403423" providerId="LiveId" clId="{19513EB1-AC3E-4F61-84D6-0DA1F241EEF1}" dt="2020-07-06T05:58:14.818" v="121" actId="2696"/>
        <pc:sldMkLst>
          <pc:docMk/>
          <pc:sldMk cId="1548377129" sldId="290"/>
        </pc:sldMkLst>
      </pc:sldChg>
      <pc:sldChg chg="modSp del modNotesTx">
        <pc:chgData name="Ravi Sundaram" userId="a7df020c0a403423" providerId="LiveId" clId="{19513EB1-AC3E-4F61-84D6-0DA1F241EEF1}" dt="2020-07-09T02:06:51.123" v="949" actId="2696"/>
        <pc:sldMkLst>
          <pc:docMk/>
          <pc:sldMk cId="1873237354" sldId="291"/>
        </pc:sldMkLst>
        <pc:spChg chg="mod">
          <ac:chgData name="Ravi Sundaram" userId="a7df020c0a403423" providerId="LiveId" clId="{19513EB1-AC3E-4F61-84D6-0DA1F241EEF1}" dt="2020-07-09T01:50:18.851" v="738" actId="20577"/>
          <ac:spMkLst>
            <pc:docMk/>
            <pc:sldMk cId="1873237354" sldId="291"/>
            <ac:spMk id="3" creationId="{1C4EFA41-EDF3-4D89-812E-85BCE7B8A73E}"/>
          </ac:spMkLst>
        </pc:spChg>
      </pc:sldChg>
      <pc:sldChg chg="modSp">
        <pc:chgData name="Ravi Sundaram" userId="a7df020c0a403423" providerId="LiveId" clId="{19513EB1-AC3E-4F61-84D6-0DA1F241EEF1}" dt="2020-07-09T01:46:36.426" v="590" actId="20577"/>
        <pc:sldMkLst>
          <pc:docMk/>
          <pc:sldMk cId="2522838261" sldId="292"/>
        </pc:sldMkLst>
        <pc:spChg chg="mod">
          <ac:chgData name="Ravi Sundaram" userId="a7df020c0a403423" providerId="LiveId" clId="{19513EB1-AC3E-4F61-84D6-0DA1F241EEF1}" dt="2020-07-09T01:46:36.426" v="590" actId="20577"/>
          <ac:spMkLst>
            <pc:docMk/>
            <pc:sldMk cId="2522838261" sldId="292"/>
            <ac:spMk id="3" creationId="{2D4E71CA-3D64-48C3-A1BF-F506485AB5D0}"/>
          </ac:spMkLst>
        </pc:spChg>
      </pc:sldChg>
      <pc:sldChg chg="modSp">
        <pc:chgData name="Ravi Sundaram" userId="a7df020c0a403423" providerId="LiveId" clId="{19513EB1-AC3E-4F61-84D6-0DA1F241EEF1}" dt="2020-07-09T01:46:50.138" v="621" actId="20577"/>
        <pc:sldMkLst>
          <pc:docMk/>
          <pc:sldMk cId="2602221767" sldId="293"/>
        </pc:sldMkLst>
        <pc:spChg chg="mod">
          <ac:chgData name="Ravi Sundaram" userId="a7df020c0a403423" providerId="LiveId" clId="{19513EB1-AC3E-4F61-84D6-0DA1F241EEF1}" dt="2020-07-09T01:46:50.138" v="621" actId="20577"/>
          <ac:spMkLst>
            <pc:docMk/>
            <pc:sldMk cId="2602221767" sldId="293"/>
            <ac:spMk id="3" creationId="{2D4E71CA-3D64-48C3-A1BF-F506485AB5D0}"/>
          </ac:spMkLst>
        </pc:spChg>
      </pc:sldChg>
      <pc:sldChg chg="modSp">
        <pc:chgData name="Ravi Sundaram" userId="a7df020c0a403423" providerId="LiveId" clId="{19513EB1-AC3E-4F61-84D6-0DA1F241EEF1}" dt="2020-07-09T01:43:27.747" v="409" actId="20577"/>
        <pc:sldMkLst>
          <pc:docMk/>
          <pc:sldMk cId="2876685785" sldId="298"/>
        </pc:sldMkLst>
        <pc:spChg chg="mod">
          <ac:chgData name="Ravi Sundaram" userId="a7df020c0a403423" providerId="LiveId" clId="{19513EB1-AC3E-4F61-84D6-0DA1F241EEF1}" dt="2020-07-09T01:43:27.747" v="409" actId="20577"/>
          <ac:spMkLst>
            <pc:docMk/>
            <pc:sldMk cId="2876685785" sldId="298"/>
            <ac:spMk id="3" creationId="{2D4E71CA-3D64-48C3-A1BF-F506485AB5D0}"/>
          </ac:spMkLst>
        </pc:spChg>
      </pc:sldChg>
      <pc:sldChg chg="modSp">
        <pc:chgData name="Ravi Sundaram" userId="a7df020c0a403423" providerId="LiveId" clId="{19513EB1-AC3E-4F61-84D6-0DA1F241EEF1}" dt="2020-07-09T01:47:54.766" v="642" actId="12"/>
        <pc:sldMkLst>
          <pc:docMk/>
          <pc:sldMk cId="2572948063" sldId="301"/>
        </pc:sldMkLst>
        <pc:spChg chg="mod">
          <ac:chgData name="Ravi Sundaram" userId="a7df020c0a403423" providerId="LiveId" clId="{19513EB1-AC3E-4F61-84D6-0DA1F241EEF1}" dt="2020-07-09T01:47:54.766" v="642" actId="12"/>
          <ac:spMkLst>
            <pc:docMk/>
            <pc:sldMk cId="2572948063" sldId="301"/>
            <ac:spMk id="3" creationId="{2D4E71CA-3D64-48C3-A1BF-F506485AB5D0}"/>
          </ac:spMkLst>
        </pc:spChg>
      </pc:sldChg>
      <pc:sldChg chg="modSp">
        <pc:chgData name="Ravi Sundaram" userId="a7df020c0a403423" providerId="LiveId" clId="{19513EB1-AC3E-4F61-84D6-0DA1F241EEF1}" dt="2020-07-09T02:05:09.318" v="903" actId="20577"/>
        <pc:sldMkLst>
          <pc:docMk/>
          <pc:sldMk cId="1309514103" sldId="302"/>
        </pc:sldMkLst>
        <pc:spChg chg="mod">
          <ac:chgData name="Ravi Sundaram" userId="a7df020c0a403423" providerId="LiveId" clId="{19513EB1-AC3E-4F61-84D6-0DA1F241EEF1}" dt="2020-07-09T02:05:09.318" v="903" actId="20577"/>
          <ac:spMkLst>
            <pc:docMk/>
            <pc:sldMk cId="1309514103" sldId="302"/>
            <ac:spMk id="3" creationId="{2D4E71CA-3D64-48C3-A1BF-F506485AB5D0}"/>
          </ac:spMkLst>
        </pc:spChg>
      </pc:sldChg>
      <pc:sldChg chg="modSp del">
        <pc:chgData name="Ravi Sundaram" userId="a7df020c0a403423" providerId="LiveId" clId="{19513EB1-AC3E-4F61-84D6-0DA1F241EEF1}" dt="2020-07-09T02:06:53.704" v="950" actId="2696"/>
        <pc:sldMkLst>
          <pc:docMk/>
          <pc:sldMk cId="78219466" sldId="303"/>
        </pc:sldMkLst>
        <pc:spChg chg="mod">
          <ac:chgData name="Ravi Sundaram" userId="a7df020c0a403423" providerId="LiveId" clId="{19513EB1-AC3E-4F61-84D6-0DA1F241EEF1}" dt="2020-07-09T01:50:32.986" v="739" actId="20577"/>
          <ac:spMkLst>
            <pc:docMk/>
            <pc:sldMk cId="78219466" sldId="303"/>
            <ac:spMk id="3" creationId="{1C4EFA41-EDF3-4D89-812E-85BCE7B8A73E}"/>
          </ac:spMkLst>
        </pc:spChg>
      </pc:sldChg>
      <pc:sldChg chg="modSp">
        <pc:chgData name="Ravi Sundaram" userId="a7df020c0a403423" providerId="LiveId" clId="{19513EB1-AC3E-4F61-84D6-0DA1F241EEF1}" dt="2020-07-09T02:06:04.739" v="947" actId="20577"/>
        <pc:sldMkLst>
          <pc:docMk/>
          <pc:sldMk cId="1768516238" sldId="304"/>
        </pc:sldMkLst>
        <pc:spChg chg="mod">
          <ac:chgData name="Ravi Sundaram" userId="a7df020c0a403423" providerId="LiveId" clId="{19513EB1-AC3E-4F61-84D6-0DA1F241EEF1}" dt="2020-07-09T02:05:38.263" v="945" actId="20577"/>
          <ac:spMkLst>
            <pc:docMk/>
            <pc:sldMk cId="1768516238" sldId="304"/>
            <ac:spMk id="2" creationId="{04F1C0EF-92F3-4DD3-9656-EC5DA238C7DD}"/>
          </ac:spMkLst>
        </pc:spChg>
        <pc:spChg chg="mod">
          <ac:chgData name="Ravi Sundaram" userId="a7df020c0a403423" providerId="LiveId" clId="{19513EB1-AC3E-4F61-84D6-0DA1F241EEF1}" dt="2020-07-09T02:06:04.739" v="947" actId="20577"/>
          <ac:spMkLst>
            <pc:docMk/>
            <pc:sldMk cId="1768516238" sldId="304"/>
            <ac:spMk id="3" creationId="{1C4EFA41-EDF3-4D89-812E-85BCE7B8A73E}"/>
          </ac:spMkLst>
        </pc:spChg>
      </pc:sldChg>
      <pc:sldMasterChg chg="delSldLayout">
        <pc:chgData name="Ravi Sundaram" userId="a7df020c0a403423" providerId="LiveId" clId="{19513EB1-AC3E-4F61-84D6-0DA1F241EEF1}" dt="2020-07-06T05:58:14.810" v="120" actId="2696"/>
        <pc:sldMasterMkLst>
          <pc:docMk/>
          <pc:sldMasterMk cId="2006853913" sldId="2147483648"/>
        </pc:sldMasterMkLst>
        <pc:sldLayoutChg chg="del">
          <pc:chgData name="Ravi Sundaram" userId="a7df020c0a403423" providerId="LiveId" clId="{19513EB1-AC3E-4F61-84D6-0DA1F241EEF1}" dt="2020-07-06T05:58:14.810" v="120" actId="2696"/>
          <pc:sldLayoutMkLst>
            <pc:docMk/>
            <pc:sldMasterMk cId="2006853913" sldId="2147483648"/>
            <pc:sldLayoutMk cId="1015555657" sldId="2147483662"/>
          </pc:sldLayoutMkLst>
        </pc:sldLayoutChg>
      </pc:sldMasterChg>
    </pc:docChg>
  </pc:docChgLst>
  <pc:docChgLst>
    <pc:chgData name="Ravi Sundaram" userId="a7df020c0a403423" providerId="LiveId" clId="{080751A1-5FB8-48F9-AC91-3A4745451AF4}"/>
    <pc:docChg chg="custSel addSld delSld modSld">
      <pc:chgData name="Ravi Sundaram" userId="a7df020c0a403423" providerId="LiveId" clId="{080751A1-5FB8-48F9-AC91-3A4745451AF4}" dt="2020-07-10T02:17:48.113" v="1423" actId="20577"/>
      <pc:docMkLst>
        <pc:docMk/>
      </pc:docMkLst>
      <pc:sldChg chg="modSp">
        <pc:chgData name="Ravi Sundaram" userId="a7df020c0a403423" providerId="LiveId" clId="{080751A1-5FB8-48F9-AC91-3A4745451AF4}" dt="2020-07-09T22:33:02.526" v="75" actId="20577"/>
        <pc:sldMkLst>
          <pc:docMk/>
          <pc:sldMk cId="4099122483" sldId="257"/>
        </pc:sldMkLst>
        <pc:spChg chg="mod">
          <ac:chgData name="Ravi Sundaram" userId="a7df020c0a403423" providerId="LiveId" clId="{080751A1-5FB8-48F9-AC91-3A4745451AF4}" dt="2020-07-09T22:33:02.526" v="75" actId="20577"/>
          <ac:spMkLst>
            <pc:docMk/>
            <pc:sldMk cId="4099122483" sldId="257"/>
            <ac:spMk id="2" creationId="{80797C44-BBD0-4A67-A16E-1796651C5A29}"/>
          </ac:spMkLst>
        </pc:spChg>
      </pc:sldChg>
      <pc:sldChg chg="modSp">
        <pc:chgData name="Ravi Sundaram" userId="a7df020c0a403423" providerId="LiveId" clId="{080751A1-5FB8-48F9-AC91-3A4745451AF4}" dt="2020-07-10T00:31:01.275" v="97" actId="20577"/>
        <pc:sldMkLst>
          <pc:docMk/>
          <pc:sldMk cId="3479009568" sldId="258"/>
        </pc:sldMkLst>
        <pc:spChg chg="mod">
          <ac:chgData name="Ravi Sundaram" userId="a7df020c0a403423" providerId="LiveId" clId="{080751A1-5FB8-48F9-AC91-3A4745451AF4}" dt="2020-07-10T00:31:01.275" v="97" actId="20577"/>
          <ac:spMkLst>
            <pc:docMk/>
            <pc:sldMk cId="3479009568" sldId="258"/>
            <ac:spMk id="3" creationId="{03364FEF-F44A-4071-922A-E51980E95FCC}"/>
          </ac:spMkLst>
        </pc:spChg>
      </pc:sldChg>
      <pc:sldChg chg="modSp add">
        <pc:chgData name="Ravi Sundaram" userId="a7df020c0a403423" providerId="LiveId" clId="{080751A1-5FB8-48F9-AC91-3A4745451AF4}" dt="2020-07-10T00:32:24.356" v="111" actId="20577"/>
        <pc:sldMkLst>
          <pc:docMk/>
          <pc:sldMk cId="2070658356" sldId="259"/>
        </pc:sldMkLst>
        <pc:spChg chg="mod">
          <ac:chgData name="Ravi Sundaram" userId="a7df020c0a403423" providerId="LiveId" clId="{080751A1-5FB8-48F9-AC91-3A4745451AF4}" dt="2020-07-10T00:32:24.356" v="111" actId="20577"/>
          <ac:spMkLst>
            <pc:docMk/>
            <pc:sldMk cId="2070658356" sldId="259"/>
            <ac:spMk id="3" creationId="{1C4EFA41-EDF3-4D89-812E-85BCE7B8A73E}"/>
          </ac:spMkLst>
        </pc:spChg>
      </pc:sldChg>
      <pc:sldChg chg="del">
        <pc:chgData name="Ravi Sundaram" userId="a7df020c0a403423" providerId="LiveId" clId="{080751A1-5FB8-48F9-AC91-3A4745451AF4}" dt="2020-07-10T00:26:22.715" v="81" actId="2696"/>
        <pc:sldMkLst>
          <pc:docMk/>
          <pc:sldMk cId="2522838261" sldId="292"/>
        </pc:sldMkLst>
      </pc:sldChg>
      <pc:sldChg chg="del">
        <pc:chgData name="Ravi Sundaram" userId="a7df020c0a403423" providerId="LiveId" clId="{080751A1-5FB8-48F9-AC91-3A4745451AF4}" dt="2020-07-10T00:26:22.728" v="82" actId="2696"/>
        <pc:sldMkLst>
          <pc:docMk/>
          <pc:sldMk cId="2602221767" sldId="293"/>
        </pc:sldMkLst>
      </pc:sldChg>
      <pc:sldChg chg="del">
        <pc:chgData name="Ravi Sundaram" userId="a7df020c0a403423" providerId="LiveId" clId="{080751A1-5FB8-48F9-AC91-3A4745451AF4}" dt="2020-07-10T00:26:22.668" v="77" actId="2696"/>
        <pc:sldMkLst>
          <pc:docMk/>
          <pc:sldMk cId="4249748749" sldId="294"/>
        </pc:sldMkLst>
      </pc:sldChg>
      <pc:sldChg chg="del">
        <pc:chgData name="Ravi Sundaram" userId="a7df020c0a403423" providerId="LiveId" clId="{080751A1-5FB8-48F9-AC91-3A4745451AF4}" dt="2020-07-10T00:26:22.683" v="78" actId="2696"/>
        <pc:sldMkLst>
          <pc:docMk/>
          <pc:sldMk cId="3777554877" sldId="295"/>
        </pc:sldMkLst>
      </pc:sldChg>
      <pc:sldChg chg="del">
        <pc:chgData name="Ravi Sundaram" userId="a7df020c0a403423" providerId="LiveId" clId="{080751A1-5FB8-48F9-AC91-3A4745451AF4}" dt="2020-07-10T00:26:22.694" v="79" actId="2696"/>
        <pc:sldMkLst>
          <pc:docMk/>
          <pc:sldMk cId="3801658020" sldId="296"/>
        </pc:sldMkLst>
      </pc:sldChg>
      <pc:sldChg chg="del">
        <pc:chgData name="Ravi Sundaram" userId="a7df020c0a403423" providerId="LiveId" clId="{080751A1-5FB8-48F9-AC91-3A4745451AF4}" dt="2020-07-10T00:26:22.705" v="80" actId="2696"/>
        <pc:sldMkLst>
          <pc:docMk/>
          <pc:sldMk cId="2780867210" sldId="297"/>
        </pc:sldMkLst>
      </pc:sldChg>
      <pc:sldChg chg="del">
        <pc:chgData name="Ravi Sundaram" userId="a7df020c0a403423" providerId="LiveId" clId="{080751A1-5FB8-48F9-AC91-3A4745451AF4}" dt="2020-07-10T00:26:22.739" v="83" actId="2696"/>
        <pc:sldMkLst>
          <pc:docMk/>
          <pc:sldMk cId="2876685785" sldId="298"/>
        </pc:sldMkLst>
      </pc:sldChg>
      <pc:sldChg chg="del">
        <pc:chgData name="Ravi Sundaram" userId="a7df020c0a403423" providerId="LiveId" clId="{080751A1-5FB8-48F9-AC91-3A4745451AF4}" dt="2020-07-10T00:26:22.757" v="84" actId="2696"/>
        <pc:sldMkLst>
          <pc:docMk/>
          <pc:sldMk cId="3039323288" sldId="300"/>
        </pc:sldMkLst>
      </pc:sldChg>
      <pc:sldChg chg="del">
        <pc:chgData name="Ravi Sundaram" userId="a7df020c0a403423" providerId="LiveId" clId="{080751A1-5FB8-48F9-AC91-3A4745451AF4}" dt="2020-07-10T00:26:22.770" v="85" actId="2696"/>
        <pc:sldMkLst>
          <pc:docMk/>
          <pc:sldMk cId="2572948063" sldId="301"/>
        </pc:sldMkLst>
      </pc:sldChg>
      <pc:sldChg chg="del">
        <pc:chgData name="Ravi Sundaram" userId="a7df020c0a403423" providerId="LiveId" clId="{080751A1-5FB8-48F9-AC91-3A4745451AF4}" dt="2020-07-10T00:26:22.781" v="86" actId="2696"/>
        <pc:sldMkLst>
          <pc:docMk/>
          <pc:sldMk cId="1309514103" sldId="302"/>
        </pc:sldMkLst>
      </pc:sldChg>
      <pc:sldChg chg="del">
        <pc:chgData name="Ravi Sundaram" userId="a7df020c0a403423" providerId="LiveId" clId="{080751A1-5FB8-48F9-AC91-3A4745451AF4}" dt="2020-07-10T00:26:22.795" v="87" actId="2696"/>
        <pc:sldMkLst>
          <pc:docMk/>
          <pc:sldMk cId="1768516238" sldId="304"/>
        </pc:sldMkLst>
      </pc:sldChg>
      <pc:sldChg chg="modSp add">
        <pc:chgData name="Ravi Sundaram" userId="a7df020c0a403423" providerId="LiveId" clId="{080751A1-5FB8-48F9-AC91-3A4745451AF4}" dt="2020-07-10T01:27:57.173" v="130" actId="20577"/>
        <pc:sldMkLst>
          <pc:docMk/>
          <pc:sldMk cId="3455594306" sldId="305"/>
        </pc:sldMkLst>
        <pc:spChg chg="mod">
          <ac:chgData name="Ravi Sundaram" userId="a7df020c0a403423" providerId="LiveId" clId="{080751A1-5FB8-48F9-AC91-3A4745451AF4}" dt="2020-07-10T01:27:57.173" v="130" actId="20577"/>
          <ac:spMkLst>
            <pc:docMk/>
            <pc:sldMk cId="3455594306" sldId="305"/>
            <ac:spMk id="3" creationId="{1C4EFA41-EDF3-4D89-812E-85BCE7B8A73E}"/>
          </ac:spMkLst>
        </pc:spChg>
      </pc:sldChg>
      <pc:sldChg chg="modSp add">
        <pc:chgData name="Ravi Sundaram" userId="a7df020c0a403423" providerId="LiveId" clId="{080751A1-5FB8-48F9-AC91-3A4745451AF4}" dt="2020-07-10T01:33:19.811" v="283" actId="20577"/>
        <pc:sldMkLst>
          <pc:docMk/>
          <pc:sldMk cId="202630305" sldId="306"/>
        </pc:sldMkLst>
        <pc:spChg chg="mod">
          <ac:chgData name="Ravi Sundaram" userId="a7df020c0a403423" providerId="LiveId" clId="{080751A1-5FB8-48F9-AC91-3A4745451AF4}" dt="2020-07-10T01:28:50.439" v="174" actId="20577"/>
          <ac:spMkLst>
            <pc:docMk/>
            <pc:sldMk cId="202630305" sldId="306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1:33:19.811" v="283" actId="20577"/>
          <ac:spMkLst>
            <pc:docMk/>
            <pc:sldMk cId="202630305" sldId="306"/>
            <ac:spMk id="3" creationId="{1C4EFA41-EDF3-4D89-812E-85BCE7B8A73E}"/>
          </ac:spMkLst>
        </pc:spChg>
      </pc:sldChg>
      <pc:sldChg chg="modSp add">
        <pc:chgData name="Ravi Sundaram" userId="a7df020c0a403423" providerId="LiveId" clId="{080751A1-5FB8-48F9-AC91-3A4745451AF4}" dt="2020-07-10T01:42:41.342" v="651" actId="947"/>
        <pc:sldMkLst>
          <pc:docMk/>
          <pc:sldMk cId="2506444983" sldId="307"/>
        </pc:sldMkLst>
        <pc:spChg chg="mod">
          <ac:chgData name="Ravi Sundaram" userId="a7df020c0a403423" providerId="LiveId" clId="{080751A1-5FB8-48F9-AC91-3A4745451AF4}" dt="2020-07-10T01:34:39.549" v="293" actId="20577"/>
          <ac:spMkLst>
            <pc:docMk/>
            <pc:sldMk cId="2506444983" sldId="307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1:42:41.342" v="651" actId="947"/>
          <ac:spMkLst>
            <pc:docMk/>
            <pc:sldMk cId="2506444983" sldId="307"/>
            <ac:spMk id="3" creationId="{1C4EFA41-EDF3-4D89-812E-85BCE7B8A73E}"/>
          </ac:spMkLst>
        </pc:spChg>
      </pc:sldChg>
      <pc:sldChg chg="addSp delSp modSp add">
        <pc:chgData name="Ravi Sundaram" userId="a7df020c0a403423" providerId="LiveId" clId="{080751A1-5FB8-48F9-AC91-3A4745451AF4}" dt="2020-07-10T01:57:25.952" v="910" actId="207"/>
        <pc:sldMkLst>
          <pc:docMk/>
          <pc:sldMk cId="2965344762" sldId="308"/>
        </pc:sldMkLst>
        <pc:spChg chg="mod">
          <ac:chgData name="Ravi Sundaram" userId="a7df020c0a403423" providerId="LiveId" clId="{080751A1-5FB8-48F9-AC91-3A4745451AF4}" dt="2020-07-10T01:44:24.868" v="678" actId="20577"/>
          <ac:spMkLst>
            <pc:docMk/>
            <pc:sldMk cId="2965344762" sldId="308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1:50:32.570" v="824" actId="14100"/>
          <ac:spMkLst>
            <pc:docMk/>
            <pc:sldMk cId="2965344762" sldId="308"/>
            <ac:spMk id="3" creationId="{1C4EFA41-EDF3-4D89-812E-85BCE7B8A73E}"/>
          </ac:spMkLst>
        </pc:spChg>
        <pc:spChg chg="add mod">
          <ac:chgData name="Ravi Sundaram" userId="a7df020c0a403423" providerId="LiveId" clId="{080751A1-5FB8-48F9-AC91-3A4745451AF4}" dt="2020-07-10T01:52:31.317" v="853" actId="1076"/>
          <ac:spMkLst>
            <pc:docMk/>
            <pc:sldMk cId="2965344762" sldId="308"/>
            <ac:spMk id="11" creationId="{C417491F-09B5-49C5-9CD7-6D0A7A92FB16}"/>
          </ac:spMkLst>
        </pc:spChg>
        <pc:spChg chg="add mod">
          <ac:chgData name="Ravi Sundaram" userId="a7df020c0a403423" providerId="LiveId" clId="{080751A1-5FB8-48F9-AC91-3A4745451AF4}" dt="2020-07-10T01:52:41.867" v="860" actId="20577"/>
          <ac:spMkLst>
            <pc:docMk/>
            <pc:sldMk cId="2965344762" sldId="308"/>
            <ac:spMk id="12" creationId="{4114CE50-24C8-4310-9911-3ECE23DD922C}"/>
          </ac:spMkLst>
        </pc:spChg>
        <pc:spChg chg="add mod">
          <ac:chgData name="Ravi Sundaram" userId="a7df020c0a403423" providerId="LiveId" clId="{080751A1-5FB8-48F9-AC91-3A4745451AF4}" dt="2020-07-10T01:54:55.034" v="888" actId="207"/>
          <ac:spMkLst>
            <pc:docMk/>
            <pc:sldMk cId="2965344762" sldId="308"/>
            <ac:spMk id="19" creationId="{8531D519-CD89-4045-98F1-02F7315AC5DD}"/>
          </ac:spMkLst>
        </pc:spChg>
        <pc:spChg chg="add mod">
          <ac:chgData name="Ravi Sundaram" userId="a7df020c0a403423" providerId="LiveId" clId="{080751A1-5FB8-48F9-AC91-3A4745451AF4}" dt="2020-07-10T01:57:25.952" v="910" actId="207"/>
          <ac:spMkLst>
            <pc:docMk/>
            <pc:sldMk cId="2965344762" sldId="308"/>
            <ac:spMk id="33" creationId="{96492979-318C-471B-B380-05549DB7EB3E}"/>
          </ac:spMkLst>
        </pc:spChg>
        <pc:cxnChg chg="add del mod">
          <ac:chgData name="Ravi Sundaram" userId="a7df020c0a403423" providerId="LiveId" clId="{080751A1-5FB8-48F9-AC91-3A4745451AF4}" dt="2020-07-10T01:53:41.819" v="864" actId="478"/>
          <ac:cxnSpMkLst>
            <pc:docMk/>
            <pc:sldMk cId="2965344762" sldId="308"/>
            <ac:cxnSpMk id="5" creationId="{0BFD1F8E-2263-4E5A-A295-9886D4F52E18}"/>
          </ac:cxnSpMkLst>
        </pc:cxnChg>
        <pc:cxnChg chg="add mod">
          <ac:chgData name="Ravi Sundaram" userId="a7df020c0a403423" providerId="LiveId" clId="{080751A1-5FB8-48F9-AC91-3A4745451AF4}" dt="2020-07-10T01:51:23.542" v="829" actId="692"/>
          <ac:cxnSpMkLst>
            <pc:docMk/>
            <pc:sldMk cId="2965344762" sldId="308"/>
            <ac:cxnSpMk id="7" creationId="{12AED8AD-5C1D-4CF7-B491-390E8D07A10B}"/>
          </ac:cxnSpMkLst>
        </pc:cxnChg>
        <pc:cxnChg chg="add del mod">
          <ac:chgData name="Ravi Sundaram" userId="a7df020c0a403423" providerId="LiveId" clId="{080751A1-5FB8-48F9-AC91-3A4745451AF4}" dt="2020-07-10T01:53:29.769" v="862" actId="478"/>
          <ac:cxnSpMkLst>
            <pc:docMk/>
            <pc:sldMk cId="2965344762" sldId="308"/>
            <ac:cxnSpMk id="8" creationId="{5932A7FC-57E3-4307-8AF4-ED89A1CF9B12}"/>
          </ac:cxnSpMkLst>
        </pc:cxnChg>
        <pc:cxnChg chg="add mod">
          <ac:chgData name="Ravi Sundaram" userId="a7df020c0a403423" providerId="LiveId" clId="{080751A1-5FB8-48F9-AC91-3A4745451AF4}" dt="2020-07-10T01:54:11.175" v="870" actId="692"/>
          <ac:cxnSpMkLst>
            <pc:docMk/>
            <pc:sldMk cId="2965344762" sldId="308"/>
            <ac:cxnSpMk id="14" creationId="{3982F9A8-E514-4834-8FDB-28D55DA760DF}"/>
          </ac:cxnSpMkLst>
        </pc:cxnChg>
        <pc:cxnChg chg="add mod">
          <ac:chgData name="Ravi Sundaram" userId="a7df020c0a403423" providerId="LiveId" clId="{080751A1-5FB8-48F9-AC91-3A4745451AF4}" dt="2020-07-10T01:53:57.434" v="867" actId="14100"/>
          <ac:cxnSpMkLst>
            <pc:docMk/>
            <pc:sldMk cId="2965344762" sldId="308"/>
            <ac:cxnSpMk id="15" creationId="{3476262C-D58B-4E6B-982B-4EAC1FE3EB8F}"/>
          </ac:cxnSpMkLst>
        </pc:cxnChg>
        <pc:cxnChg chg="add del">
          <ac:chgData name="Ravi Sundaram" userId="a7df020c0a403423" providerId="LiveId" clId="{080751A1-5FB8-48F9-AC91-3A4745451AF4}" dt="2020-07-10T01:54:23.458" v="872"/>
          <ac:cxnSpMkLst>
            <pc:docMk/>
            <pc:sldMk cId="2965344762" sldId="308"/>
            <ac:cxnSpMk id="18" creationId="{70C28DF8-6103-45D2-9F37-B49A6F23D200}"/>
          </ac:cxnSpMkLst>
        </pc:cxnChg>
        <pc:cxnChg chg="add mod">
          <ac:chgData name="Ravi Sundaram" userId="a7df020c0a403423" providerId="LiveId" clId="{080751A1-5FB8-48F9-AC91-3A4745451AF4}" dt="2020-07-10T01:55:54.161" v="892" actId="692"/>
          <ac:cxnSpMkLst>
            <pc:docMk/>
            <pc:sldMk cId="2965344762" sldId="308"/>
            <ac:cxnSpMk id="21" creationId="{841375BF-A7E1-4A7D-95BB-D4945A3CDA31}"/>
          </ac:cxnSpMkLst>
        </pc:cxnChg>
        <pc:cxnChg chg="add mod">
          <ac:chgData name="Ravi Sundaram" userId="a7df020c0a403423" providerId="LiveId" clId="{080751A1-5FB8-48F9-AC91-3A4745451AF4}" dt="2020-07-10T01:56:24.112" v="896" actId="14100"/>
          <ac:cxnSpMkLst>
            <pc:docMk/>
            <pc:sldMk cId="2965344762" sldId="308"/>
            <ac:cxnSpMk id="22" creationId="{D22E35DE-8273-4AAE-9B80-948145B11870}"/>
          </ac:cxnSpMkLst>
        </pc:cxnChg>
        <pc:cxnChg chg="add mod">
          <ac:chgData name="Ravi Sundaram" userId="a7df020c0a403423" providerId="LiveId" clId="{080751A1-5FB8-48F9-AC91-3A4745451AF4}" dt="2020-07-10T01:56:38.527" v="899" actId="14100"/>
          <ac:cxnSpMkLst>
            <pc:docMk/>
            <pc:sldMk cId="2965344762" sldId="308"/>
            <ac:cxnSpMk id="26" creationId="{D67E2CB7-97AF-4A79-ACAE-1F9D8BF98F40}"/>
          </ac:cxnSpMkLst>
        </pc:cxnChg>
        <pc:cxnChg chg="add mod">
          <ac:chgData name="Ravi Sundaram" userId="a7df020c0a403423" providerId="LiveId" clId="{080751A1-5FB8-48F9-AC91-3A4745451AF4}" dt="2020-07-10T01:57:02.920" v="905" actId="14100"/>
          <ac:cxnSpMkLst>
            <pc:docMk/>
            <pc:sldMk cId="2965344762" sldId="308"/>
            <ac:cxnSpMk id="28" creationId="{570512CB-5015-42E2-8357-05DBB471F8A4}"/>
          </ac:cxnSpMkLst>
        </pc:cxnChg>
      </pc:sldChg>
      <pc:sldChg chg="modSp add">
        <pc:chgData name="Ravi Sundaram" userId="a7df020c0a403423" providerId="LiveId" clId="{080751A1-5FB8-48F9-AC91-3A4745451AF4}" dt="2020-07-10T02:06:53.457" v="1213" actId="20577"/>
        <pc:sldMkLst>
          <pc:docMk/>
          <pc:sldMk cId="380021759" sldId="309"/>
        </pc:sldMkLst>
        <pc:spChg chg="mod">
          <ac:chgData name="Ravi Sundaram" userId="a7df020c0a403423" providerId="LiveId" clId="{080751A1-5FB8-48F9-AC91-3A4745451AF4}" dt="2020-07-10T01:59:51.186" v="973" actId="20577"/>
          <ac:spMkLst>
            <pc:docMk/>
            <pc:sldMk cId="380021759" sldId="309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2:06:53.457" v="1213" actId="20577"/>
          <ac:spMkLst>
            <pc:docMk/>
            <pc:sldMk cId="380021759" sldId="309"/>
            <ac:spMk id="3" creationId="{1C4EFA41-EDF3-4D89-812E-85BCE7B8A73E}"/>
          </ac:spMkLst>
        </pc:spChg>
      </pc:sldChg>
      <pc:sldChg chg="modSp add">
        <pc:chgData name="Ravi Sundaram" userId="a7df020c0a403423" providerId="LiveId" clId="{080751A1-5FB8-48F9-AC91-3A4745451AF4}" dt="2020-07-10T02:11:04.160" v="1261" actId="20577"/>
        <pc:sldMkLst>
          <pc:docMk/>
          <pc:sldMk cId="2211901668" sldId="310"/>
        </pc:sldMkLst>
        <pc:spChg chg="mod">
          <ac:chgData name="Ravi Sundaram" userId="a7df020c0a403423" providerId="LiveId" clId="{080751A1-5FB8-48F9-AC91-3A4745451AF4}" dt="2020-07-10T02:05:14.123" v="1164" actId="20577"/>
          <ac:spMkLst>
            <pc:docMk/>
            <pc:sldMk cId="2211901668" sldId="310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2:11:04.160" v="1261" actId="20577"/>
          <ac:spMkLst>
            <pc:docMk/>
            <pc:sldMk cId="2211901668" sldId="310"/>
            <ac:spMk id="3" creationId="{1C4EFA41-EDF3-4D89-812E-85BCE7B8A73E}"/>
          </ac:spMkLst>
        </pc:spChg>
      </pc:sldChg>
      <pc:sldChg chg="modSp add">
        <pc:chgData name="Ravi Sundaram" userId="a7df020c0a403423" providerId="LiveId" clId="{080751A1-5FB8-48F9-AC91-3A4745451AF4}" dt="2020-07-10T02:14:09.254" v="1380" actId="20577"/>
        <pc:sldMkLst>
          <pc:docMk/>
          <pc:sldMk cId="335736984" sldId="311"/>
        </pc:sldMkLst>
        <pc:spChg chg="mod">
          <ac:chgData name="Ravi Sundaram" userId="a7df020c0a403423" providerId="LiveId" clId="{080751A1-5FB8-48F9-AC91-3A4745451AF4}" dt="2020-07-10T02:12:02.354" v="1299" actId="20577"/>
          <ac:spMkLst>
            <pc:docMk/>
            <pc:sldMk cId="335736984" sldId="311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2:14:09.254" v="1380" actId="20577"/>
          <ac:spMkLst>
            <pc:docMk/>
            <pc:sldMk cId="335736984" sldId="311"/>
            <ac:spMk id="3" creationId="{1C4EFA41-EDF3-4D89-812E-85BCE7B8A73E}"/>
          </ac:spMkLst>
        </pc:spChg>
      </pc:sldChg>
      <pc:sldChg chg="modSp add">
        <pc:chgData name="Ravi Sundaram" userId="a7df020c0a403423" providerId="LiveId" clId="{080751A1-5FB8-48F9-AC91-3A4745451AF4}" dt="2020-07-10T02:17:48.113" v="1423" actId="20577"/>
        <pc:sldMkLst>
          <pc:docMk/>
          <pc:sldMk cId="3625756718" sldId="312"/>
        </pc:sldMkLst>
        <pc:spChg chg="mod">
          <ac:chgData name="Ravi Sundaram" userId="a7df020c0a403423" providerId="LiveId" clId="{080751A1-5FB8-48F9-AC91-3A4745451AF4}" dt="2020-07-10T02:15:18.774" v="1390" actId="20577"/>
          <ac:spMkLst>
            <pc:docMk/>
            <pc:sldMk cId="3625756718" sldId="312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2:17:48.113" v="1423" actId="20577"/>
          <ac:spMkLst>
            <pc:docMk/>
            <pc:sldMk cId="3625756718" sldId="312"/>
            <ac:spMk id="3" creationId="{1C4EFA41-EDF3-4D89-812E-85BCE7B8A73E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image" Target="../media/image7.emf"/><Relationship Id="rId4" Type="http://schemas.openxmlformats.org/officeDocument/2006/relationships/image" Target="../media/image1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73B14-E03D-4C36-A9A9-DDF34C9C76C4}" type="datetimeFigureOut">
              <a:rPr lang="en-US" smtClean="0"/>
              <a:t>07-Sep-20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575FB-1220-46CE-B9EB-2DF038F4E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96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7B66A-B261-4E9B-B884-0E08F3996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6F6A9-CB80-4838-9194-C1D480650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8C919-F7DB-4D92-8230-BE2600AD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07-Sep-20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02EAE-90CF-42E4-9D14-B51C620FC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72B40-2763-4320-95FD-79EAF493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65F9D-EB46-464A-9C1F-36F52A033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E2D95-61E5-4BA6-A5CA-989CDDC25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30BF0-DEA8-4F87-8199-C96828545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07-Sep-20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42B86-28A3-44DB-9CFB-1A1C0FF4A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0C2B3-6C04-46A0-8FA7-0063446F2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22C2D-7AD7-4039-949A-2027C8F80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EFC05-C3D5-426B-A838-A7F0C5261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9E0A-1F89-4190-BC9C-B9E9F0997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07-Sep-20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B166D-848F-4CB8-8A44-D60A37F50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D63A5-CC65-4162-9521-BA95ECD3D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02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54BD8-C0A3-43A7-9732-BA4FD6FF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5813D-6C9D-4545-AA01-E0C57C9098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9235D6-133C-4A12-BD8B-3A15F48D5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C587C-1331-44D1-83D3-0B8854C24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07-Sep-20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3FC86-6C1E-499F-AB30-D19B24A0A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2A89-22C3-45AD-BCD2-6FF037FC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811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58E2-82E8-4BD5-A304-4EF171821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01953-3B7F-4B14-9B3B-0BA693B2F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8E5DE-211A-4124-9442-641AEE501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484F4D-9B29-47E3-8C8A-D2DF81EC0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4DC0E2-E01E-4DBE-A2D7-E8BD341921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33BCC3-372E-4D85-A683-9274F59CF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07-Sep-20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1154E9-9F74-429E-86F9-69DD81D59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7C6BB3-2072-4777-B179-8FB5A8F78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950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94A6-5DF6-47C6-B60B-99F61A5FF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81011E-25AB-4FB9-A747-F1E58849D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07-Sep-20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4F2190-B682-4144-983C-080CBD314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9E53F1-0E9A-4302-B4D8-60A31EE14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93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80136C-067E-49CF-BEFB-07DCD05CC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07-Sep-20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DB2C96-B1E3-42ED-8203-CA1BD4250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33A53-F566-47F1-8F54-EB975B360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508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5B4A-0671-47E5-83D9-49994E714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B3781-23BB-4681-AA1A-3F931A427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8D9E8-D8B4-462F-9876-EE4339BB1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8E83D1-9453-43F1-8018-1094AF33D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07-Sep-20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7543E-4DA3-46F9-B662-BC517F2B4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56846-A283-4D1C-B6E2-BA550C209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3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F9D4D-C3DE-4F73-A1E1-0879EC66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351224-56BF-4517-B358-05EEB2CCBA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59471-0385-4433-8AFE-F7A59EC03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6818A-4939-449E-A64E-08F4AE8EE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07-Sep-20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08150-FC02-4AE2-ADA5-62EEC4241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A9674-8609-4504-A853-B14F9D05C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10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C15A7-2E0C-4D10-A18E-6D4C8C5BF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9F29E-B286-4821-873A-4EEBDDA90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EC13E-20DD-4FA1-84FA-0DC0C2686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07-Sep-20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F46F0-D564-4E7F-94CB-C728ED71A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677A7-30EC-4454-BE13-EDADC1B54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299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538BB8-1524-4263-8145-DD7BF0F6D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F6161-598E-41A1-94D4-0CB9C5F32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ABBA5-CB02-4CF4-834F-78CD0EE3F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07-Sep-20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05DEC-DA76-449C-95DA-37378675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DEDC1-4F32-4D8B-9B85-B93C062C2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90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0F615-C80C-4577-B8C0-60EF203ED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3CD97-97A8-4B3D-BCFA-4F23FDA8F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A63E9-8815-42F1-8F7E-8D0C3C0A3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0D9C8-F031-4208-B5FA-65A96CC7B6FA}" type="datetimeFigureOut">
              <a:rPr lang="en-US" smtClean="0"/>
              <a:t>07-Sep-20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CAB7F-DC4A-450A-8EC8-53CB35CF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3FE77-9520-40B4-AF8F-7D8D9CC0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BE43-225A-480C-9C42-2CD467CB4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0629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1FD75-4EA0-492F-BF12-B79E79F63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FA7A9A-7AB0-4835-B99C-FC240E7B64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L2.</a:t>
            </a:r>
            <a:fld id="{00947AF7-6B57-49E7-9462-FCC01CFF1FD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0454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83CAB-A5A6-4427-9403-D15078A23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33D35-FFB0-41EC-B656-BBA19813B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EF149-9FF9-44EA-A48F-86A3F23EE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7C2BA-BD82-4009-A526-3CB63542CE01}" type="datetimeFigureOut">
              <a:rPr lang="en-US" smtClean="0"/>
              <a:t>07-Sep-20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134C8-0AC4-4373-84B9-4926B6707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6F41-206B-4D3D-BD01-1955F6F68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75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0244C0-42D6-467E-A100-0E78E127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97938-D6DE-4603-956D-AFF345DF4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ADE1D-8F0D-48D6-B74C-332A21BE5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0D9C8-F031-4208-B5FA-65A96CC7B6FA}" type="datetimeFigureOut">
              <a:rPr lang="en-US" smtClean="0"/>
              <a:t>07-Sep-20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DDDC5-B42E-4025-9BA1-A73D4D3EF6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247E8-581C-41DA-849A-F588F0821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9BE43-225A-480C-9C42-2CD467CB4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53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4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0.emf"/><Relationship Id="rId4" Type="http://schemas.openxmlformats.org/officeDocument/2006/relationships/image" Target="../media/image7.emf"/><Relationship Id="rId9" Type="http://schemas.openxmlformats.org/officeDocument/2006/relationships/oleObject" Target="../embeddings/oleObject10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97C44-BBD0-4A67-A16E-1796651C5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819" y="1204598"/>
            <a:ext cx="9144000" cy="3843765"/>
          </a:xfrm>
        </p:spPr>
        <p:txBody>
          <a:bodyPr>
            <a:noAutofit/>
          </a:bodyPr>
          <a:lstStyle/>
          <a:p>
            <a:r>
              <a:rPr lang="en-US" sz="4000" u="sng" dirty="0"/>
              <a:t>CS5800 – ALGORITHMS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MODULE 3. DIVIDE &amp; CONQUER - I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Lesson 1</a:t>
            </a:r>
            <a:r>
              <a:rPr lang="en-US" sz="4000"/>
              <a:t>: Recurrences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58199E-2156-4542-B134-D3536A98A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2819" y="5688991"/>
            <a:ext cx="9144000" cy="477733"/>
          </a:xfrm>
        </p:spPr>
        <p:txBody>
          <a:bodyPr/>
          <a:lstStyle/>
          <a:p>
            <a:r>
              <a:rPr lang="en-US" u="sng" dirty="0"/>
              <a:t>Ravi Sundaram</a:t>
            </a:r>
          </a:p>
        </p:txBody>
      </p:sp>
    </p:spTree>
    <p:extLst>
      <p:ext uri="{BB962C8B-B14F-4D97-AF65-F5344CB8AC3E}">
        <p14:creationId xmlns:p14="http://schemas.microsoft.com/office/powerpoint/2010/main" val="4099122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Divide &amp; Conquer – What is it</a:t>
            </a:r>
          </a:p>
          <a:p>
            <a:r>
              <a:rPr lang="en-US" dirty="0"/>
              <a:t>Binary Search – example of Divide &amp; Conquer</a:t>
            </a:r>
          </a:p>
          <a:p>
            <a:r>
              <a:rPr lang="en-US" dirty="0"/>
              <a:t>Recurrences</a:t>
            </a:r>
          </a:p>
          <a:p>
            <a:r>
              <a:rPr lang="en-US" dirty="0"/>
              <a:t>Guess &amp; Check</a:t>
            </a:r>
          </a:p>
          <a:p>
            <a:r>
              <a:rPr lang="en-US" dirty="0"/>
              <a:t>Recursion Tree</a:t>
            </a:r>
          </a:p>
          <a:p>
            <a:r>
              <a:rPr lang="en-US" dirty="0"/>
              <a:t>Summary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479009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&amp; Conquer – What is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/>
          </a:p>
          <a:p>
            <a:r>
              <a:rPr lang="en-US" dirty="0"/>
              <a:t>Political advice often attributed to Alexander the Great’s father Philip, but certainly older</a:t>
            </a:r>
          </a:p>
          <a:p>
            <a:r>
              <a:rPr lang="en-US" dirty="0"/>
              <a:t>The idea: crush the resistance by dividing it up - ensure they can’t ally with each other against you</a:t>
            </a:r>
          </a:p>
          <a:p>
            <a:r>
              <a:rPr lang="en-US" dirty="0"/>
              <a:t>In D&amp;C algorithms, the data parts are separated and can’t “talk to each other” until after the subproblems are solved</a:t>
            </a:r>
          </a:p>
          <a:p>
            <a:r>
              <a:rPr lang="en-US" dirty="0"/>
              <a:t>But you’ve eventually got to get everything under control, provide the “glue” that keeps the empire together - that’s often the hard part in algorithms</a:t>
            </a:r>
          </a:p>
          <a:p>
            <a:r>
              <a:rPr lang="en-US" dirty="0"/>
              <a:t>Alexander tried to provide “cultural” glue for his conquests, but the empire still fell apart after he died</a:t>
            </a:r>
          </a:p>
          <a:p>
            <a:pPr marL="0" indent="0">
              <a:buNone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622130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&amp; Conquer – What is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To divide and conquer, think about how you could:</a:t>
            </a:r>
          </a:p>
          <a:p>
            <a:r>
              <a:rPr lang="en-US" dirty="0"/>
              <a:t>Break the problem into recursive subproblems</a:t>
            </a:r>
          </a:p>
          <a:p>
            <a:r>
              <a:rPr lang="en-US" dirty="0"/>
              <a:t>Combine the subproblem answers to create the solution to the whole problem.</a:t>
            </a:r>
          </a:p>
          <a:p>
            <a:r>
              <a:rPr lang="en-US" dirty="0"/>
              <a:t>As with recursion in general, it helps during design to simply imagine what you would do if your algorithm worked for smaller instances.</a:t>
            </a:r>
          </a:p>
          <a:p>
            <a:r>
              <a:rPr lang="en-US" dirty="0"/>
              <a:t>If base case and “inductive” case both work, the whole thing works.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54749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– example of Divide &amp; Conquer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36608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Searching for element in ordered array</a:t>
            </a:r>
          </a:p>
          <a:p>
            <a:pPr marL="0" indent="0">
              <a:buNone/>
            </a:pPr>
            <a:r>
              <a:rPr lang="en-US" u="sng" dirty="0" err="1">
                <a:latin typeface="Consolas" panose="020B0609020204030204" pitchFamily="49" charset="0"/>
              </a:rPr>
              <a:t>BinarySearch</a:t>
            </a:r>
            <a:r>
              <a:rPr lang="en-US" dirty="0">
                <a:latin typeface="Consolas" panose="020B0609020204030204" pitchFamily="49" charset="0"/>
              </a:rPr>
              <a:t>(low, high)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If (high &lt; low) Then Return(not-found)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mid = (low + high) / 2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If (A[mid] &gt; x) Then Return(</a:t>
            </a:r>
            <a:r>
              <a:rPr lang="en-US" dirty="0" err="1">
                <a:latin typeface="Consolas" panose="020B0609020204030204" pitchFamily="49" charset="0"/>
              </a:rPr>
              <a:t>BinarySearch</a:t>
            </a:r>
            <a:r>
              <a:rPr lang="en-US" dirty="0">
                <a:latin typeface="Consolas" panose="020B0609020204030204" pitchFamily="49" charset="0"/>
              </a:rPr>
              <a:t>(low, mid-1))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ElseIf</a:t>
            </a:r>
            <a:r>
              <a:rPr lang="en-US" dirty="0">
                <a:latin typeface="Consolas" panose="020B0609020204030204" pitchFamily="49" charset="0"/>
              </a:rPr>
              <a:t> (A[mid] &lt; x) Then Return(</a:t>
            </a:r>
            <a:r>
              <a:rPr lang="en-US" dirty="0" err="1">
                <a:latin typeface="Consolas" panose="020B0609020204030204" pitchFamily="49" charset="0"/>
              </a:rPr>
              <a:t>BinarySearch</a:t>
            </a:r>
            <a:r>
              <a:rPr lang="en-US" dirty="0">
                <a:latin typeface="Consolas" panose="020B0609020204030204" pitchFamily="49" charset="0"/>
              </a:rPr>
              <a:t>(mid+1,high))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Else Return(mid)</a:t>
            </a:r>
            <a:endParaRPr lang="en-US" dirty="0"/>
          </a:p>
          <a:p>
            <a:r>
              <a:rPr lang="en-US" dirty="0"/>
              <a:t>Divide step – break range (low, high) into (low, mid -1) and (mid + 1, high)</a:t>
            </a:r>
          </a:p>
          <a:p>
            <a:r>
              <a:rPr lang="en-US" dirty="0"/>
              <a:t>Conquer step -  combine subproblems by realizing one range has no solution</a:t>
            </a:r>
          </a:p>
        </p:txBody>
      </p:sp>
    </p:spTree>
    <p:extLst>
      <p:ext uri="{BB962C8B-B14F-4D97-AF65-F5344CB8AC3E}">
        <p14:creationId xmlns:p14="http://schemas.microsoft.com/office/powerpoint/2010/main" val="4269088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54768" cy="4351338"/>
          </a:xfrm>
        </p:spPr>
        <p:txBody>
          <a:bodyPr>
            <a:normAutofit/>
          </a:bodyPr>
          <a:lstStyle/>
          <a:p>
            <a:r>
              <a:rPr lang="en-US" dirty="0"/>
              <a:t>Since the Divide &amp; Conquer approach assumes solution to subproblems it naturally gives rise to recurrences.</a:t>
            </a:r>
          </a:p>
          <a:p>
            <a:r>
              <a:rPr lang="en-US" dirty="0"/>
              <a:t>Binary search gives rise to the recurrence: T(n) = T(n/2) + 1; T(1) = 1</a:t>
            </a:r>
          </a:p>
          <a:p>
            <a:r>
              <a:rPr lang="en-US" dirty="0"/>
              <a:t>Recurrences can be solved by a) Guess &amp; Check, b) Recursion Tree method and c) Master Theorem. </a:t>
            </a:r>
          </a:p>
          <a:p>
            <a:r>
              <a:rPr lang="en-US" dirty="0"/>
              <a:t>Guess and Check for Binary Search: </a:t>
            </a:r>
          </a:p>
          <a:p>
            <a:pPr marL="0" indent="0">
              <a:buNone/>
            </a:pPr>
            <a:r>
              <a:rPr lang="en-US" dirty="0"/>
              <a:t>   guess T(n) = lg n</a:t>
            </a:r>
          </a:p>
          <a:p>
            <a:pPr marL="0" indent="0">
              <a:buNone/>
            </a:pPr>
            <a:r>
              <a:rPr lang="en-US" b="0" dirty="0"/>
              <a:t>   check T(n/2) + 1 = lg(n/2) + 1 = lg n – 1 + 1 = lg n.</a:t>
            </a:r>
          </a:p>
          <a:p>
            <a:r>
              <a:rPr lang="en-US" dirty="0"/>
              <a:t>Requires rigorous proof by induction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555859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8FEAB4F3-3D9A-4797-A881-0EFDB8E897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L2.</a:t>
            </a:r>
            <a:fld id="{0D560F41-181B-43E9-9043-C1B23A312981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6CC84D5F-9291-4D41-B734-EF1DA18E5A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recursion tree</a:t>
            </a:r>
          </a:p>
        </p:txBody>
      </p:sp>
      <p:sp>
        <p:nvSpPr>
          <p:cNvPr id="71683" name="Text Box 3">
            <a:extLst>
              <a:ext uri="{FF2B5EF4-FFF2-40B4-BE49-F238E27FC236}">
                <a16:creationId xmlns:a16="http://schemas.microsoft.com/office/drawing/2014/main" id="{28616B48-0A3C-4B4D-91CA-F180CA2B3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363" y="1543050"/>
            <a:ext cx="41715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Solve </a:t>
            </a:r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) = </a:t>
            </a:r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/4) + </a:t>
            </a:r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n/</a:t>
            </a:r>
            <a:r>
              <a:rPr lang="en-US" altLang="en-US" sz="2400" dirty="0">
                <a:solidFill>
                  <a:srgbClr val="009999"/>
                </a:solidFill>
              </a:rPr>
              <a:t>2)</a:t>
            </a:r>
            <a:r>
              <a:rPr lang="en-US" altLang="en-US" sz="2400" i="1" dirty="0">
                <a:solidFill>
                  <a:srgbClr val="009999"/>
                </a:solidFill>
              </a:rPr>
              <a:t> + n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  <a:r>
              <a:rPr lang="en-US" altLang="en-US" sz="2400" dirty="0"/>
              <a:t>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9EE9E826-5EF3-4225-A4B8-19E5DBE20F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L2.</a:t>
            </a:r>
            <a:fld id="{DED14657-EEAC-4761-8A53-02E1B566B2BC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5809FD69-D195-443E-804D-CB4B5CCB82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recursion tree</a:t>
            </a:r>
          </a:p>
        </p:txBody>
      </p:sp>
      <p:sp>
        <p:nvSpPr>
          <p:cNvPr id="72708" name="Rectangle 4">
            <a:extLst>
              <a:ext uri="{FF2B5EF4-FFF2-40B4-BE49-F238E27FC236}">
                <a16:creationId xmlns:a16="http://schemas.microsoft.com/office/drawing/2014/main" id="{AAB39294-C802-45D3-8220-A2E3737FF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4329" y="2209800"/>
            <a:ext cx="6799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)</a:t>
            </a:r>
          </a:p>
        </p:txBody>
      </p:sp>
      <p:sp>
        <p:nvSpPr>
          <p:cNvPr id="72709" name="Text Box 5">
            <a:extLst>
              <a:ext uri="{FF2B5EF4-FFF2-40B4-BE49-F238E27FC236}">
                <a16:creationId xmlns:a16="http://schemas.microsoft.com/office/drawing/2014/main" id="{ACCF2CBA-E16D-49A4-8C8E-9B9E76AB2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363" y="1543050"/>
            <a:ext cx="41715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Solve </a:t>
            </a:r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) = </a:t>
            </a:r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/4) + </a:t>
            </a:r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n/</a:t>
            </a:r>
            <a:r>
              <a:rPr lang="en-US" altLang="en-US" sz="2400" dirty="0">
                <a:solidFill>
                  <a:srgbClr val="009999"/>
                </a:solidFill>
              </a:rPr>
              <a:t>2)</a:t>
            </a:r>
            <a:r>
              <a:rPr lang="en-US" altLang="en-US" sz="2400" i="1" dirty="0">
                <a:solidFill>
                  <a:srgbClr val="009999"/>
                </a:solidFill>
              </a:rPr>
              <a:t> + n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  <a:r>
              <a:rPr lang="en-US" altLang="en-US" sz="2400" dirty="0"/>
              <a:t>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6BA5480E-3331-456E-8958-8A9FFE212F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L2.</a:t>
            </a:r>
            <a:fld id="{F28B8F19-4472-4CAC-ACBF-EBA48B1F7D05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7856C5DF-A2C4-421E-A4B5-2F448DA089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recursion tree</a:t>
            </a:r>
          </a:p>
        </p:txBody>
      </p:sp>
      <p:sp>
        <p:nvSpPr>
          <p:cNvPr id="73733" name="Line 5">
            <a:extLst>
              <a:ext uri="{FF2B5EF4-FFF2-40B4-BE49-F238E27FC236}">
                <a16:creationId xmlns:a16="http://schemas.microsoft.com/office/drawing/2014/main" id="{2D46A11F-D841-476A-ACEF-E7D68507A4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2514600"/>
            <a:ext cx="15240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34" name="Line 6">
            <a:extLst>
              <a:ext uri="{FF2B5EF4-FFF2-40B4-BE49-F238E27FC236}">
                <a16:creationId xmlns:a16="http://schemas.microsoft.com/office/drawing/2014/main" id="{E533E4B9-8F9A-450F-B201-3BEE2EDE46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514600"/>
            <a:ext cx="16764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3735" name="Group 7">
            <a:extLst>
              <a:ext uri="{FF2B5EF4-FFF2-40B4-BE49-F238E27FC236}">
                <a16:creationId xmlns:a16="http://schemas.microsoft.com/office/drawing/2014/main" id="{376F3878-32A2-4349-8CC4-7AB90EA4C4C3}"/>
              </a:ext>
            </a:extLst>
          </p:cNvPr>
          <p:cNvGrpSpPr>
            <a:grpSpLocks/>
          </p:cNvGrpSpPr>
          <p:nvPr/>
        </p:nvGrpSpPr>
        <p:grpSpPr bwMode="auto">
          <a:xfrm>
            <a:off x="3246439" y="2895601"/>
            <a:ext cx="4175125" cy="477838"/>
            <a:chOff x="1565" y="1968"/>
            <a:chExt cx="2630" cy="301"/>
          </a:xfrm>
        </p:grpSpPr>
        <p:sp>
          <p:nvSpPr>
            <p:cNvPr id="73736" name="Rectangle 8">
              <a:extLst>
                <a:ext uri="{FF2B5EF4-FFF2-40B4-BE49-F238E27FC236}">
                  <a16:creationId xmlns:a16="http://schemas.microsoft.com/office/drawing/2014/main" id="{3BD04B98-F3D5-4F9E-B9D2-DD2118E67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1978"/>
              <a:ext cx="601" cy="2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400" i="1" dirty="0">
                  <a:solidFill>
                    <a:srgbClr val="009999"/>
                  </a:solidFill>
                </a:rPr>
                <a:t>T</a:t>
              </a:r>
              <a:r>
                <a:rPr lang="en-US" altLang="en-US" sz="2400" dirty="0">
                  <a:solidFill>
                    <a:srgbClr val="009999"/>
                  </a:solidFill>
                </a:rPr>
                <a:t>(</a:t>
              </a:r>
              <a:r>
                <a:rPr lang="en-US" altLang="en-US" sz="2400" i="1" dirty="0">
                  <a:solidFill>
                    <a:srgbClr val="009999"/>
                  </a:solidFill>
                </a:rPr>
                <a:t>n</a:t>
              </a:r>
              <a:r>
                <a:rPr lang="en-US" altLang="en-US" sz="2400" dirty="0">
                  <a:solidFill>
                    <a:srgbClr val="009999"/>
                  </a:solidFill>
                </a:rPr>
                <a:t>/4)</a:t>
              </a:r>
            </a:p>
          </p:txBody>
        </p:sp>
        <p:sp>
          <p:nvSpPr>
            <p:cNvPr id="73737" name="Rectangle 9">
              <a:extLst>
                <a:ext uri="{FF2B5EF4-FFF2-40B4-BE49-F238E27FC236}">
                  <a16:creationId xmlns:a16="http://schemas.microsoft.com/office/drawing/2014/main" id="{E5968B2D-1D7E-4851-B0D6-9AAB77577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4" y="1968"/>
              <a:ext cx="601" cy="2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400" i="1" dirty="0">
                  <a:solidFill>
                    <a:srgbClr val="009999"/>
                  </a:solidFill>
                </a:rPr>
                <a:t>T</a:t>
              </a:r>
              <a:r>
                <a:rPr lang="en-US" altLang="en-US" sz="2400" dirty="0">
                  <a:solidFill>
                    <a:srgbClr val="009999"/>
                  </a:solidFill>
                </a:rPr>
                <a:t>(</a:t>
              </a:r>
              <a:r>
                <a:rPr lang="en-US" altLang="en-US" sz="2400" i="1" dirty="0">
                  <a:solidFill>
                    <a:srgbClr val="009999"/>
                  </a:solidFill>
                </a:rPr>
                <a:t>n</a:t>
              </a:r>
              <a:r>
                <a:rPr lang="en-US" altLang="en-US" sz="2400" dirty="0">
                  <a:solidFill>
                    <a:srgbClr val="009999"/>
                  </a:solidFill>
                </a:rPr>
                <a:t>/2)</a:t>
              </a:r>
            </a:p>
          </p:txBody>
        </p:sp>
      </p:grpSp>
      <p:sp>
        <p:nvSpPr>
          <p:cNvPr id="73738" name="Rectangle 10">
            <a:extLst>
              <a:ext uri="{FF2B5EF4-FFF2-40B4-BE49-F238E27FC236}">
                <a16:creationId xmlns:a16="http://schemas.microsoft.com/office/drawing/2014/main" id="{C7EBBA88-9BB8-45FF-9663-23568391F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8634" y="2133600"/>
            <a:ext cx="447559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3739" name="Text Box 11">
            <a:extLst>
              <a:ext uri="{FF2B5EF4-FFF2-40B4-BE49-F238E27FC236}">
                <a16:creationId xmlns:a16="http://schemas.microsoft.com/office/drawing/2014/main" id="{1606CD40-9000-4A0D-99A8-398E21822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363" y="1543050"/>
            <a:ext cx="41715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Solve </a:t>
            </a:r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) = </a:t>
            </a:r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/4) + </a:t>
            </a:r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n/</a:t>
            </a:r>
            <a:r>
              <a:rPr lang="en-US" altLang="en-US" sz="2400" dirty="0">
                <a:solidFill>
                  <a:srgbClr val="009999"/>
                </a:solidFill>
              </a:rPr>
              <a:t>2)</a:t>
            </a:r>
            <a:r>
              <a:rPr lang="en-US" altLang="en-US" sz="2400" i="1" dirty="0">
                <a:solidFill>
                  <a:srgbClr val="009999"/>
                </a:solidFill>
              </a:rPr>
              <a:t> + n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  <a:r>
              <a:rPr lang="en-US" altLang="en-US" sz="2400" dirty="0"/>
              <a:t>:</a:t>
            </a:r>
          </a:p>
        </p:txBody>
      </p:sp>
    </p:spTree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054E364A-920B-49D1-8BDE-77D1C37BD3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L2.</a:t>
            </a:r>
            <a:fld id="{92A52DA6-200D-4AFC-BFC6-FBFEC9F42910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74771" name="Line 19">
            <a:extLst>
              <a:ext uri="{FF2B5EF4-FFF2-40B4-BE49-F238E27FC236}">
                <a16:creationId xmlns:a16="http://schemas.microsoft.com/office/drawing/2014/main" id="{A278B8F0-E322-4A38-9A26-BBA47912D8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2514600"/>
            <a:ext cx="15240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72" name="Line 20">
            <a:extLst>
              <a:ext uri="{FF2B5EF4-FFF2-40B4-BE49-F238E27FC236}">
                <a16:creationId xmlns:a16="http://schemas.microsoft.com/office/drawing/2014/main" id="{CBE748B1-C355-40E3-B10B-8D245D55B7F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514600"/>
            <a:ext cx="16764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54" name="Rectangle 2">
            <a:extLst>
              <a:ext uri="{FF2B5EF4-FFF2-40B4-BE49-F238E27FC236}">
                <a16:creationId xmlns:a16="http://schemas.microsoft.com/office/drawing/2014/main" id="{D4FD891B-51ED-4FB7-8BC5-416428B491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recursion tree</a:t>
            </a:r>
          </a:p>
        </p:txBody>
      </p:sp>
      <p:sp>
        <p:nvSpPr>
          <p:cNvPr id="74770" name="Text Box 18">
            <a:extLst>
              <a:ext uri="{FF2B5EF4-FFF2-40B4-BE49-F238E27FC236}">
                <a16:creationId xmlns:a16="http://schemas.microsoft.com/office/drawing/2014/main" id="{36E01D49-591D-4A15-9328-4CA821459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363" y="1543050"/>
            <a:ext cx="41715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Solve </a:t>
            </a:r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) = </a:t>
            </a:r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/4) + </a:t>
            </a:r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n/</a:t>
            </a:r>
            <a:r>
              <a:rPr lang="en-US" altLang="en-US" sz="2400" dirty="0">
                <a:solidFill>
                  <a:srgbClr val="009999"/>
                </a:solidFill>
              </a:rPr>
              <a:t>2)</a:t>
            </a:r>
            <a:r>
              <a:rPr lang="en-US" altLang="en-US" sz="2400" i="1" dirty="0">
                <a:solidFill>
                  <a:srgbClr val="009999"/>
                </a:solidFill>
              </a:rPr>
              <a:t> + n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  <a:r>
              <a:rPr lang="en-US" altLang="en-US" sz="2400" dirty="0"/>
              <a:t>:</a:t>
            </a:r>
          </a:p>
        </p:txBody>
      </p:sp>
      <p:sp>
        <p:nvSpPr>
          <p:cNvPr id="74773" name="Rectangle 21">
            <a:extLst>
              <a:ext uri="{FF2B5EF4-FFF2-40B4-BE49-F238E27FC236}">
                <a16:creationId xmlns:a16="http://schemas.microsoft.com/office/drawing/2014/main" id="{1AD3EE61-9C14-4120-9323-981E9D98D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8634" y="2133600"/>
            <a:ext cx="447559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i="1">
                <a:solidFill>
                  <a:srgbClr val="009999"/>
                </a:solidFill>
              </a:rPr>
              <a:t>n</a:t>
            </a:r>
            <a:r>
              <a:rPr lang="en-US" altLang="en-US" sz="2400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4774" name="Line 22">
            <a:extLst>
              <a:ext uri="{FF2B5EF4-FFF2-40B4-BE49-F238E27FC236}">
                <a16:creationId xmlns:a16="http://schemas.microsoft.com/office/drawing/2014/main" id="{9EF7546E-B7BF-432B-9350-BF1F6621B8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162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75" name="Line 23">
            <a:extLst>
              <a:ext uri="{FF2B5EF4-FFF2-40B4-BE49-F238E27FC236}">
                <a16:creationId xmlns:a16="http://schemas.microsoft.com/office/drawing/2014/main" id="{9877D78D-409A-4A16-BBC5-35AF2FEFA0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404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76" name="Line 24">
            <a:extLst>
              <a:ext uri="{FF2B5EF4-FFF2-40B4-BE49-F238E27FC236}">
                <a16:creationId xmlns:a16="http://schemas.microsoft.com/office/drawing/2014/main" id="{C25EFCA6-8C6F-4523-BA71-1D9AFD456F76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86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77" name="Line 25">
            <a:extLst>
              <a:ext uri="{FF2B5EF4-FFF2-40B4-BE49-F238E27FC236}">
                <a16:creationId xmlns:a16="http://schemas.microsoft.com/office/drawing/2014/main" id="{356F1DA8-27D4-46D5-B16D-090044DB2B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44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78" name="Rectangle 26">
            <a:extLst>
              <a:ext uri="{FF2B5EF4-FFF2-40B4-BE49-F238E27FC236}">
                <a16:creationId xmlns:a16="http://schemas.microsoft.com/office/drawing/2014/main" id="{2EB8C787-213D-4889-B74B-D1AF9350B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5709" y="2911475"/>
            <a:ext cx="907621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/4)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4779" name="Rectangle 27">
            <a:extLst>
              <a:ext uri="{FF2B5EF4-FFF2-40B4-BE49-F238E27FC236}">
                <a16:creationId xmlns:a16="http://schemas.microsoft.com/office/drawing/2014/main" id="{A25F35F6-2E73-4CC8-B1A5-1E037A7E8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6747" y="2895600"/>
            <a:ext cx="907621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/2)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4764" name="Rectangle 12">
            <a:extLst>
              <a:ext uri="{FF2B5EF4-FFF2-40B4-BE49-F238E27FC236}">
                <a16:creationId xmlns:a16="http://schemas.microsoft.com/office/drawing/2014/main" id="{3C25FC5C-8CB3-4315-94FB-C8249973F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883" y="3733800"/>
            <a:ext cx="1109599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/16)</a:t>
            </a:r>
          </a:p>
        </p:txBody>
      </p:sp>
      <p:sp>
        <p:nvSpPr>
          <p:cNvPr id="74765" name="Rectangle 13">
            <a:extLst>
              <a:ext uri="{FF2B5EF4-FFF2-40B4-BE49-F238E27FC236}">
                <a16:creationId xmlns:a16="http://schemas.microsoft.com/office/drawing/2014/main" id="{B0D626D8-F7C3-423E-A41F-E7A12B3A9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4629" y="3733800"/>
            <a:ext cx="954108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/8)</a:t>
            </a:r>
          </a:p>
        </p:txBody>
      </p:sp>
      <p:sp>
        <p:nvSpPr>
          <p:cNvPr id="74766" name="Rectangle 14">
            <a:extLst>
              <a:ext uri="{FF2B5EF4-FFF2-40B4-BE49-F238E27FC236}">
                <a16:creationId xmlns:a16="http://schemas.microsoft.com/office/drawing/2014/main" id="{27C5492B-96D9-4AEA-A725-03C6BE40A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4029" y="3732213"/>
            <a:ext cx="954108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/8)</a:t>
            </a:r>
          </a:p>
        </p:txBody>
      </p:sp>
      <p:sp>
        <p:nvSpPr>
          <p:cNvPr id="74767" name="Rectangle 15">
            <a:extLst>
              <a:ext uri="{FF2B5EF4-FFF2-40B4-BE49-F238E27FC236}">
                <a16:creationId xmlns:a16="http://schemas.microsoft.com/office/drawing/2014/main" id="{3E896EB0-C57A-4DD5-94B8-5C1993863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5029" y="3732213"/>
            <a:ext cx="954108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/4)</a:t>
            </a:r>
          </a:p>
        </p:txBody>
      </p:sp>
    </p:spTree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CE8E00BA-C428-4F19-9E1A-FC97384421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L2.</a:t>
            </a:r>
            <a:fld id="{C460E8BE-9099-44EF-81F3-129A6622C2F0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75797" name="Line 21">
            <a:extLst>
              <a:ext uri="{FF2B5EF4-FFF2-40B4-BE49-F238E27FC236}">
                <a16:creationId xmlns:a16="http://schemas.microsoft.com/office/drawing/2014/main" id="{97383710-EFBB-448D-A44E-3FC9C1FF1B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2514600"/>
            <a:ext cx="15240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98" name="Line 22">
            <a:extLst>
              <a:ext uri="{FF2B5EF4-FFF2-40B4-BE49-F238E27FC236}">
                <a16:creationId xmlns:a16="http://schemas.microsoft.com/office/drawing/2014/main" id="{B531759C-BADB-437E-B02D-B1ED4B74DBC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514600"/>
            <a:ext cx="16764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1567DB5C-800B-4B91-A050-DBFB7F8535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recursion tree</a:t>
            </a:r>
          </a:p>
        </p:txBody>
      </p:sp>
      <p:sp>
        <p:nvSpPr>
          <p:cNvPr id="75780" name="Line 4">
            <a:extLst>
              <a:ext uri="{FF2B5EF4-FFF2-40B4-BE49-F238E27FC236}">
                <a16:creationId xmlns:a16="http://schemas.microsoft.com/office/drawing/2014/main" id="{26EC17E0-E358-4499-B019-3C9487F6A7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82850" y="4038600"/>
            <a:ext cx="53340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4" name="Line 8">
            <a:extLst>
              <a:ext uri="{FF2B5EF4-FFF2-40B4-BE49-F238E27FC236}">
                <a16:creationId xmlns:a16="http://schemas.microsoft.com/office/drawing/2014/main" id="{9D3B7251-2109-4BF4-A3F1-282C69FE1C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162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5" name="Line 9">
            <a:extLst>
              <a:ext uri="{FF2B5EF4-FFF2-40B4-BE49-F238E27FC236}">
                <a16:creationId xmlns:a16="http://schemas.microsoft.com/office/drawing/2014/main" id="{19917098-E10A-468F-8AE1-D6DCED919A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404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6" name="Line 10">
            <a:extLst>
              <a:ext uri="{FF2B5EF4-FFF2-40B4-BE49-F238E27FC236}">
                <a16:creationId xmlns:a16="http://schemas.microsoft.com/office/drawing/2014/main" id="{164B94F1-D960-4F60-88E0-0DFB8DE3E05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86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7" name="Line 11">
            <a:extLst>
              <a:ext uri="{FF2B5EF4-FFF2-40B4-BE49-F238E27FC236}">
                <a16:creationId xmlns:a16="http://schemas.microsoft.com/office/drawing/2014/main" id="{CC39BECD-5BC0-43A0-8BEF-686461ECF21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44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8" name="Rectangle 12">
            <a:extLst>
              <a:ext uri="{FF2B5EF4-FFF2-40B4-BE49-F238E27FC236}">
                <a16:creationId xmlns:a16="http://schemas.microsoft.com/office/drawing/2014/main" id="{5E75DD0C-EC17-4F41-A4A3-4A39B3ECC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9763" y="3733800"/>
            <a:ext cx="1063113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/16)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5789" name="Rectangle 13">
            <a:extLst>
              <a:ext uri="{FF2B5EF4-FFF2-40B4-BE49-F238E27FC236}">
                <a16:creationId xmlns:a16="http://schemas.microsoft.com/office/drawing/2014/main" id="{8BA05CEC-ED50-4198-89EA-17709EBA3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5334" y="3733800"/>
            <a:ext cx="907621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/8)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5790" name="Rectangle 14">
            <a:extLst>
              <a:ext uri="{FF2B5EF4-FFF2-40B4-BE49-F238E27FC236}">
                <a16:creationId xmlns:a16="http://schemas.microsoft.com/office/drawing/2014/main" id="{5F4BA520-D21C-453A-A06D-E2A508C8F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322" y="3732213"/>
            <a:ext cx="907621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/8)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5791" name="Rectangle 15">
            <a:extLst>
              <a:ext uri="{FF2B5EF4-FFF2-40B4-BE49-F238E27FC236}">
                <a16:creationId xmlns:a16="http://schemas.microsoft.com/office/drawing/2014/main" id="{88B31066-0413-4FDC-B731-0C4B66E80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7322" y="3732213"/>
            <a:ext cx="907621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/4)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5792" name="Rectangle 16">
            <a:extLst>
              <a:ext uri="{FF2B5EF4-FFF2-40B4-BE49-F238E27FC236}">
                <a16:creationId xmlns:a16="http://schemas.microsoft.com/office/drawing/2014/main" id="{46773003-5721-41AC-A411-7EA7EF63A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5709" y="2911475"/>
            <a:ext cx="907621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/4)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5793" name="Rectangle 17">
            <a:extLst>
              <a:ext uri="{FF2B5EF4-FFF2-40B4-BE49-F238E27FC236}">
                <a16:creationId xmlns:a16="http://schemas.microsoft.com/office/drawing/2014/main" id="{B95036CD-2F18-459E-A5EB-6D7934FF7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6747" y="2895600"/>
            <a:ext cx="907621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/2)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5794" name="Rectangle 18">
            <a:extLst>
              <a:ext uri="{FF2B5EF4-FFF2-40B4-BE49-F238E27FC236}">
                <a16:creationId xmlns:a16="http://schemas.microsoft.com/office/drawing/2014/main" id="{0F8465ED-160D-4A10-9934-8FC25DB1C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160" y="5181600"/>
            <a:ext cx="753732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 sz="2400" dirty="0">
                <a:solidFill>
                  <a:srgbClr val="009999"/>
                </a:solidFill>
              </a:rPr>
              <a:t>(1)</a:t>
            </a:r>
          </a:p>
        </p:txBody>
      </p:sp>
      <p:sp>
        <p:nvSpPr>
          <p:cNvPr id="75795" name="Text Box 19">
            <a:extLst>
              <a:ext uri="{FF2B5EF4-FFF2-40B4-BE49-F238E27FC236}">
                <a16:creationId xmlns:a16="http://schemas.microsoft.com/office/drawing/2014/main" id="{D2E6F772-ACD8-4FF5-BC01-F192B47373C6}"/>
              </a:ext>
            </a:extLst>
          </p:cNvPr>
          <p:cNvSpPr txBox="1">
            <a:spLocks noChangeArrowheads="1"/>
          </p:cNvSpPr>
          <p:nvPr/>
        </p:nvSpPr>
        <p:spPr bwMode="auto">
          <a:xfrm rot="17366799">
            <a:off x="2478650" y="4530208"/>
            <a:ext cx="343364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…</a:t>
            </a:r>
          </a:p>
        </p:txBody>
      </p:sp>
      <p:sp>
        <p:nvSpPr>
          <p:cNvPr id="75796" name="Text Box 20">
            <a:extLst>
              <a:ext uri="{FF2B5EF4-FFF2-40B4-BE49-F238E27FC236}">
                <a16:creationId xmlns:a16="http://schemas.microsoft.com/office/drawing/2014/main" id="{17A1E33E-2D63-40C0-A1A2-78DFC93EF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363" y="1543050"/>
            <a:ext cx="41715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Solve </a:t>
            </a:r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) = </a:t>
            </a:r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/4) + </a:t>
            </a:r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n/</a:t>
            </a:r>
            <a:r>
              <a:rPr lang="en-US" altLang="en-US" sz="2400" dirty="0">
                <a:solidFill>
                  <a:srgbClr val="009999"/>
                </a:solidFill>
              </a:rPr>
              <a:t>2)</a:t>
            </a:r>
            <a:r>
              <a:rPr lang="en-US" altLang="en-US" sz="2400" i="1" dirty="0">
                <a:solidFill>
                  <a:srgbClr val="009999"/>
                </a:solidFill>
              </a:rPr>
              <a:t> + n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  <a:r>
              <a:rPr lang="en-US" altLang="en-US" sz="2400" dirty="0"/>
              <a:t>:</a:t>
            </a:r>
          </a:p>
        </p:txBody>
      </p:sp>
      <p:sp>
        <p:nvSpPr>
          <p:cNvPr id="75799" name="Rectangle 23">
            <a:extLst>
              <a:ext uri="{FF2B5EF4-FFF2-40B4-BE49-F238E27FC236}">
                <a16:creationId xmlns:a16="http://schemas.microsoft.com/office/drawing/2014/main" id="{C3404450-65FC-449F-81E1-2799C956FE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8634" y="2133600"/>
            <a:ext cx="447559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</p:spTree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2">
            <a:extLst>
              <a:ext uri="{FF2B5EF4-FFF2-40B4-BE49-F238E27FC236}">
                <a16:creationId xmlns:a16="http://schemas.microsoft.com/office/drawing/2014/main" id="{792294E4-E47C-4AB8-9F2F-5069613AED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L2.</a:t>
            </a:r>
            <a:fld id="{233A85A5-5EC3-4E94-8D44-A23C5907EA90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77868" name="Line 44">
            <a:extLst>
              <a:ext uri="{FF2B5EF4-FFF2-40B4-BE49-F238E27FC236}">
                <a16:creationId xmlns:a16="http://schemas.microsoft.com/office/drawing/2014/main" id="{74A2B30F-C562-41C6-9BF8-EC77E7216E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2514600"/>
            <a:ext cx="15240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69" name="Line 45">
            <a:extLst>
              <a:ext uri="{FF2B5EF4-FFF2-40B4-BE49-F238E27FC236}">
                <a16:creationId xmlns:a16="http://schemas.microsoft.com/office/drawing/2014/main" id="{060E4932-07EE-4BC6-A793-503D48B3C6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514600"/>
            <a:ext cx="16764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65" name="Line 41">
            <a:extLst>
              <a:ext uri="{FF2B5EF4-FFF2-40B4-BE49-F238E27FC236}">
                <a16:creationId xmlns:a16="http://schemas.microsoft.com/office/drawing/2014/main" id="{75B3F5F0-3C5C-42E9-9963-798DBEB41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438400"/>
            <a:ext cx="42672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6234E658-AC32-40D1-B17E-74578371D8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recursion tree</a:t>
            </a:r>
          </a:p>
        </p:txBody>
      </p:sp>
      <p:sp>
        <p:nvSpPr>
          <p:cNvPr id="77848" name="Text Box 24">
            <a:extLst>
              <a:ext uri="{FF2B5EF4-FFF2-40B4-BE49-F238E27FC236}">
                <a16:creationId xmlns:a16="http://schemas.microsoft.com/office/drawing/2014/main" id="{E41AB748-3AF6-4C9B-9B3D-5B9913B59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363" y="1543050"/>
            <a:ext cx="41715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Solve </a:t>
            </a:r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) = </a:t>
            </a:r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/4) + </a:t>
            </a:r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n/</a:t>
            </a:r>
            <a:r>
              <a:rPr lang="en-US" altLang="en-US" sz="2400" dirty="0">
                <a:solidFill>
                  <a:srgbClr val="009999"/>
                </a:solidFill>
              </a:rPr>
              <a:t>2)</a:t>
            </a:r>
            <a:r>
              <a:rPr lang="en-US" altLang="en-US" sz="2400" i="1" dirty="0">
                <a:solidFill>
                  <a:srgbClr val="009999"/>
                </a:solidFill>
              </a:rPr>
              <a:t> + n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  <a:r>
              <a:rPr lang="en-US" altLang="en-US" sz="2400" dirty="0"/>
              <a:t>:</a:t>
            </a:r>
          </a:p>
        </p:txBody>
      </p:sp>
      <p:sp>
        <p:nvSpPr>
          <p:cNvPr id="77849" name="Line 25">
            <a:extLst>
              <a:ext uri="{FF2B5EF4-FFF2-40B4-BE49-F238E27FC236}">
                <a16:creationId xmlns:a16="http://schemas.microsoft.com/office/drawing/2014/main" id="{2D9BCC6A-C164-45D4-A5AE-F440390B42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82850" y="4038600"/>
            <a:ext cx="53340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53" name="Line 29">
            <a:extLst>
              <a:ext uri="{FF2B5EF4-FFF2-40B4-BE49-F238E27FC236}">
                <a16:creationId xmlns:a16="http://schemas.microsoft.com/office/drawing/2014/main" id="{4B150537-431E-48CF-8B3E-1CF54F2F43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162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54" name="Line 30">
            <a:extLst>
              <a:ext uri="{FF2B5EF4-FFF2-40B4-BE49-F238E27FC236}">
                <a16:creationId xmlns:a16="http://schemas.microsoft.com/office/drawing/2014/main" id="{96676C5B-363E-4362-9853-038A324877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404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55" name="Line 31">
            <a:extLst>
              <a:ext uri="{FF2B5EF4-FFF2-40B4-BE49-F238E27FC236}">
                <a16:creationId xmlns:a16="http://schemas.microsoft.com/office/drawing/2014/main" id="{618BFB1D-A46B-4407-82A0-59281B18C549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86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56" name="Line 32">
            <a:extLst>
              <a:ext uri="{FF2B5EF4-FFF2-40B4-BE49-F238E27FC236}">
                <a16:creationId xmlns:a16="http://schemas.microsoft.com/office/drawing/2014/main" id="{C30D007E-7FA0-46EF-B35C-31E949B3A8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44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57" name="Rectangle 33">
            <a:extLst>
              <a:ext uri="{FF2B5EF4-FFF2-40B4-BE49-F238E27FC236}">
                <a16:creationId xmlns:a16="http://schemas.microsoft.com/office/drawing/2014/main" id="{1187DD84-9C08-4D1C-B7D2-1CD2D7323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9763" y="3733800"/>
            <a:ext cx="1063113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/16)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7858" name="Rectangle 34">
            <a:extLst>
              <a:ext uri="{FF2B5EF4-FFF2-40B4-BE49-F238E27FC236}">
                <a16:creationId xmlns:a16="http://schemas.microsoft.com/office/drawing/2014/main" id="{34938888-F668-42C8-A75A-F7625BB11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5334" y="3733800"/>
            <a:ext cx="907621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/8)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7859" name="Rectangle 35">
            <a:extLst>
              <a:ext uri="{FF2B5EF4-FFF2-40B4-BE49-F238E27FC236}">
                <a16:creationId xmlns:a16="http://schemas.microsoft.com/office/drawing/2014/main" id="{EF71ABF9-9AB0-429C-B584-3A8D3199B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322" y="3732213"/>
            <a:ext cx="907621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/8)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7860" name="Rectangle 36">
            <a:extLst>
              <a:ext uri="{FF2B5EF4-FFF2-40B4-BE49-F238E27FC236}">
                <a16:creationId xmlns:a16="http://schemas.microsoft.com/office/drawing/2014/main" id="{9B70288C-802B-42DD-BA14-A495DB275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7322" y="3732213"/>
            <a:ext cx="907621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>
                <a:solidFill>
                  <a:srgbClr val="009999"/>
                </a:solidFill>
              </a:rPr>
              <a:t>(</a:t>
            </a:r>
            <a:r>
              <a:rPr lang="en-US" altLang="en-US" sz="2400" i="1">
                <a:solidFill>
                  <a:srgbClr val="009999"/>
                </a:solidFill>
              </a:rPr>
              <a:t>n</a:t>
            </a:r>
            <a:r>
              <a:rPr lang="en-US" altLang="en-US" sz="2400">
                <a:solidFill>
                  <a:srgbClr val="009999"/>
                </a:solidFill>
              </a:rPr>
              <a:t>/4)</a:t>
            </a:r>
            <a:r>
              <a:rPr lang="en-US" altLang="en-US" sz="2400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7861" name="Rectangle 37">
            <a:extLst>
              <a:ext uri="{FF2B5EF4-FFF2-40B4-BE49-F238E27FC236}">
                <a16:creationId xmlns:a16="http://schemas.microsoft.com/office/drawing/2014/main" id="{05119FC0-9F6B-4E08-B9B8-C39167C23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5709" y="2911475"/>
            <a:ext cx="907621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/4)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7862" name="Rectangle 38">
            <a:extLst>
              <a:ext uri="{FF2B5EF4-FFF2-40B4-BE49-F238E27FC236}">
                <a16:creationId xmlns:a16="http://schemas.microsoft.com/office/drawing/2014/main" id="{8E747950-BD98-4970-AC3F-B158E2F65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6747" y="2895600"/>
            <a:ext cx="907621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/2)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7863" name="Rectangle 39">
            <a:extLst>
              <a:ext uri="{FF2B5EF4-FFF2-40B4-BE49-F238E27FC236}">
                <a16:creationId xmlns:a16="http://schemas.microsoft.com/office/drawing/2014/main" id="{5F1F0582-3518-4C73-BCE4-8238278A9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160" y="5181600"/>
            <a:ext cx="753732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 sz="2400" dirty="0">
                <a:solidFill>
                  <a:srgbClr val="009999"/>
                </a:solidFill>
              </a:rPr>
              <a:t>(1)</a:t>
            </a:r>
          </a:p>
        </p:txBody>
      </p:sp>
      <p:sp>
        <p:nvSpPr>
          <p:cNvPr id="77864" name="Text Box 40">
            <a:extLst>
              <a:ext uri="{FF2B5EF4-FFF2-40B4-BE49-F238E27FC236}">
                <a16:creationId xmlns:a16="http://schemas.microsoft.com/office/drawing/2014/main" id="{5BBD3C02-BDFD-467D-8330-C37E96022C9F}"/>
              </a:ext>
            </a:extLst>
          </p:cNvPr>
          <p:cNvSpPr txBox="1">
            <a:spLocks noChangeArrowheads="1"/>
          </p:cNvSpPr>
          <p:nvPr/>
        </p:nvSpPr>
        <p:spPr bwMode="auto">
          <a:xfrm rot="17366799">
            <a:off x="2478650" y="4530208"/>
            <a:ext cx="343364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…</a:t>
            </a:r>
          </a:p>
        </p:txBody>
      </p:sp>
      <p:graphicFrame>
        <p:nvGraphicFramePr>
          <p:cNvPr id="77867" name="Object 43">
            <a:extLst>
              <a:ext uri="{FF2B5EF4-FFF2-40B4-BE49-F238E27FC236}">
                <a16:creationId xmlns:a16="http://schemas.microsoft.com/office/drawing/2014/main" id="{DA7AA5F1-50DC-4360-B667-FC603449A8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3557463"/>
              </p:ext>
            </p:extLst>
          </p:nvPr>
        </p:nvGraphicFramePr>
        <p:xfrm>
          <a:off x="9728200" y="2216150"/>
          <a:ext cx="319249" cy="319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3" imgW="406080" imgH="406080" progId="Equation.3">
                  <p:embed/>
                </p:oleObj>
              </mc:Choice>
              <mc:Fallback>
                <p:oleObj name="Equation" r:id="rId3" imgW="406080" imgH="406080" progId="Equation.3">
                  <p:embed/>
                  <p:pic>
                    <p:nvPicPr>
                      <p:cNvPr id="77867" name="Object 43">
                        <a:extLst>
                          <a:ext uri="{FF2B5EF4-FFF2-40B4-BE49-F238E27FC236}">
                            <a16:creationId xmlns:a16="http://schemas.microsoft.com/office/drawing/2014/main" id="{DA7AA5F1-50DC-4360-B667-FC603449A8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28200" y="2216150"/>
                        <a:ext cx="319249" cy="31924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70" name="Rectangle 46">
            <a:extLst>
              <a:ext uri="{FF2B5EF4-FFF2-40B4-BE49-F238E27FC236}">
                <a16:creationId xmlns:a16="http://schemas.microsoft.com/office/drawing/2014/main" id="{77ADECA9-F60F-48CC-BAC7-CC8E0EA09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8634" y="2133600"/>
            <a:ext cx="447559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i="1">
                <a:solidFill>
                  <a:srgbClr val="009999"/>
                </a:solidFill>
              </a:rPr>
              <a:t>n</a:t>
            </a:r>
            <a:r>
              <a:rPr lang="en-US" altLang="en-US" sz="2400" baseline="30000">
                <a:solidFill>
                  <a:srgbClr val="009999"/>
                </a:solidFill>
              </a:rPr>
              <a:t>2</a:t>
            </a:r>
          </a:p>
        </p:txBody>
      </p: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55E3EC97-2CDC-4FE0-9DB6-22505F5881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L2.</a:t>
            </a:r>
            <a:fld id="{D7EDFF2B-19C4-4E7E-BC1C-9D9D28C30D37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78853" name="Line 5">
            <a:extLst>
              <a:ext uri="{FF2B5EF4-FFF2-40B4-BE49-F238E27FC236}">
                <a16:creationId xmlns:a16="http://schemas.microsoft.com/office/drawing/2014/main" id="{65A05AC3-4ECC-42EA-B463-8656246DF9EE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3200400"/>
            <a:ext cx="16764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96" name="Line 48">
            <a:extLst>
              <a:ext uri="{FF2B5EF4-FFF2-40B4-BE49-F238E27FC236}">
                <a16:creationId xmlns:a16="http://schemas.microsoft.com/office/drawing/2014/main" id="{14D9A48C-0DB8-4C74-A3BB-A26824749CF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438400"/>
            <a:ext cx="42672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93" name="Line 45">
            <a:extLst>
              <a:ext uri="{FF2B5EF4-FFF2-40B4-BE49-F238E27FC236}">
                <a16:creationId xmlns:a16="http://schemas.microsoft.com/office/drawing/2014/main" id="{09BCFE8B-D82B-4B0F-AECE-F7616C3A29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2514600"/>
            <a:ext cx="15240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94" name="Line 46">
            <a:extLst>
              <a:ext uri="{FF2B5EF4-FFF2-40B4-BE49-F238E27FC236}">
                <a16:creationId xmlns:a16="http://schemas.microsoft.com/office/drawing/2014/main" id="{E21A27DC-7446-4D48-AAC8-2072CBCC1D9E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514600"/>
            <a:ext cx="16764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6C063EAC-8858-4373-B905-B2195E2158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recursion tree</a:t>
            </a:r>
          </a:p>
        </p:txBody>
      </p:sp>
      <p:sp>
        <p:nvSpPr>
          <p:cNvPr id="78874" name="Text Box 26">
            <a:extLst>
              <a:ext uri="{FF2B5EF4-FFF2-40B4-BE49-F238E27FC236}">
                <a16:creationId xmlns:a16="http://schemas.microsoft.com/office/drawing/2014/main" id="{6637FB6A-1960-483C-990A-0A5BC00CC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363" y="1543050"/>
            <a:ext cx="41715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Solve </a:t>
            </a:r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) = </a:t>
            </a:r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/4) + </a:t>
            </a:r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n/</a:t>
            </a:r>
            <a:r>
              <a:rPr lang="en-US" altLang="en-US" sz="2400" dirty="0">
                <a:solidFill>
                  <a:srgbClr val="009999"/>
                </a:solidFill>
              </a:rPr>
              <a:t>2)</a:t>
            </a:r>
            <a:r>
              <a:rPr lang="en-US" altLang="en-US" sz="2400" i="1" dirty="0">
                <a:solidFill>
                  <a:srgbClr val="009999"/>
                </a:solidFill>
              </a:rPr>
              <a:t> + n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  <a:r>
              <a:rPr lang="en-US" altLang="en-US" sz="2400" dirty="0"/>
              <a:t>:</a:t>
            </a:r>
          </a:p>
        </p:txBody>
      </p:sp>
      <p:sp>
        <p:nvSpPr>
          <p:cNvPr id="78875" name="Line 27">
            <a:extLst>
              <a:ext uri="{FF2B5EF4-FFF2-40B4-BE49-F238E27FC236}">
                <a16:creationId xmlns:a16="http://schemas.microsoft.com/office/drawing/2014/main" id="{8B883303-2A93-4397-8C47-2E233ED264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82850" y="4038600"/>
            <a:ext cx="53340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79" name="Line 31">
            <a:extLst>
              <a:ext uri="{FF2B5EF4-FFF2-40B4-BE49-F238E27FC236}">
                <a16:creationId xmlns:a16="http://schemas.microsoft.com/office/drawing/2014/main" id="{F80DEE2F-2988-44B6-9F7B-9B15633D3D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162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80" name="Line 32">
            <a:extLst>
              <a:ext uri="{FF2B5EF4-FFF2-40B4-BE49-F238E27FC236}">
                <a16:creationId xmlns:a16="http://schemas.microsoft.com/office/drawing/2014/main" id="{0361410F-1575-48FA-B54E-6A97A7EC8A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404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81" name="Line 33">
            <a:extLst>
              <a:ext uri="{FF2B5EF4-FFF2-40B4-BE49-F238E27FC236}">
                <a16:creationId xmlns:a16="http://schemas.microsoft.com/office/drawing/2014/main" id="{290A04F1-CCC4-4E45-80BE-37B6FEDEB92A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86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82" name="Line 34">
            <a:extLst>
              <a:ext uri="{FF2B5EF4-FFF2-40B4-BE49-F238E27FC236}">
                <a16:creationId xmlns:a16="http://schemas.microsoft.com/office/drawing/2014/main" id="{E3441824-70BD-49AC-98CA-66FC02686CC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44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83" name="Rectangle 35">
            <a:extLst>
              <a:ext uri="{FF2B5EF4-FFF2-40B4-BE49-F238E27FC236}">
                <a16:creationId xmlns:a16="http://schemas.microsoft.com/office/drawing/2014/main" id="{89B18928-9216-4B26-BC20-2098E3240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9763" y="3733800"/>
            <a:ext cx="1063113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/16)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8884" name="Rectangle 36">
            <a:extLst>
              <a:ext uri="{FF2B5EF4-FFF2-40B4-BE49-F238E27FC236}">
                <a16:creationId xmlns:a16="http://schemas.microsoft.com/office/drawing/2014/main" id="{4A538C12-1075-4315-B56F-74EAF4FBA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5334" y="3733800"/>
            <a:ext cx="907621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/8)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8885" name="Rectangle 37">
            <a:extLst>
              <a:ext uri="{FF2B5EF4-FFF2-40B4-BE49-F238E27FC236}">
                <a16:creationId xmlns:a16="http://schemas.microsoft.com/office/drawing/2014/main" id="{9ACD43D7-984B-4E73-A15E-420E8778B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322" y="3732213"/>
            <a:ext cx="907621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/8)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8886" name="Rectangle 38">
            <a:extLst>
              <a:ext uri="{FF2B5EF4-FFF2-40B4-BE49-F238E27FC236}">
                <a16:creationId xmlns:a16="http://schemas.microsoft.com/office/drawing/2014/main" id="{BEA9B188-E949-4520-BE99-57EEAE9E2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7322" y="3732213"/>
            <a:ext cx="907621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/4)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8887" name="Rectangle 39">
            <a:extLst>
              <a:ext uri="{FF2B5EF4-FFF2-40B4-BE49-F238E27FC236}">
                <a16:creationId xmlns:a16="http://schemas.microsoft.com/office/drawing/2014/main" id="{03A3FD50-CA57-4C99-8AE0-47742CD9D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5709" y="2911475"/>
            <a:ext cx="907621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/4)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8888" name="Rectangle 40">
            <a:extLst>
              <a:ext uri="{FF2B5EF4-FFF2-40B4-BE49-F238E27FC236}">
                <a16:creationId xmlns:a16="http://schemas.microsoft.com/office/drawing/2014/main" id="{7A49D024-A55A-4444-9020-2DF86F9D5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6747" y="2895600"/>
            <a:ext cx="907621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/2)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8889" name="Rectangle 41">
            <a:extLst>
              <a:ext uri="{FF2B5EF4-FFF2-40B4-BE49-F238E27FC236}">
                <a16:creationId xmlns:a16="http://schemas.microsoft.com/office/drawing/2014/main" id="{71B697C9-9C6C-4720-92A9-B316CED78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160" y="5181600"/>
            <a:ext cx="753732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 sz="2400" dirty="0">
                <a:solidFill>
                  <a:srgbClr val="009999"/>
                </a:solidFill>
              </a:rPr>
              <a:t>(1)</a:t>
            </a:r>
          </a:p>
        </p:txBody>
      </p:sp>
      <p:sp>
        <p:nvSpPr>
          <p:cNvPr id="78890" name="Text Box 42">
            <a:extLst>
              <a:ext uri="{FF2B5EF4-FFF2-40B4-BE49-F238E27FC236}">
                <a16:creationId xmlns:a16="http://schemas.microsoft.com/office/drawing/2014/main" id="{23E604E4-FAC7-4DDD-BED7-57F12152DF93}"/>
              </a:ext>
            </a:extLst>
          </p:cNvPr>
          <p:cNvSpPr txBox="1">
            <a:spLocks noChangeArrowheads="1"/>
          </p:cNvSpPr>
          <p:nvPr/>
        </p:nvSpPr>
        <p:spPr bwMode="auto">
          <a:xfrm rot="17366799">
            <a:off x="2478650" y="4530208"/>
            <a:ext cx="343364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…</a:t>
            </a:r>
          </a:p>
        </p:txBody>
      </p:sp>
      <p:graphicFrame>
        <p:nvGraphicFramePr>
          <p:cNvPr id="78891" name="Object 43">
            <a:extLst>
              <a:ext uri="{FF2B5EF4-FFF2-40B4-BE49-F238E27FC236}">
                <a16:creationId xmlns:a16="http://schemas.microsoft.com/office/drawing/2014/main" id="{AB000739-E657-4EFF-9188-93C77BCDFF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9820958"/>
              </p:ext>
            </p:extLst>
          </p:nvPr>
        </p:nvGraphicFramePr>
        <p:xfrm>
          <a:off x="9477089" y="2895601"/>
          <a:ext cx="619638" cy="591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3" imgW="838080" imgH="799920" progId="Equation.3">
                  <p:embed/>
                </p:oleObj>
              </mc:Choice>
              <mc:Fallback>
                <p:oleObj name="Equation" r:id="rId3" imgW="838080" imgH="799920" progId="Equation.3">
                  <p:embed/>
                  <p:pic>
                    <p:nvPicPr>
                      <p:cNvPr id="78891" name="Object 43">
                        <a:extLst>
                          <a:ext uri="{FF2B5EF4-FFF2-40B4-BE49-F238E27FC236}">
                            <a16:creationId xmlns:a16="http://schemas.microsoft.com/office/drawing/2014/main" id="{AB000739-E657-4EFF-9188-93C77BCDFF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7089" y="2895601"/>
                        <a:ext cx="619638" cy="59147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92" name="Object 44">
            <a:extLst>
              <a:ext uri="{FF2B5EF4-FFF2-40B4-BE49-F238E27FC236}">
                <a16:creationId xmlns:a16="http://schemas.microsoft.com/office/drawing/2014/main" id="{124CD7DA-B379-4EDF-8220-247A6825CF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4108217"/>
              </p:ext>
            </p:extLst>
          </p:nvPr>
        </p:nvGraphicFramePr>
        <p:xfrm>
          <a:off x="9728200" y="2216150"/>
          <a:ext cx="313768" cy="313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5" imgW="406080" imgH="406080" progId="Equation.3">
                  <p:embed/>
                </p:oleObj>
              </mc:Choice>
              <mc:Fallback>
                <p:oleObj name="Equation" r:id="rId5" imgW="406080" imgH="406080" progId="Equation.3">
                  <p:embed/>
                  <p:pic>
                    <p:nvPicPr>
                      <p:cNvPr id="78892" name="Object 44">
                        <a:extLst>
                          <a:ext uri="{FF2B5EF4-FFF2-40B4-BE49-F238E27FC236}">
                            <a16:creationId xmlns:a16="http://schemas.microsoft.com/office/drawing/2014/main" id="{124CD7DA-B379-4EDF-8220-247A6825CF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28200" y="2216150"/>
                        <a:ext cx="313768" cy="31376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95" name="Rectangle 47">
            <a:extLst>
              <a:ext uri="{FF2B5EF4-FFF2-40B4-BE49-F238E27FC236}">
                <a16:creationId xmlns:a16="http://schemas.microsoft.com/office/drawing/2014/main" id="{6B04E03A-1780-4660-9107-36CAA5BAE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8634" y="2133600"/>
            <a:ext cx="447559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">
            <a:extLst>
              <a:ext uri="{FF2B5EF4-FFF2-40B4-BE49-F238E27FC236}">
                <a16:creationId xmlns:a16="http://schemas.microsoft.com/office/drawing/2014/main" id="{353274B7-6B89-453A-963A-A066692D67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L2.</a:t>
            </a:r>
            <a:fld id="{FF278D39-C936-4448-B108-4EE1424803A5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79922" name="Line 50">
            <a:extLst>
              <a:ext uri="{FF2B5EF4-FFF2-40B4-BE49-F238E27FC236}">
                <a16:creationId xmlns:a16="http://schemas.microsoft.com/office/drawing/2014/main" id="{CA893A5C-A5E0-4123-B792-CB840730A0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2514600"/>
            <a:ext cx="15240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23" name="Line 51">
            <a:extLst>
              <a:ext uri="{FF2B5EF4-FFF2-40B4-BE49-F238E27FC236}">
                <a16:creationId xmlns:a16="http://schemas.microsoft.com/office/drawing/2014/main" id="{DC15EB63-BC50-41C7-A7A1-88A9812771E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514600"/>
            <a:ext cx="16764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6201A363-9C47-4B74-AE7A-268AE6FEE0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recursion tree</a:t>
            </a:r>
          </a:p>
        </p:txBody>
      </p:sp>
      <p:sp>
        <p:nvSpPr>
          <p:cNvPr id="79877" name="Line 5">
            <a:extLst>
              <a:ext uri="{FF2B5EF4-FFF2-40B4-BE49-F238E27FC236}">
                <a16:creationId xmlns:a16="http://schemas.microsoft.com/office/drawing/2014/main" id="{6E9D577A-FDBB-447C-8328-D864B5AF1696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5800" y="4038600"/>
            <a:ext cx="6096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96" name="Line 24">
            <a:extLst>
              <a:ext uri="{FF2B5EF4-FFF2-40B4-BE49-F238E27FC236}">
                <a16:creationId xmlns:a16="http://schemas.microsoft.com/office/drawing/2014/main" id="{A1011F1F-BF88-448D-B215-CBD35015D469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2438400"/>
            <a:ext cx="29718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01" name="Text Box 29">
            <a:extLst>
              <a:ext uri="{FF2B5EF4-FFF2-40B4-BE49-F238E27FC236}">
                <a16:creationId xmlns:a16="http://schemas.microsoft.com/office/drawing/2014/main" id="{80979B22-B69C-4C59-861E-EE93511FB2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363" y="1543050"/>
            <a:ext cx="41715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Solve </a:t>
            </a:r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) = </a:t>
            </a:r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/4) + </a:t>
            </a:r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n/</a:t>
            </a:r>
            <a:r>
              <a:rPr lang="en-US" altLang="en-US" sz="2400" dirty="0">
                <a:solidFill>
                  <a:srgbClr val="009999"/>
                </a:solidFill>
              </a:rPr>
              <a:t>2)</a:t>
            </a:r>
            <a:r>
              <a:rPr lang="en-US" altLang="en-US" sz="2400" i="1" dirty="0">
                <a:solidFill>
                  <a:srgbClr val="009999"/>
                </a:solidFill>
              </a:rPr>
              <a:t> + n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  <a:r>
              <a:rPr lang="en-US" altLang="en-US" sz="2400" dirty="0"/>
              <a:t>:</a:t>
            </a:r>
          </a:p>
        </p:txBody>
      </p:sp>
      <p:sp>
        <p:nvSpPr>
          <p:cNvPr id="79902" name="Line 30">
            <a:extLst>
              <a:ext uri="{FF2B5EF4-FFF2-40B4-BE49-F238E27FC236}">
                <a16:creationId xmlns:a16="http://schemas.microsoft.com/office/drawing/2014/main" id="{30DC62DD-1DF1-424D-8906-63A23BEFF4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82850" y="4038600"/>
            <a:ext cx="53340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06" name="Line 34">
            <a:extLst>
              <a:ext uri="{FF2B5EF4-FFF2-40B4-BE49-F238E27FC236}">
                <a16:creationId xmlns:a16="http://schemas.microsoft.com/office/drawing/2014/main" id="{E2D812B7-B3FF-4716-BCED-E0395EC7F7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162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07" name="Line 35">
            <a:extLst>
              <a:ext uri="{FF2B5EF4-FFF2-40B4-BE49-F238E27FC236}">
                <a16:creationId xmlns:a16="http://schemas.microsoft.com/office/drawing/2014/main" id="{DCF37BF6-9F5A-4913-97A8-0D4192DF3B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404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08" name="Line 36">
            <a:extLst>
              <a:ext uri="{FF2B5EF4-FFF2-40B4-BE49-F238E27FC236}">
                <a16:creationId xmlns:a16="http://schemas.microsoft.com/office/drawing/2014/main" id="{0234EB91-EDA8-463C-926F-45CE92725D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86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09" name="Line 37">
            <a:extLst>
              <a:ext uri="{FF2B5EF4-FFF2-40B4-BE49-F238E27FC236}">
                <a16:creationId xmlns:a16="http://schemas.microsoft.com/office/drawing/2014/main" id="{59A0D236-0CD3-4419-96F1-6400955C5A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44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10" name="Rectangle 38">
            <a:extLst>
              <a:ext uri="{FF2B5EF4-FFF2-40B4-BE49-F238E27FC236}">
                <a16:creationId xmlns:a16="http://schemas.microsoft.com/office/drawing/2014/main" id="{21AD14AF-B46A-4F98-A42A-6BA13A875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9763" y="3733800"/>
            <a:ext cx="1063113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>
                <a:solidFill>
                  <a:srgbClr val="009999"/>
                </a:solidFill>
              </a:rPr>
              <a:t>(</a:t>
            </a:r>
            <a:r>
              <a:rPr lang="en-US" altLang="en-US" sz="2400" i="1">
                <a:solidFill>
                  <a:srgbClr val="009999"/>
                </a:solidFill>
              </a:rPr>
              <a:t>n</a:t>
            </a:r>
            <a:r>
              <a:rPr lang="en-US" altLang="en-US" sz="2400">
                <a:solidFill>
                  <a:srgbClr val="009999"/>
                </a:solidFill>
              </a:rPr>
              <a:t>/16)</a:t>
            </a:r>
            <a:r>
              <a:rPr lang="en-US" altLang="en-US" sz="2400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9911" name="Rectangle 39">
            <a:extLst>
              <a:ext uri="{FF2B5EF4-FFF2-40B4-BE49-F238E27FC236}">
                <a16:creationId xmlns:a16="http://schemas.microsoft.com/office/drawing/2014/main" id="{0D41467F-D7E0-4A02-9EA3-7AE5F6E0F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5334" y="3733800"/>
            <a:ext cx="907621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/8)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9912" name="Rectangle 40">
            <a:extLst>
              <a:ext uri="{FF2B5EF4-FFF2-40B4-BE49-F238E27FC236}">
                <a16:creationId xmlns:a16="http://schemas.microsoft.com/office/drawing/2014/main" id="{15BE770D-5779-40B0-AFBB-6380F8EA8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322" y="3732213"/>
            <a:ext cx="907621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/8)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9913" name="Rectangle 41">
            <a:extLst>
              <a:ext uri="{FF2B5EF4-FFF2-40B4-BE49-F238E27FC236}">
                <a16:creationId xmlns:a16="http://schemas.microsoft.com/office/drawing/2014/main" id="{1885D231-EE12-4B3C-A10A-09247589E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7322" y="3732213"/>
            <a:ext cx="907621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/4)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9914" name="Rectangle 42">
            <a:extLst>
              <a:ext uri="{FF2B5EF4-FFF2-40B4-BE49-F238E27FC236}">
                <a16:creationId xmlns:a16="http://schemas.microsoft.com/office/drawing/2014/main" id="{93CB225B-B76D-42D0-B775-2AAA40668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5709" y="2911475"/>
            <a:ext cx="907621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/4)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9916" name="Rectangle 44">
            <a:extLst>
              <a:ext uri="{FF2B5EF4-FFF2-40B4-BE49-F238E27FC236}">
                <a16:creationId xmlns:a16="http://schemas.microsoft.com/office/drawing/2014/main" id="{0A57616A-1349-4A93-859F-BEDE56D9B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160" y="5181600"/>
            <a:ext cx="753732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 sz="2400" dirty="0">
                <a:solidFill>
                  <a:srgbClr val="009999"/>
                </a:solidFill>
              </a:rPr>
              <a:t>(1)</a:t>
            </a:r>
          </a:p>
        </p:txBody>
      </p:sp>
      <p:sp>
        <p:nvSpPr>
          <p:cNvPr id="79917" name="Text Box 45">
            <a:extLst>
              <a:ext uri="{FF2B5EF4-FFF2-40B4-BE49-F238E27FC236}">
                <a16:creationId xmlns:a16="http://schemas.microsoft.com/office/drawing/2014/main" id="{EFE15BAC-004F-4AC9-BA51-AA3E8294294E}"/>
              </a:ext>
            </a:extLst>
          </p:cNvPr>
          <p:cNvSpPr txBox="1">
            <a:spLocks noChangeArrowheads="1"/>
          </p:cNvSpPr>
          <p:nvPr/>
        </p:nvSpPr>
        <p:spPr bwMode="auto">
          <a:xfrm rot="17366799">
            <a:off x="2478650" y="4530208"/>
            <a:ext cx="343364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…</a:t>
            </a:r>
          </a:p>
        </p:txBody>
      </p:sp>
      <p:sp>
        <p:nvSpPr>
          <p:cNvPr id="79926" name="Line 54">
            <a:extLst>
              <a:ext uri="{FF2B5EF4-FFF2-40B4-BE49-F238E27FC236}">
                <a16:creationId xmlns:a16="http://schemas.microsoft.com/office/drawing/2014/main" id="{3DC3227B-B2FF-46BE-8E28-61649CAD2B9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438400"/>
            <a:ext cx="42672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79927" name="Object 55">
            <a:extLst>
              <a:ext uri="{FF2B5EF4-FFF2-40B4-BE49-F238E27FC236}">
                <a16:creationId xmlns:a16="http://schemas.microsoft.com/office/drawing/2014/main" id="{7C052F6D-4E08-41E1-8C51-521013113E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0670299"/>
              </p:ext>
            </p:extLst>
          </p:nvPr>
        </p:nvGraphicFramePr>
        <p:xfrm>
          <a:off x="9434328" y="2761904"/>
          <a:ext cx="620022" cy="591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3" imgW="838080" imgH="799920" progId="Equation.3">
                  <p:embed/>
                </p:oleObj>
              </mc:Choice>
              <mc:Fallback>
                <p:oleObj name="Equation" r:id="rId3" imgW="838080" imgH="799920" progId="Equation.3">
                  <p:embed/>
                  <p:pic>
                    <p:nvPicPr>
                      <p:cNvPr id="79927" name="Object 55">
                        <a:extLst>
                          <a:ext uri="{FF2B5EF4-FFF2-40B4-BE49-F238E27FC236}">
                            <a16:creationId xmlns:a16="http://schemas.microsoft.com/office/drawing/2014/main" id="{7C052F6D-4E08-41E1-8C51-521013113E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34328" y="2761904"/>
                        <a:ext cx="620022" cy="59183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28" name="Object 56">
            <a:extLst>
              <a:ext uri="{FF2B5EF4-FFF2-40B4-BE49-F238E27FC236}">
                <a16:creationId xmlns:a16="http://schemas.microsoft.com/office/drawing/2014/main" id="{8E725558-C5E3-498D-B0C8-D3422D620A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2819491"/>
              </p:ext>
            </p:extLst>
          </p:nvPr>
        </p:nvGraphicFramePr>
        <p:xfrm>
          <a:off x="9728200" y="2216150"/>
          <a:ext cx="308295" cy="308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5" imgW="406080" imgH="406080" progId="Equation.3">
                  <p:embed/>
                </p:oleObj>
              </mc:Choice>
              <mc:Fallback>
                <p:oleObj name="Equation" r:id="rId5" imgW="406080" imgH="406080" progId="Equation.3">
                  <p:embed/>
                  <p:pic>
                    <p:nvPicPr>
                      <p:cNvPr id="79928" name="Object 56">
                        <a:extLst>
                          <a:ext uri="{FF2B5EF4-FFF2-40B4-BE49-F238E27FC236}">
                            <a16:creationId xmlns:a16="http://schemas.microsoft.com/office/drawing/2014/main" id="{8E725558-C5E3-498D-B0C8-D3422D620A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28200" y="2216150"/>
                        <a:ext cx="308295" cy="30829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33" name="Object 61">
            <a:extLst>
              <a:ext uri="{FF2B5EF4-FFF2-40B4-BE49-F238E27FC236}">
                <a16:creationId xmlns:a16="http://schemas.microsoft.com/office/drawing/2014/main" id="{854BFE44-DB45-4B3F-A675-21E6A813B5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4510764"/>
              </p:ext>
            </p:extLst>
          </p:nvPr>
        </p:nvGraphicFramePr>
        <p:xfrm>
          <a:off x="9270287" y="3582489"/>
          <a:ext cx="784063" cy="574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Equation" r:id="rId7" imgW="1091880" imgH="799920" progId="Equation.3">
                  <p:embed/>
                </p:oleObj>
              </mc:Choice>
              <mc:Fallback>
                <p:oleObj name="Equation" r:id="rId7" imgW="1091880" imgH="799920" progId="Equation.3">
                  <p:embed/>
                  <p:pic>
                    <p:nvPicPr>
                      <p:cNvPr id="79933" name="Object 61">
                        <a:extLst>
                          <a:ext uri="{FF2B5EF4-FFF2-40B4-BE49-F238E27FC236}">
                            <a16:creationId xmlns:a16="http://schemas.microsoft.com/office/drawing/2014/main" id="{854BFE44-DB45-4B3F-A675-21E6A813B5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0287" y="3582489"/>
                        <a:ext cx="784063" cy="57437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24" name="Rectangle 52">
            <a:extLst>
              <a:ext uri="{FF2B5EF4-FFF2-40B4-BE49-F238E27FC236}">
                <a16:creationId xmlns:a16="http://schemas.microsoft.com/office/drawing/2014/main" id="{0DAEBDFD-EA7B-4078-A06B-FAACEA10B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8634" y="2133600"/>
            <a:ext cx="447559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9935" name="Line 63">
            <a:extLst>
              <a:ext uri="{FF2B5EF4-FFF2-40B4-BE49-F238E27FC236}">
                <a16:creationId xmlns:a16="http://schemas.microsoft.com/office/drawing/2014/main" id="{12E95752-832D-4594-B58C-40516037D60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3200400"/>
            <a:ext cx="16764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15" name="Rectangle 43">
            <a:extLst>
              <a:ext uri="{FF2B5EF4-FFF2-40B4-BE49-F238E27FC236}">
                <a16:creationId xmlns:a16="http://schemas.microsoft.com/office/drawing/2014/main" id="{CD2A2399-617E-4780-9EE1-10FE615BD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6747" y="2895600"/>
            <a:ext cx="907621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/2)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9936" name="Text Box 64">
            <a:extLst>
              <a:ext uri="{FF2B5EF4-FFF2-40B4-BE49-F238E27FC236}">
                <a16:creationId xmlns:a16="http://schemas.microsoft.com/office/drawing/2014/main" id="{ACF8088E-DC51-4C35-AF2D-ECDBB10BF25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9490637" y="4549259"/>
            <a:ext cx="3433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99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…</a:t>
            </a:r>
          </a:p>
        </p:txBody>
      </p: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2">
            <a:extLst>
              <a:ext uri="{FF2B5EF4-FFF2-40B4-BE49-F238E27FC236}">
                <a16:creationId xmlns:a16="http://schemas.microsoft.com/office/drawing/2014/main" id="{F6A246F1-AC0E-4CAD-ACBC-7B266FE817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L2.</a:t>
            </a:r>
            <a:fld id="{BC169DBB-AD73-4D03-B987-7E49DB9A0849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82946" name="Line 2">
            <a:extLst>
              <a:ext uri="{FF2B5EF4-FFF2-40B4-BE49-F238E27FC236}">
                <a16:creationId xmlns:a16="http://schemas.microsoft.com/office/drawing/2014/main" id="{03D8365A-D9B4-49A0-9A59-811645451A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2514600"/>
            <a:ext cx="15240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47" name="Line 3">
            <a:extLst>
              <a:ext uri="{FF2B5EF4-FFF2-40B4-BE49-F238E27FC236}">
                <a16:creationId xmlns:a16="http://schemas.microsoft.com/office/drawing/2014/main" id="{047F3791-35B6-427A-BEF2-C28163168F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514600"/>
            <a:ext cx="16764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48" name="Rectangle 4">
            <a:extLst>
              <a:ext uri="{FF2B5EF4-FFF2-40B4-BE49-F238E27FC236}">
                <a16:creationId xmlns:a16="http://schemas.microsoft.com/office/drawing/2014/main" id="{0A721C8A-A865-4466-B4C3-469EF0389E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recursion tree</a:t>
            </a:r>
          </a:p>
        </p:txBody>
      </p:sp>
      <p:sp>
        <p:nvSpPr>
          <p:cNvPr id="82949" name="Line 5">
            <a:extLst>
              <a:ext uri="{FF2B5EF4-FFF2-40B4-BE49-F238E27FC236}">
                <a16:creationId xmlns:a16="http://schemas.microsoft.com/office/drawing/2014/main" id="{F31B4D17-6FD2-4B26-B843-ABB15EA809D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5800" y="4038600"/>
            <a:ext cx="6096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0" name="Line 6">
            <a:extLst>
              <a:ext uri="{FF2B5EF4-FFF2-40B4-BE49-F238E27FC236}">
                <a16:creationId xmlns:a16="http://schemas.microsoft.com/office/drawing/2014/main" id="{70DC3FBB-1289-4416-9136-5A9F481C30C4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2438400"/>
            <a:ext cx="29718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1" name="Text Box 7">
            <a:extLst>
              <a:ext uri="{FF2B5EF4-FFF2-40B4-BE49-F238E27FC236}">
                <a16:creationId xmlns:a16="http://schemas.microsoft.com/office/drawing/2014/main" id="{312D8E0C-49D5-4564-ADFF-4DC0511F0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363" y="1543050"/>
            <a:ext cx="41715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Solve </a:t>
            </a:r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) = </a:t>
            </a:r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/4) + </a:t>
            </a:r>
            <a:r>
              <a:rPr lang="en-US" altLang="en-US" sz="2400" i="1" dirty="0">
                <a:solidFill>
                  <a:srgbClr val="009999"/>
                </a:solidFill>
              </a:rPr>
              <a:t>T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n/</a:t>
            </a:r>
            <a:r>
              <a:rPr lang="en-US" altLang="en-US" sz="2400" dirty="0">
                <a:solidFill>
                  <a:srgbClr val="009999"/>
                </a:solidFill>
              </a:rPr>
              <a:t>2)</a:t>
            </a:r>
            <a:r>
              <a:rPr lang="en-US" altLang="en-US" sz="2400" i="1" dirty="0">
                <a:solidFill>
                  <a:srgbClr val="009999"/>
                </a:solidFill>
              </a:rPr>
              <a:t> + n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  <a:r>
              <a:rPr lang="en-US" altLang="en-US" sz="2400" dirty="0"/>
              <a:t>:</a:t>
            </a:r>
          </a:p>
        </p:txBody>
      </p:sp>
      <p:sp>
        <p:nvSpPr>
          <p:cNvPr id="82952" name="Line 8">
            <a:extLst>
              <a:ext uri="{FF2B5EF4-FFF2-40B4-BE49-F238E27FC236}">
                <a16:creationId xmlns:a16="http://schemas.microsoft.com/office/drawing/2014/main" id="{1B8FAB9B-2CCA-4554-9450-1CE8F6A28A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82850" y="4038600"/>
            <a:ext cx="53340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3" name="Line 9">
            <a:extLst>
              <a:ext uri="{FF2B5EF4-FFF2-40B4-BE49-F238E27FC236}">
                <a16:creationId xmlns:a16="http://schemas.microsoft.com/office/drawing/2014/main" id="{A684221A-D658-4A90-8B1C-BE8EAD15AE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162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4" name="Line 10">
            <a:extLst>
              <a:ext uri="{FF2B5EF4-FFF2-40B4-BE49-F238E27FC236}">
                <a16:creationId xmlns:a16="http://schemas.microsoft.com/office/drawing/2014/main" id="{1E5D08F3-3C1E-4359-AA93-CB85064D89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404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5" name="Line 11">
            <a:extLst>
              <a:ext uri="{FF2B5EF4-FFF2-40B4-BE49-F238E27FC236}">
                <a16:creationId xmlns:a16="http://schemas.microsoft.com/office/drawing/2014/main" id="{87B6EFE3-5B5E-47DA-B854-388A59E37F6F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86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6" name="Line 12">
            <a:extLst>
              <a:ext uri="{FF2B5EF4-FFF2-40B4-BE49-F238E27FC236}">
                <a16:creationId xmlns:a16="http://schemas.microsoft.com/office/drawing/2014/main" id="{5FF38C21-B99E-4A2A-986F-FA82E71D187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44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7" name="Rectangle 13">
            <a:extLst>
              <a:ext uri="{FF2B5EF4-FFF2-40B4-BE49-F238E27FC236}">
                <a16:creationId xmlns:a16="http://schemas.microsoft.com/office/drawing/2014/main" id="{A7006930-2152-468F-B18D-970934EAD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9763" y="3733800"/>
            <a:ext cx="1063113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/16)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82958" name="Rectangle 14">
            <a:extLst>
              <a:ext uri="{FF2B5EF4-FFF2-40B4-BE49-F238E27FC236}">
                <a16:creationId xmlns:a16="http://schemas.microsoft.com/office/drawing/2014/main" id="{7BA17C3A-DA8D-44C7-AC2B-68E543EEA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5334" y="3733800"/>
            <a:ext cx="907621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/8)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82959" name="Rectangle 15">
            <a:extLst>
              <a:ext uri="{FF2B5EF4-FFF2-40B4-BE49-F238E27FC236}">
                <a16:creationId xmlns:a16="http://schemas.microsoft.com/office/drawing/2014/main" id="{D5A87BA6-E28F-4FDD-9F33-DC0927338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322" y="3732213"/>
            <a:ext cx="907621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/8)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82960" name="Rectangle 16">
            <a:extLst>
              <a:ext uri="{FF2B5EF4-FFF2-40B4-BE49-F238E27FC236}">
                <a16:creationId xmlns:a16="http://schemas.microsoft.com/office/drawing/2014/main" id="{DA3F5641-C815-4F28-9745-C3F5CA9F7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7322" y="3732213"/>
            <a:ext cx="907621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/4)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82961" name="Rectangle 17">
            <a:extLst>
              <a:ext uri="{FF2B5EF4-FFF2-40B4-BE49-F238E27FC236}">
                <a16:creationId xmlns:a16="http://schemas.microsoft.com/office/drawing/2014/main" id="{809D0BEA-A2C9-477A-BBF7-7003CA224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5709" y="2911475"/>
            <a:ext cx="907621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/4)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82963" name="Rectangle 19">
            <a:extLst>
              <a:ext uri="{FF2B5EF4-FFF2-40B4-BE49-F238E27FC236}">
                <a16:creationId xmlns:a16="http://schemas.microsoft.com/office/drawing/2014/main" id="{67913F30-C00B-4F89-925E-591EF1845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160" y="5181600"/>
            <a:ext cx="753732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 sz="2400" dirty="0">
                <a:solidFill>
                  <a:srgbClr val="009999"/>
                </a:solidFill>
              </a:rPr>
              <a:t>(1)</a:t>
            </a:r>
          </a:p>
        </p:txBody>
      </p:sp>
      <p:sp>
        <p:nvSpPr>
          <p:cNvPr id="82964" name="Text Box 20">
            <a:extLst>
              <a:ext uri="{FF2B5EF4-FFF2-40B4-BE49-F238E27FC236}">
                <a16:creationId xmlns:a16="http://schemas.microsoft.com/office/drawing/2014/main" id="{6DF4A8C4-F808-45FA-8B83-6F255419E9D1}"/>
              </a:ext>
            </a:extLst>
          </p:cNvPr>
          <p:cNvSpPr txBox="1">
            <a:spLocks noChangeArrowheads="1"/>
          </p:cNvSpPr>
          <p:nvPr/>
        </p:nvSpPr>
        <p:spPr bwMode="auto">
          <a:xfrm rot="17366799">
            <a:off x="2478650" y="4530208"/>
            <a:ext cx="343364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…</a:t>
            </a:r>
          </a:p>
        </p:txBody>
      </p:sp>
      <p:sp>
        <p:nvSpPr>
          <p:cNvPr id="82966" name="Line 22">
            <a:extLst>
              <a:ext uri="{FF2B5EF4-FFF2-40B4-BE49-F238E27FC236}">
                <a16:creationId xmlns:a16="http://schemas.microsoft.com/office/drawing/2014/main" id="{60D151E0-0DCF-4D44-8849-9181F8200086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3200400"/>
            <a:ext cx="16764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67" name="Line 23">
            <a:extLst>
              <a:ext uri="{FF2B5EF4-FFF2-40B4-BE49-F238E27FC236}">
                <a16:creationId xmlns:a16="http://schemas.microsoft.com/office/drawing/2014/main" id="{EAFEDE7C-1E18-474C-8C70-0AA0E698C9C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438400"/>
            <a:ext cx="42672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2968" name="Object 24">
            <a:extLst>
              <a:ext uri="{FF2B5EF4-FFF2-40B4-BE49-F238E27FC236}">
                <a16:creationId xmlns:a16="http://schemas.microsoft.com/office/drawing/2014/main" id="{913F96B9-EC75-4609-BC13-F556967BF7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6620226"/>
              </p:ext>
            </p:extLst>
          </p:nvPr>
        </p:nvGraphicFramePr>
        <p:xfrm>
          <a:off x="9584426" y="3056234"/>
          <a:ext cx="550174" cy="525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3" imgW="838080" imgH="799920" progId="Equation.3">
                  <p:embed/>
                </p:oleObj>
              </mc:Choice>
              <mc:Fallback>
                <p:oleObj name="Equation" r:id="rId3" imgW="838080" imgH="799920" progId="Equation.3">
                  <p:embed/>
                  <p:pic>
                    <p:nvPicPr>
                      <p:cNvPr id="82968" name="Object 24">
                        <a:extLst>
                          <a:ext uri="{FF2B5EF4-FFF2-40B4-BE49-F238E27FC236}">
                            <a16:creationId xmlns:a16="http://schemas.microsoft.com/office/drawing/2014/main" id="{913F96B9-EC75-4609-BC13-F556967BF7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4426" y="3056234"/>
                        <a:ext cx="550174" cy="52516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9" name="Object 25">
            <a:extLst>
              <a:ext uri="{FF2B5EF4-FFF2-40B4-BE49-F238E27FC236}">
                <a16:creationId xmlns:a16="http://schemas.microsoft.com/office/drawing/2014/main" id="{4652DB8E-F504-406E-86AA-6762D86390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0921192"/>
              </p:ext>
            </p:extLst>
          </p:nvPr>
        </p:nvGraphicFramePr>
        <p:xfrm>
          <a:off x="9846984" y="2334934"/>
          <a:ext cx="287615" cy="287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5" imgW="406080" imgH="406080" progId="Equation.3">
                  <p:embed/>
                </p:oleObj>
              </mc:Choice>
              <mc:Fallback>
                <p:oleObj name="Equation" r:id="rId5" imgW="406080" imgH="406080" progId="Equation.3">
                  <p:embed/>
                  <p:pic>
                    <p:nvPicPr>
                      <p:cNvPr id="82969" name="Object 25">
                        <a:extLst>
                          <a:ext uri="{FF2B5EF4-FFF2-40B4-BE49-F238E27FC236}">
                            <a16:creationId xmlns:a16="http://schemas.microsoft.com/office/drawing/2014/main" id="{4652DB8E-F504-406E-86AA-6762D86390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6984" y="2334934"/>
                        <a:ext cx="287615" cy="28761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70" name="Object 26">
            <a:extLst>
              <a:ext uri="{FF2B5EF4-FFF2-40B4-BE49-F238E27FC236}">
                <a16:creationId xmlns:a16="http://schemas.microsoft.com/office/drawing/2014/main" id="{8E9CF839-7F61-4E29-AB39-A1BFDDA817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714790"/>
              </p:ext>
            </p:extLst>
          </p:nvPr>
        </p:nvGraphicFramePr>
        <p:xfrm>
          <a:off x="9366390" y="3856842"/>
          <a:ext cx="768210" cy="5627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Equation" r:id="rId7" imgW="1091880" imgH="799920" progId="Equation.3">
                  <p:embed/>
                </p:oleObj>
              </mc:Choice>
              <mc:Fallback>
                <p:oleObj name="Equation" r:id="rId7" imgW="1091880" imgH="799920" progId="Equation.3">
                  <p:embed/>
                  <p:pic>
                    <p:nvPicPr>
                      <p:cNvPr id="82970" name="Object 26">
                        <a:extLst>
                          <a:ext uri="{FF2B5EF4-FFF2-40B4-BE49-F238E27FC236}">
                            <a16:creationId xmlns:a16="http://schemas.microsoft.com/office/drawing/2014/main" id="{8E9CF839-7F61-4E29-AB39-A1BFDDA817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6390" y="3856842"/>
                        <a:ext cx="768210" cy="56275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71" name="Line 27">
            <a:extLst>
              <a:ext uri="{FF2B5EF4-FFF2-40B4-BE49-F238E27FC236}">
                <a16:creationId xmlns:a16="http://schemas.microsoft.com/office/drawing/2014/main" id="{7D3E533C-6B51-4465-A3BD-ADEC3A2F64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83942" y="5167016"/>
            <a:ext cx="3371897" cy="14029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2972" name="Object 28">
            <a:extLst>
              <a:ext uri="{FF2B5EF4-FFF2-40B4-BE49-F238E27FC236}">
                <a16:creationId xmlns:a16="http://schemas.microsoft.com/office/drawing/2014/main" id="{0C4DDB9E-84A8-426F-8778-5E4DD03E2F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2830899"/>
              </p:ext>
            </p:extLst>
          </p:nvPr>
        </p:nvGraphicFramePr>
        <p:xfrm>
          <a:off x="6026150" y="5270500"/>
          <a:ext cx="4108450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quation" r:id="rId9" imgW="4431960" imgH="723600" progId="Equation.3">
                  <p:embed/>
                </p:oleObj>
              </mc:Choice>
              <mc:Fallback>
                <p:oleObj name="Equation" r:id="rId9" imgW="4431960" imgH="723600" progId="Equation.3">
                  <p:embed/>
                  <p:pic>
                    <p:nvPicPr>
                      <p:cNvPr id="82972" name="Object 28">
                        <a:extLst>
                          <a:ext uri="{FF2B5EF4-FFF2-40B4-BE49-F238E27FC236}">
                            <a16:creationId xmlns:a16="http://schemas.microsoft.com/office/drawing/2014/main" id="{0C4DDB9E-84A8-426F-8778-5E4DD03E2F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6150" y="5270500"/>
                        <a:ext cx="4108450" cy="6588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73" name="Text Box 29">
            <a:extLst>
              <a:ext uri="{FF2B5EF4-FFF2-40B4-BE49-F238E27FC236}">
                <a16:creationId xmlns:a16="http://schemas.microsoft.com/office/drawing/2014/main" id="{7ADF7A85-66AD-48BE-B7C6-DCDD877B43E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9490637" y="4549259"/>
            <a:ext cx="3433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99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…</a:t>
            </a:r>
          </a:p>
        </p:txBody>
      </p:sp>
      <p:sp>
        <p:nvSpPr>
          <p:cNvPr id="82974" name="Text Box 30">
            <a:extLst>
              <a:ext uri="{FF2B5EF4-FFF2-40B4-BE49-F238E27FC236}">
                <a16:creationId xmlns:a16="http://schemas.microsoft.com/office/drawing/2014/main" id="{B22A2ADE-EDFE-4D58-B6E5-E0D409151B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6764" y="5364163"/>
            <a:ext cx="10784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en-US" sz="2400" dirty="0"/>
              <a:t>Total  </a:t>
            </a:r>
            <a:r>
              <a:rPr lang="en-US" altLang="en-US" sz="2400" dirty="0">
                <a:solidFill>
                  <a:srgbClr val="009999"/>
                </a:solidFill>
              </a:rPr>
              <a:t>=</a:t>
            </a:r>
          </a:p>
        </p:txBody>
      </p:sp>
      <p:sp>
        <p:nvSpPr>
          <p:cNvPr id="82975" name="Text Box 31">
            <a:extLst>
              <a:ext uri="{FF2B5EF4-FFF2-40B4-BE49-F238E27FC236}">
                <a16:creationId xmlns:a16="http://schemas.microsoft.com/office/drawing/2014/main" id="{D771D0EC-F7F2-460E-B4C6-C8D498E79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8763" y="6166677"/>
            <a:ext cx="10839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>
                <a:solidFill>
                  <a:srgbClr val="009999"/>
                </a:solidFill>
              </a:rPr>
              <a:t>= </a:t>
            </a:r>
            <a:r>
              <a:rPr lang="en-US" altLang="en-US" sz="2400" dirty="0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  <a:r>
              <a:rPr lang="en-US" altLang="en-US" sz="2400" dirty="0">
                <a:solidFill>
                  <a:srgbClr val="009999"/>
                </a:solidFill>
              </a:rPr>
              <a:t>)</a:t>
            </a:r>
          </a:p>
        </p:txBody>
      </p:sp>
      <p:sp>
        <p:nvSpPr>
          <p:cNvPr id="82965" name="Rectangle 21">
            <a:extLst>
              <a:ext uri="{FF2B5EF4-FFF2-40B4-BE49-F238E27FC236}">
                <a16:creationId xmlns:a16="http://schemas.microsoft.com/office/drawing/2014/main" id="{A26FA75D-9EE5-4FAB-BF17-4D39719F5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8634" y="2133600"/>
            <a:ext cx="447559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baseline="30000" dirty="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82962" name="Rectangle 18">
            <a:extLst>
              <a:ext uri="{FF2B5EF4-FFF2-40B4-BE49-F238E27FC236}">
                <a16:creationId xmlns:a16="http://schemas.microsoft.com/office/drawing/2014/main" id="{93C9384C-C56F-4D02-88B1-AC25382BC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714" y="2895600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/2)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82976" name="Text Box 32">
            <a:extLst>
              <a:ext uri="{FF2B5EF4-FFF2-40B4-BE49-F238E27FC236}">
                <a16:creationId xmlns:a16="http://schemas.microsoft.com/office/drawing/2014/main" id="{54EC5FBD-94B7-4897-BDD7-2464DAE14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5526" y="5897563"/>
            <a:ext cx="17143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>
                <a:solidFill>
                  <a:schemeClr val="accent2"/>
                </a:solidFill>
              </a:rPr>
              <a:t>geometric series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1C0EF-92F3-4DD3-9656-EC5DA238C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EFA41-EDF3-4D89-812E-85BCE7B8A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Divide &amp; Conquer is a recursive approach that assumes we can solve subproblems then asks how to combine the answers</a:t>
            </a:r>
          </a:p>
          <a:p>
            <a:r>
              <a:rPr lang="en-US" dirty="0"/>
              <a:t>Because it assumes the solution for subproblems the analysis of the time complexity of Divide &amp; Conquer algorithms naturally gives rise to recurrences</a:t>
            </a:r>
          </a:p>
          <a:p>
            <a:r>
              <a:rPr lang="en-US"/>
              <a:t>Main takeaway</a:t>
            </a:r>
            <a:r>
              <a:rPr lang="en-US" dirty="0"/>
              <a:t>: Recurrences can be solved using:</a:t>
            </a:r>
          </a:p>
          <a:p>
            <a:pPr lvl="1"/>
            <a:r>
              <a:rPr lang="en-US" dirty="0"/>
              <a:t>Guess &amp; Check</a:t>
            </a:r>
          </a:p>
          <a:p>
            <a:pPr lvl="1"/>
            <a:r>
              <a:rPr lang="en-US" dirty="0"/>
              <a:t>Recursion tree</a:t>
            </a:r>
          </a:p>
          <a:p>
            <a:pPr lvl="1"/>
            <a:r>
              <a:rPr lang="en-US" dirty="0"/>
              <a:t>Master Theorem </a:t>
            </a:r>
          </a:p>
        </p:txBody>
      </p:sp>
    </p:spTree>
    <p:extLst>
      <p:ext uri="{BB962C8B-B14F-4D97-AF65-F5344CB8AC3E}">
        <p14:creationId xmlns:p14="http://schemas.microsoft.com/office/powerpoint/2010/main" val="3455594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805</TotalTime>
  <Words>993</Words>
  <Application>Microsoft Office PowerPoint</Application>
  <PresentationFormat>Widescreen</PresentationFormat>
  <Paragraphs>137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Symbol</vt:lpstr>
      <vt:lpstr>Calibri</vt:lpstr>
      <vt:lpstr>Arial</vt:lpstr>
      <vt:lpstr>Calibri Light</vt:lpstr>
      <vt:lpstr>Consolas</vt:lpstr>
      <vt:lpstr>Office Theme</vt:lpstr>
      <vt:lpstr>Office Theme</vt:lpstr>
      <vt:lpstr>Equation</vt:lpstr>
      <vt:lpstr>CS5800 – ALGORITHMS  MODULE 3. DIVIDE &amp; CONQUER - I  Lesson 1: Recurrences</vt:lpstr>
      <vt:lpstr>Topics</vt:lpstr>
      <vt:lpstr>Divide &amp; Conquer – What is it?</vt:lpstr>
      <vt:lpstr>Divide &amp; Conquer – What is it?</vt:lpstr>
      <vt:lpstr>Binary Search – example of Divide &amp; Conquer</vt:lpstr>
      <vt:lpstr>Recurrences</vt:lpstr>
      <vt:lpstr>Example of recursion tree</vt:lpstr>
      <vt:lpstr>Example of recursion tree</vt:lpstr>
      <vt:lpstr>Example of recursion tree</vt:lpstr>
      <vt:lpstr>Example of recursion tree</vt:lpstr>
      <vt:lpstr>Example of recursion tree</vt:lpstr>
      <vt:lpstr>Example of recursion tree</vt:lpstr>
      <vt:lpstr>Example of recursion tree</vt:lpstr>
      <vt:lpstr>Example of recursion tree</vt:lpstr>
      <vt:lpstr>Example of recursion tree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CS5800 – ALGORITHMS  2. NUMBER-THEORETIC</dc:title>
  <dc:creator>koods koods</dc:creator>
  <cp:lastModifiedBy>David Dietz</cp:lastModifiedBy>
  <cp:revision>12</cp:revision>
  <dcterms:created xsi:type="dcterms:W3CDTF">2019-09-13T03:48:54Z</dcterms:created>
  <dcterms:modified xsi:type="dcterms:W3CDTF">2020-09-07T15:49:15Z</dcterms:modified>
</cp:coreProperties>
</file>